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68" r:id="rId3"/>
    <p:sldId id="259" r:id="rId4"/>
    <p:sldId id="275" r:id="rId5"/>
    <p:sldId id="260" r:id="rId6"/>
    <p:sldId id="263" r:id="rId7"/>
    <p:sldId id="262" r:id="rId8"/>
    <p:sldId id="261" r:id="rId9"/>
    <p:sldId id="288" r:id="rId10"/>
  </p:sldIdLst>
  <p:sldSz cx="9144000" cy="5143500" type="screen16x9"/>
  <p:notesSz cx="6858000" cy="9144000"/>
  <p:embeddedFontLst>
    <p:embeddedFont>
      <p:font typeface="Abel" panose="020B0604020202020204" charset="0"/>
      <p:regular r:id="rId12"/>
    </p:embeddedFont>
    <p:embeddedFont>
      <p:font typeface="Anaheim" panose="020B0604020202020204" charset="0"/>
      <p:regular r:id="rId13"/>
    </p:embeddedFont>
    <p:embeddedFont>
      <p:font typeface="Barlow" panose="00000500000000000000" pitchFamily="2" charset="0"/>
      <p:regular r:id="rId14"/>
      <p:bold r:id="rId15"/>
    </p:embeddedFont>
    <p:embeddedFont>
      <p:font typeface="Croissant One" panose="020B0604020202020204" charset="0"/>
      <p:regular r:id="rId16"/>
    </p:embeddedFont>
    <p:embeddedFont>
      <p:font typeface="DengXian" panose="02010600030101010101" pitchFamily="2" charset="-122"/>
      <p:regular r:id="rId17"/>
      <p:bold r:id="rId18"/>
    </p:embeddedFont>
    <p:embeddedFont>
      <p:font typeface="Prompt Medium" panose="00000600000000000000" pitchFamily="2" charset="-34"/>
      <p:regular r:id="rId19"/>
    </p:embeddedFont>
    <p:embeddedFont>
      <p:font typeface="Raleway" pitchFamily="2" charset="0"/>
      <p:regular r:id="rId20"/>
    </p:embeddedFont>
    <p:embeddedFont>
      <p:font typeface="Work Sans" panose="020B0604020202020204"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3" autoAdjust="0"/>
    <p:restoredTop sz="94660"/>
  </p:normalViewPr>
  <p:slideViewPr>
    <p:cSldViewPr snapToGrid="0">
      <p:cViewPr varScale="1">
        <p:scale>
          <a:sx n="81" d="100"/>
          <a:sy n="81" d="100"/>
        </p:scale>
        <p:origin x="856"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2"/>
        <p:cNvGrpSpPr/>
        <p:nvPr/>
      </p:nvGrpSpPr>
      <p:grpSpPr>
        <a:xfrm>
          <a:off x="0" y="0"/>
          <a:ext cx="0" cy="0"/>
          <a:chOff x="0" y="0"/>
          <a:chExt cx="0" cy="0"/>
        </a:xfrm>
      </p:grpSpPr>
      <p:sp>
        <p:nvSpPr>
          <p:cNvPr id="1363" name="Google Shape;13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4" name="Google Shape;13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2"/>
        <p:cNvGrpSpPr/>
        <p:nvPr/>
      </p:nvGrpSpPr>
      <p:grpSpPr>
        <a:xfrm>
          <a:off x="0" y="0"/>
          <a:ext cx="0" cy="0"/>
          <a:chOff x="0" y="0"/>
          <a:chExt cx="0" cy="0"/>
        </a:xfrm>
      </p:grpSpPr>
      <p:sp>
        <p:nvSpPr>
          <p:cNvPr id="2243" name="Google Shape;2243;g13db922d918_2_7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4" name="Google Shape;2244;g13db922d918_2_7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8"/>
        <p:cNvGrpSpPr/>
        <p:nvPr/>
      </p:nvGrpSpPr>
      <p:grpSpPr>
        <a:xfrm>
          <a:off x="0" y="0"/>
          <a:ext cx="0" cy="0"/>
          <a:chOff x="0" y="0"/>
          <a:chExt cx="0" cy="0"/>
        </a:xfrm>
      </p:grpSpPr>
      <p:sp>
        <p:nvSpPr>
          <p:cNvPr id="1489" name="Google Shape;1489;g13db922d918_2_3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0" name="Google Shape;1490;g13db922d918_2_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6"/>
        <p:cNvGrpSpPr/>
        <p:nvPr/>
      </p:nvGrpSpPr>
      <p:grpSpPr>
        <a:xfrm>
          <a:off x="0" y="0"/>
          <a:ext cx="0" cy="0"/>
          <a:chOff x="0" y="0"/>
          <a:chExt cx="0" cy="0"/>
        </a:xfrm>
      </p:grpSpPr>
      <p:sp>
        <p:nvSpPr>
          <p:cNvPr id="2747" name="Google Shape;2747;g13db922d918_2_8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8" name="Google Shape;2748;g13db922d918_2_8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7"/>
        <p:cNvGrpSpPr/>
        <p:nvPr/>
      </p:nvGrpSpPr>
      <p:grpSpPr>
        <a:xfrm>
          <a:off x="0" y="0"/>
          <a:ext cx="0" cy="0"/>
          <a:chOff x="0" y="0"/>
          <a:chExt cx="0" cy="0"/>
        </a:xfrm>
      </p:grpSpPr>
      <p:sp>
        <p:nvSpPr>
          <p:cNvPr id="1658" name="Google Shape;1658;g13db922d918_2_8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9" name="Google Shape;1659;g13db922d918_2_8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0"/>
        <p:cNvGrpSpPr/>
        <p:nvPr/>
      </p:nvGrpSpPr>
      <p:grpSpPr>
        <a:xfrm>
          <a:off x="0" y="0"/>
          <a:ext cx="0" cy="0"/>
          <a:chOff x="0" y="0"/>
          <a:chExt cx="0" cy="0"/>
        </a:xfrm>
      </p:grpSpPr>
      <p:sp>
        <p:nvSpPr>
          <p:cNvPr id="1861" name="Google Shape;1861;g13db922d918_2_6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2" name="Google Shape;1862;g13db922d918_2_6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7"/>
        <p:cNvGrpSpPr/>
        <p:nvPr/>
      </p:nvGrpSpPr>
      <p:grpSpPr>
        <a:xfrm>
          <a:off x="0" y="0"/>
          <a:ext cx="0" cy="0"/>
          <a:chOff x="0" y="0"/>
          <a:chExt cx="0" cy="0"/>
        </a:xfrm>
      </p:grpSpPr>
      <p:sp>
        <p:nvSpPr>
          <p:cNvPr id="1838" name="Google Shape;1838;g13db922d918_2_32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9" name="Google Shape;1839;g13db922d918_2_32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1"/>
        <p:cNvGrpSpPr/>
        <p:nvPr/>
      </p:nvGrpSpPr>
      <p:grpSpPr>
        <a:xfrm>
          <a:off x="0" y="0"/>
          <a:ext cx="0" cy="0"/>
          <a:chOff x="0" y="0"/>
          <a:chExt cx="0" cy="0"/>
        </a:xfrm>
      </p:grpSpPr>
      <p:sp>
        <p:nvSpPr>
          <p:cNvPr id="1772" name="Google Shape;1772;g13db922d918_2_323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3" name="Google Shape;1773;g13db922d918_2_32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3"/>
        <p:cNvGrpSpPr/>
        <p:nvPr/>
      </p:nvGrpSpPr>
      <p:grpSpPr>
        <a:xfrm>
          <a:off x="0" y="0"/>
          <a:ext cx="0" cy="0"/>
          <a:chOff x="0" y="0"/>
          <a:chExt cx="0" cy="0"/>
        </a:xfrm>
      </p:grpSpPr>
      <p:sp>
        <p:nvSpPr>
          <p:cNvPr id="3884" name="Google Shape;3884;g13db922d918_2_16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5" name="Google Shape;3885;g13db922d918_2_16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34200" y="1593050"/>
            <a:ext cx="5150100" cy="1571700"/>
          </a:xfrm>
          <a:prstGeom prst="rect">
            <a:avLst/>
          </a:prstGeom>
        </p:spPr>
        <p:txBody>
          <a:bodyPr spcFirstLastPara="1" wrap="square" lIns="91425" tIns="91425" rIns="91425" bIns="91425" anchor="ctr" anchorCtr="0">
            <a:noAutofit/>
          </a:bodyPr>
          <a:lstStyle>
            <a:lvl1pPr marR="63500" lvl="0" algn="l" rtl="0">
              <a:spcBef>
                <a:spcPts val="0"/>
              </a:spcBef>
              <a:spcAft>
                <a:spcPts val="0"/>
              </a:spcAft>
              <a:buSzPts val="6000"/>
              <a:buNone/>
              <a:defRPr sz="5800" b="1">
                <a:solidFill>
                  <a:schemeClr val="accent1"/>
                </a:solidFill>
                <a:latin typeface="Work Sans"/>
                <a:ea typeface="Work Sans"/>
                <a:cs typeface="Work Sans"/>
                <a:sym typeface="Work Sans"/>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
        <p:nvSpPr>
          <p:cNvPr id="10" name="Google Shape;10;p2"/>
          <p:cNvSpPr txBox="1">
            <a:spLocks noGrp="1"/>
          </p:cNvSpPr>
          <p:nvPr>
            <p:ph type="subTitle" idx="1"/>
          </p:nvPr>
        </p:nvSpPr>
        <p:spPr>
          <a:xfrm>
            <a:off x="858650" y="3503825"/>
            <a:ext cx="3728400" cy="2490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600"/>
              <a:buNone/>
              <a:defRPr sz="1600">
                <a:solidFill>
                  <a:schemeClr val="lt1"/>
                </a:solidFill>
                <a:latin typeface="Barlow" panose="00000500000000000000"/>
                <a:ea typeface="Barlow" panose="00000500000000000000"/>
                <a:cs typeface="Barlow" panose="00000500000000000000"/>
                <a:sym typeface="Barlow" panose="00000500000000000000"/>
              </a:defRPr>
            </a:lvl1pPr>
            <a:lvl2pPr lvl="1" algn="ctr" rtl="0">
              <a:lnSpc>
                <a:spcPct val="100000"/>
              </a:lnSpc>
              <a:spcBef>
                <a:spcPts val="0"/>
              </a:spcBef>
              <a:spcAft>
                <a:spcPts val="0"/>
              </a:spcAft>
              <a:buClr>
                <a:schemeClr val="dk1"/>
              </a:buClr>
              <a:buSzPts val="1600"/>
              <a:buNone/>
              <a:defRPr sz="1600">
                <a:solidFill>
                  <a:schemeClr val="dk1"/>
                </a:solidFill>
              </a:defRPr>
            </a:lvl2pPr>
            <a:lvl3pPr lvl="2" algn="ctr" rtl="0">
              <a:lnSpc>
                <a:spcPct val="100000"/>
              </a:lnSpc>
              <a:spcBef>
                <a:spcPts val="0"/>
              </a:spcBef>
              <a:spcAft>
                <a:spcPts val="0"/>
              </a:spcAft>
              <a:buClr>
                <a:schemeClr val="dk1"/>
              </a:buClr>
              <a:buSzPts val="1600"/>
              <a:buNone/>
              <a:defRPr sz="1600">
                <a:solidFill>
                  <a:schemeClr val="dk1"/>
                </a:solidFill>
              </a:defRPr>
            </a:lvl3pPr>
            <a:lvl4pPr lvl="3" algn="ctr" rtl="0">
              <a:lnSpc>
                <a:spcPct val="100000"/>
              </a:lnSpc>
              <a:spcBef>
                <a:spcPts val="0"/>
              </a:spcBef>
              <a:spcAft>
                <a:spcPts val="0"/>
              </a:spcAft>
              <a:buClr>
                <a:schemeClr val="dk1"/>
              </a:buClr>
              <a:buSzPts val="1600"/>
              <a:buNone/>
              <a:defRPr sz="1600">
                <a:solidFill>
                  <a:schemeClr val="dk1"/>
                </a:solidFill>
              </a:defRPr>
            </a:lvl4pPr>
            <a:lvl5pPr lvl="4" algn="ctr" rtl="0">
              <a:lnSpc>
                <a:spcPct val="100000"/>
              </a:lnSpc>
              <a:spcBef>
                <a:spcPts val="0"/>
              </a:spcBef>
              <a:spcAft>
                <a:spcPts val="0"/>
              </a:spcAft>
              <a:buClr>
                <a:schemeClr val="dk1"/>
              </a:buClr>
              <a:buSzPts val="1600"/>
              <a:buNone/>
              <a:defRPr sz="1600">
                <a:solidFill>
                  <a:schemeClr val="dk1"/>
                </a:solidFill>
              </a:defRPr>
            </a:lvl5pPr>
            <a:lvl6pPr lvl="5" algn="ctr" rtl="0">
              <a:lnSpc>
                <a:spcPct val="100000"/>
              </a:lnSpc>
              <a:spcBef>
                <a:spcPts val="0"/>
              </a:spcBef>
              <a:spcAft>
                <a:spcPts val="0"/>
              </a:spcAft>
              <a:buClr>
                <a:schemeClr val="dk1"/>
              </a:buClr>
              <a:buSzPts val="1600"/>
              <a:buNone/>
              <a:defRPr sz="1600">
                <a:solidFill>
                  <a:schemeClr val="dk1"/>
                </a:solidFill>
              </a:defRPr>
            </a:lvl6pPr>
            <a:lvl7pPr lvl="6" algn="ctr" rtl="0">
              <a:lnSpc>
                <a:spcPct val="100000"/>
              </a:lnSpc>
              <a:spcBef>
                <a:spcPts val="0"/>
              </a:spcBef>
              <a:spcAft>
                <a:spcPts val="0"/>
              </a:spcAft>
              <a:buClr>
                <a:schemeClr val="dk1"/>
              </a:buClr>
              <a:buSzPts val="1600"/>
              <a:buNone/>
              <a:defRPr sz="1600">
                <a:solidFill>
                  <a:schemeClr val="dk1"/>
                </a:solidFill>
              </a:defRPr>
            </a:lvl7pPr>
            <a:lvl8pPr lvl="7" algn="ctr" rtl="0">
              <a:lnSpc>
                <a:spcPct val="100000"/>
              </a:lnSpc>
              <a:spcBef>
                <a:spcPts val="0"/>
              </a:spcBef>
              <a:spcAft>
                <a:spcPts val="0"/>
              </a:spcAft>
              <a:buClr>
                <a:schemeClr val="dk1"/>
              </a:buClr>
              <a:buSzPts val="1600"/>
              <a:buNone/>
              <a:defRPr sz="1600">
                <a:solidFill>
                  <a:schemeClr val="dk1"/>
                </a:solidFill>
              </a:defRPr>
            </a:lvl8pPr>
            <a:lvl9pPr lvl="8" algn="ctr" rtl="0">
              <a:lnSpc>
                <a:spcPct val="100000"/>
              </a:lnSpc>
              <a:spcBef>
                <a:spcPts val="0"/>
              </a:spcBef>
              <a:spcAft>
                <a:spcPts val="0"/>
              </a:spcAft>
              <a:buClr>
                <a:schemeClr val="dk1"/>
              </a:buClr>
              <a:buSzPts val="1600"/>
              <a:buNone/>
              <a:defRPr sz="1600">
                <a:solidFill>
                  <a:schemeClr val="dk1"/>
                </a:solidFill>
              </a:defRPr>
            </a:lvl9pPr>
          </a:lstStyle>
          <a:p>
            <a:endParaRPr/>
          </a:p>
        </p:txBody>
      </p:sp>
      <p:grpSp>
        <p:nvGrpSpPr>
          <p:cNvPr id="11" name="Google Shape;11;p2"/>
          <p:cNvGrpSpPr/>
          <p:nvPr/>
        </p:nvGrpSpPr>
        <p:grpSpPr>
          <a:xfrm>
            <a:off x="185086" y="512195"/>
            <a:ext cx="295500" cy="278387"/>
            <a:chOff x="3522327" y="1976386"/>
            <a:chExt cx="510715" cy="481139"/>
          </a:xfrm>
        </p:grpSpPr>
        <p:sp>
          <p:nvSpPr>
            <p:cNvPr id="12" name="Google Shape;12;p2"/>
            <p:cNvSpPr/>
            <p:nvPr/>
          </p:nvSpPr>
          <p:spPr>
            <a:xfrm>
              <a:off x="3525644" y="1976386"/>
              <a:ext cx="504136" cy="481139"/>
            </a:xfrm>
            <a:custGeom>
              <a:avLst/>
              <a:gdLst/>
              <a:ahLst/>
              <a:cxnLst/>
              <a:rect l="l" t="t" r="r" b="b"/>
              <a:pathLst>
                <a:path w="35710" h="34081" extrusionOk="0">
                  <a:moveTo>
                    <a:pt x="11756" y="1414"/>
                  </a:moveTo>
                  <a:cubicBezTo>
                    <a:pt x="14265" y="1414"/>
                    <a:pt x="16670" y="2417"/>
                    <a:pt x="18438" y="4205"/>
                  </a:cubicBezTo>
                  <a:lnTo>
                    <a:pt x="30695" y="16539"/>
                  </a:lnTo>
                  <a:cubicBezTo>
                    <a:pt x="34377" y="20245"/>
                    <a:pt x="34358" y="26236"/>
                    <a:pt x="30652" y="29919"/>
                  </a:cubicBezTo>
                  <a:cubicBezTo>
                    <a:pt x="28891" y="31680"/>
                    <a:pt x="26502" y="32668"/>
                    <a:pt x="24014" y="32668"/>
                  </a:cubicBezTo>
                  <a:cubicBezTo>
                    <a:pt x="24005" y="32668"/>
                    <a:pt x="23995" y="32668"/>
                    <a:pt x="23985" y="32668"/>
                  </a:cubicBezTo>
                  <a:lnTo>
                    <a:pt x="23954" y="32668"/>
                  </a:lnTo>
                  <a:cubicBezTo>
                    <a:pt x="21441" y="32668"/>
                    <a:pt x="19036" y="31664"/>
                    <a:pt x="17272" y="29876"/>
                  </a:cubicBezTo>
                  <a:lnTo>
                    <a:pt x="5015" y="17543"/>
                  </a:lnTo>
                  <a:cubicBezTo>
                    <a:pt x="2321" y="14833"/>
                    <a:pt x="1522" y="10768"/>
                    <a:pt x="2989" y="7239"/>
                  </a:cubicBezTo>
                  <a:cubicBezTo>
                    <a:pt x="4456" y="3711"/>
                    <a:pt x="7903" y="1414"/>
                    <a:pt x="11725" y="1414"/>
                  </a:cubicBezTo>
                  <a:close/>
                  <a:moveTo>
                    <a:pt x="11725" y="1"/>
                  </a:moveTo>
                  <a:cubicBezTo>
                    <a:pt x="7335" y="1"/>
                    <a:pt x="3375" y="2645"/>
                    <a:pt x="1688" y="6699"/>
                  </a:cubicBezTo>
                  <a:cubicBezTo>
                    <a:pt x="1" y="10752"/>
                    <a:pt x="919" y="15423"/>
                    <a:pt x="4016" y="18539"/>
                  </a:cubicBezTo>
                  <a:lnTo>
                    <a:pt x="16272" y="30872"/>
                  </a:lnTo>
                  <a:cubicBezTo>
                    <a:pt x="18299" y="32926"/>
                    <a:pt x="21063" y="34080"/>
                    <a:pt x="23951" y="34080"/>
                  </a:cubicBezTo>
                  <a:lnTo>
                    <a:pt x="23985" y="34080"/>
                  </a:lnTo>
                  <a:cubicBezTo>
                    <a:pt x="28375" y="34080"/>
                    <a:pt x="32335" y="31440"/>
                    <a:pt x="34022" y="27387"/>
                  </a:cubicBezTo>
                  <a:cubicBezTo>
                    <a:pt x="35709" y="23329"/>
                    <a:pt x="34790" y="18658"/>
                    <a:pt x="31694" y="15547"/>
                  </a:cubicBezTo>
                  <a:lnTo>
                    <a:pt x="19438" y="3209"/>
                  </a:lnTo>
                  <a:cubicBezTo>
                    <a:pt x="17411" y="1159"/>
                    <a:pt x="14643" y="1"/>
                    <a:pt x="117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3669742" y="2113396"/>
              <a:ext cx="215941" cy="207146"/>
            </a:xfrm>
            <a:custGeom>
              <a:avLst/>
              <a:gdLst/>
              <a:ahLst/>
              <a:cxnLst/>
              <a:rect l="l" t="t" r="r" b="b"/>
              <a:pathLst>
                <a:path w="15296" h="14673" extrusionOk="0">
                  <a:moveTo>
                    <a:pt x="7661" y="0"/>
                  </a:moveTo>
                  <a:cubicBezTo>
                    <a:pt x="6856" y="0"/>
                    <a:pt x="6051" y="306"/>
                    <a:pt x="5436" y="920"/>
                  </a:cubicBezTo>
                  <a:lnTo>
                    <a:pt x="1240" y="5085"/>
                  </a:lnTo>
                  <a:cubicBezTo>
                    <a:pt x="4" y="6313"/>
                    <a:pt x="1" y="8312"/>
                    <a:pt x="1228" y="9548"/>
                  </a:cubicBezTo>
                  <a:lnTo>
                    <a:pt x="5394" y="13740"/>
                  </a:lnTo>
                  <a:cubicBezTo>
                    <a:pt x="6012" y="14362"/>
                    <a:pt x="6822" y="14673"/>
                    <a:pt x="7633" y="14673"/>
                  </a:cubicBezTo>
                  <a:cubicBezTo>
                    <a:pt x="8437" y="14673"/>
                    <a:pt x="9241" y="14367"/>
                    <a:pt x="9856" y="13756"/>
                  </a:cubicBezTo>
                  <a:lnTo>
                    <a:pt x="14052" y="9590"/>
                  </a:lnTo>
                  <a:cubicBezTo>
                    <a:pt x="15288" y="8359"/>
                    <a:pt x="15295" y="6363"/>
                    <a:pt x="14064" y="5124"/>
                  </a:cubicBezTo>
                  <a:lnTo>
                    <a:pt x="9899" y="931"/>
                  </a:lnTo>
                  <a:cubicBezTo>
                    <a:pt x="9282" y="311"/>
                    <a:pt x="8472" y="0"/>
                    <a:pt x="7661"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710838" y="2207701"/>
              <a:ext cx="35986" cy="26922"/>
            </a:xfrm>
            <a:custGeom>
              <a:avLst/>
              <a:gdLst/>
              <a:ahLst/>
              <a:cxnLst/>
              <a:rect l="l" t="t" r="r" b="b"/>
              <a:pathLst>
                <a:path w="2549" h="1907" extrusionOk="0">
                  <a:moveTo>
                    <a:pt x="1276" y="0"/>
                  </a:moveTo>
                  <a:cubicBezTo>
                    <a:pt x="1032" y="0"/>
                    <a:pt x="788" y="94"/>
                    <a:pt x="603" y="281"/>
                  </a:cubicBezTo>
                  <a:cubicBezTo>
                    <a:pt x="0" y="880"/>
                    <a:pt x="429" y="1906"/>
                    <a:pt x="1274" y="1906"/>
                  </a:cubicBezTo>
                  <a:cubicBezTo>
                    <a:pt x="2124" y="1906"/>
                    <a:pt x="2548" y="880"/>
                    <a:pt x="1950" y="281"/>
                  </a:cubicBezTo>
                  <a:cubicBezTo>
                    <a:pt x="1764" y="94"/>
                    <a:pt x="1520" y="0"/>
                    <a:pt x="12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763920" y="2154676"/>
              <a:ext cx="35986" cy="26922"/>
            </a:xfrm>
            <a:custGeom>
              <a:avLst/>
              <a:gdLst/>
              <a:ahLst/>
              <a:cxnLst/>
              <a:rect l="l" t="t" r="r" b="b"/>
              <a:pathLst>
                <a:path w="2549" h="1907" extrusionOk="0">
                  <a:moveTo>
                    <a:pt x="1272" y="0"/>
                  </a:moveTo>
                  <a:cubicBezTo>
                    <a:pt x="1028" y="0"/>
                    <a:pt x="784" y="94"/>
                    <a:pt x="599" y="281"/>
                  </a:cubicBezTo>
                  <a:cubicBezTo>
                    <a:pt x="0" y="879"/>
                    <a:pt x="425" y="1906"/>
                    <a:pt x="1274" y="1906"/>
                  </a:cubicBezTo>
                  <a:cubicBezTo>
                    <a:pt x="2120" y="1906"/>
                    <a:pt x="2548" y="879"/>
                    <a:pt x="1946" y="281"/>
                  </a:cubicBezTo>
                  <a:cubicBezTo>
                    <a:pt x="1761" y="94"/>
                    <a:pt x="1516" y="0"/>
                    <a:pt x="12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3760051" y="2252369"/>
              <a:ext cx="26880" cy="26894"/>
            </a:xfrm>
            <a:custGeom>
              <a:avLst/>
              <a:gdLst/>
              <a:ahLst/>
              <a:cxnLst/>
              <a:rect l="l" t="t" r="r" b="b"/>
              <a:pathLst>
                <a:path w="1904" h="1905" extrusionOk="0">
                  <a:moveTo>
                    <a:pt x="954" y="1"/>
                  </a:moveTo>
                  <a:cubicBezTo>
                    <a:pt x="425" y="1"/>
                    <a:pt x="0" y="426"/>
                    <a:pt x="0" y="954"/>
                  </a:cubicBezTo>
                  <a:cubicBezTo>
                    <a:pt x="0" y="1479"/>
                    <a:pt x="425" y="1904"/>
                    <a:pt x="954" y="1904"/>
                  </a:cubicBezTo>
                  <a:cubicBezTo>
                    <a:pt x="1479" y="1904"/>
                    <a:pt x="1903" y="1479"/>
                    <a:pt x="1903" y="954"/>
                  </a:cubicBezTo>
                  <a:cubicBezTo>
                    <a:pt x="1903" y="426"/>
                    <a:pt x="1479" y="1"/>
                    <a:pt x="9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3808545" y="2199301"/>
              <a:ext cx="35986" cy="26922"/>
            </a:xfrm>
            <a:custGeom>
              <a:avLst/>
              <a:gdLst/>
              <a:ahLst/>
              <a:cxnLst/>
              <a:rect l="l" t="t" r="r" b="b"/>
              <a:pathLst>
                <a:path w="2549" h="1907" extrusionOk="0">
                  <a:moveTo>
                    <a:pt x="1274" y="1"/>
                  </a:moveTo>
                  <a:cubicBezTo>
                    <a:pt x="1031" y="1"/>
                    <a:pt x="787" y="94"/>
                    <a:pt x="599" y="282"/>
                  </a:cubicBezTo>
                  <a:cubicBezTo>
                    <a:pt x="1" y="880"/>
                    <a:pt x="426" y="1907"/>
                    <a:pt x="1275" y="1907"/>
                  </a:cubicBezTo>
                  <a:cubicBezTo>
                    <a:pt x="2124" y="1907"/>
                    <a:pt x="2549" y="880"/>
                    <a:pt x="1947" y="282"/>
                  </a:cubicBezTo>
                  <a:cubicBezTo>
                    <a:pt x="1761" y="94"/>
                    <a:pt x="1518" y="1"/>
                    <a:pt x="12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3761844" y="1977191"/>
              <a:ext cx="271197" cy="256826"/>
            </a:xfrm>
            <a:custGeom>
              <a:avLst/>
              <a:gdLst/>
              <a:ahLst/>
              <a:cxnLst/>
              <a:rect l="l" t="t" r="r" b="b"/>
              <a:pathLst>
                <a:path w="19210" h="18192" extrusionOk="0">
                  <a:moveTo>
                    <a:pt x="7289" y="1407"/>
                  </a:moveTo>
                  <a:cubicBezTo>
                    <a:pt x="9737" y="1407"/>
                    <a:pt x="12173" y="2347"/>
                    <a:pt x="13998" y="4186"/>
                  </a:cubicBezTo>
                  <a:cubicBezTo>
                    <a:pt x="17102" y="7310"/>
                    <a:pt x="17604" y="12181"/>
                    <a:pt x="15307" y="15856"/>
                  </a:cubicBezTo>
                  <a:cubicBezTo>
                    <a:pt x="15191" y="15725"/>
                    <a:pt x="15079" y="15606"/>
                    <a:pt x="14960" y="15486"/>
                  </a:cubicBezTo>
                  <a:lnTo>
                    <a:pt x="2703" y="3152"/>
                  </a:lnTo>
                  <a:cubicBezTo>
                    <a:pt x="2587" y="3036"/>
                    <a:pt x="2467" y="2920"/>
                    <a:pt x="2336" y="2804"/>
                  </a:cubicBezTo>
                  <a:cubicBezTo>
                    <a:pt x="3856" y="1868"/>
                    <a:pt x="5576" y="1407"/>
                    <a:pt x="7289" y="1407"/>
                  </a:cubicBezTo>
                  <a:close/>
                  <a:moveTo>
                    <a:pt x="7290" y="0"/>
                  </a:moveTo>
                  <a:cubicBezTo>
                    <a:pt x="4991" y="0"/>
                    <a:pt x="2683" y="722"/>
                    <a:pt x="742" y="2191"/>
                  </a:cubicBezTo>
                  <a:lnTo>
                    <a:pt x="1" y="2750"/>
                  </a:lnTo>
                  <a:lnTo>
                    <a:pt x="738" y="3314"/>
                  </a:lnTo>
                  <a:cubicBezTo>
                    <a:pt x="1078" y="3569"/>
                    <a:pt x="1402" y="3851"/>
                    <a:pt x="1703" y="4152"/>
                  </a:cubicBezTo>
                  <a:lnTo>
                    <a:pt x="13964" y="16482"/>
                  </a:lnTo>
                  <a:cubicBezTo>
                    <a:pt x="14261" y="16787"/>
                    <a:pt x="14539" y="17111"/>
                    <a:pt x="14794" y="17455"/>
                  </a:cubicBezTo>
                  <a:lnTo>
                    <a:pt x="15350" y="18192"/>
                  </a:lnTo>
                  <a:lnTo>
                    <a:pt x="15913" y="17462"/>
                  </a:lnTo>
                  <a:cubicBezTo>
                    <a:pt x="19210" y="13166"/>
                    <a:pt x="18816" y="7032"/>
                    <a:pt x="15002" y="3194"/>
                  </a:cubicBezTo>
                  <a:cubicBezTo>
                    <a:pt x="12903" y="1081"/>
                    <a:pt x="10103" y="0"/>
                    <a:pt x="72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522327" y="2199894"/>
              <a:ext cx="271141" cy="256924"/>
            </a:xfrm>
            <a:custGeom>
              <a:avLst/>
              <a:gdLst/>
              <a:ahLst/>
              <a:cxnLst/>
              <a:rect l="l" t="t" r="r" b="b"/>
              <a:pathLst>
                <a:path w="19206" h="18199" extrusionOk="0">
                  <a:moveTo>
                    <a:pt x="3903" y="2336"/>
                  </a:moveTo>
                  <a:cubicBezTo>
                    <a:pt x="4019" y="2467"/>
                    <a:pt x="4131" y="2591"/>
                    <a:pt x="4251" y="2707"/>
                  </a:cubicBezTo>
                  <a:lnTo>
                    <a:pt x="16507" y="15044"/>
                  </a:lnTo>
                  <a:cubicBezTo>
                    <a:pt x="16623" y="15160"/>
                    <a:pt x="16743" y="15272"/>
                    <a:pt x="16870" y="15392"/>
                  </a:cubicBezTo>
                  <a:cubicBezTo>
                    <a:pt x="15353" y="16326"/>
                    <a:pt x="13635" y="16786"/>
                    <a:pt x="11923" y="16786"/>
                  </a:cubicBezTo>
                  <a:cubicBezTo>
                    <a:pt x="9475" y="16786"/>
                    <a:pt x="7038" y="15846"/>
                    <a:pt x="5212" y="14006"/>
                  </a:cubicBezTo>
                  <a:cubicBezTo>
                    <a:pt x="2104" y="10883"/>
                    <a:pt x="1606" y="6011"/>
                    <a:pt x="3903" y="2340"/>
                  </a:cubicBezTo>
                  <a:lnTo>
                    <a:pt x="3903" y="2336"/>
                  </a:lnTo>
                  <a:close/>
                  <a:moveTo>
                    <a:pt x="3861" y="0"/>
                  </a:moveTo>
                  <a:lnTo>
                    <a:pt x="3297" y="738"/>
                  </a:lnTo>
                  <a:cubicBezTo>
                    <a:pt x="0" y="5030"/>
                    <a:pt x="394" y="11165"/>
                    <a:pt x="4208" y="15006"/>
                  </a:cubicBezTo>
                  <a:cubicBezTo>
                    <a:pt x="6247" y="17052"/>
                    <a:pt x="9020" y="18198"/>
                    <a:pt x="11907" y="18198"/>
                  </a:cubicBezTo>
                  <a:cubicBezTo>
                    <a:pt x="11911" y="18198"/>
                    <a:pt x="11916" y="18198"/>
                    <a:pt x="11921" y="18198"/>
                  </a:cubicBezTo>
                  <a:cubicBezTo>
                    <a:pt x="14284" y="18198"/>
                    <a:pt x="16584" y="17430"/>
                    <a:pt x="18468" y="16006"/>
                  </a:cubicBezTo>
                  <a:lnTo>
                    <a:pt x="19206" y="15446"/>
                  </a:lnTo>
                  <a:lnTo>
                    <a:pt x="18472" y="14882"/>
                  </a:lnTo>
                  <a:cubicBezTo>
                    <a:pt x="18132" y="14624"/>
                    <a:pt x="17808" y="14346"/>
                    <a:pt x="17507" y="14044"/>
                  </a:cubicBezTo>
                  <a:lnTo>
                    <a:pt x="5250" y="1711"/>
                  </a:lnTo>
                  <a:cubicBezTo>
                    <a:pt x="4953" y="1406"/>
                    <a:pt x="4675" y="1081"/>
                    <a:pt x="4420" y="742"/>
                  </a:cubicBezTo>
                  <a:lnTo>
                    <a:pt x="38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898327" y="111267"/>
            <a:ext cx="295504" cy="248969"/>
            <a:chOff x="4264060" y="1424745"/>
            <a:chExt cx="543905" cy="458254"/>
          </a:xfrm>
        </p:grpSpPr>
        <p:sp>
          <p:nvSpPr>
            <p:cNvPr id="21" name="Google Shape;21;p2"/>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 name="Google Shape;23;p2"/>
          <p:cNvSpPr/>
          <p:nvPr/>
        </p:nvSpPr>
        <p:spPr>
          <a:xfrm>
            <a:off x="232700" y="10913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30350" y="11127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0026" y="526923"/>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614826" y="478459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514625" y="453935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235575" y="493335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 name="Google Shape;29;p2"/>
          <p:cNvGrpSpPr/>
          <p:nvPr/>
        </p:nvGrpSpPr>
        <p:grpSpPr>
          <a:xfrm rot="1175188">
            <a:off x="8759830" y="3933531"/>
            <a:ext cx="171897" cy="398361"/>
            <a:chOff x="3789373" y="1135858"/>
            <a:chExt cx="273103" cy="632902"/>
          </a:xfrm>
        </p:grpSpPr>
        <p:sp>
          <p:nvSpPr>
            <p:cNvPr id="30" name="Google Shape;30;p2"/>
            <p:cNvSpPr/>
            <p:nvPr/>
          </p:nvSpPr>
          <p:spPr>
            <a:xfrm>
              <a:off x="3864846" y="1452274"/>
              <a:ext cx="187664" cy="302157"/>
            </a:xfrm>
            <a:custGeom>
              <a:avLst/>
              <a:gdLst/>
              <a:ahLst/>
              <a:cxnLst/>
              <a:rect l="l" t="t" r="r" b="b"/>
              <a:pathLst>
                <a:path w="13293" h="21403" extrusionOk="0">
                  <a:moveTo>
                    <a:pt x="5" y="0"/>
                  </a:moveTo>
                  <a:lnTo>
                    <a:pt x="5" y="12740"/>
                  </a:lnTo>
                  <a:cubicBezTo>
                    <a:pt x="1" y="16797"/>
                    <a:pt x="2726" y="20349"/>
                    <a:pt x="6644" y="21402"/>
                  </a:cubicBezTo>
                  <a:cubicBezTo>
                    <a:pt x="10563" y="20352"/>
                    <a:pt x="13292" y="16797"/>
                    <a:pt x="13288" y="12740"/>
                  </a:cubicBezTo>
                  <a:lnTo>
                    <a:pt x="13288"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789373" y="1135858"/>
              <a:ext cx="273047" cy="326397"/>
            </a:xfrm>
            <a:custGeom>
              <a:avLst/>
              <a:gdLst/>
              <a:ahLst/>
              <a:cxnLst/>
              <a:rect l="l" t="t" r="r" b="b"/>
              <a:pathLst>
                <a:path w="19341" h="23120" extrusionOk="0">
                  <a:moveTo>
                    <a:pt x="9721" y="1413"/>
                  </a:moveTo>
                  <a:cubicBezTo>
                    <a:pt x="14249" y="1413"/>
                    <a:pt x="17928" y="5096"/>
                    <a:pt x="17928" y="9620"/>
                  </a:cubicBezTo>
                  <a:lnTo>
                    <a:pt x="17928" y="21707"/>
                  </a:lnTo>
                  <a:lnTo>
                    <a:pt x="1409" y="21707"/>
                  </a:lnTo>
                  <a:lnTo>
                    <a:pt x="1409" y="9620"/>
                  </a:lnTo>
                  <a:cubicBezTo>
                    <a:pt x="1409" y="5096"/>
                    <a:pt x="5092" y="1413"/>
                    <a:pt x="9620" y="1413"/>
                  </a:cubicBezTo>
                  <a:close/>
                  <a:moveTo>
                    <a:pt x="9620" y="0"/>
                  </a:moveTo>
                  <a:cubicBezTo>
                    <a:pt x="4316" y="0"/>
                    <a:pt x="0" y="4316"/>
                    <a:pt x="0" y="9620"/>
                  </a:cubicBezTo>
                  <a:lnTo>
                    <a:pt x="0" y="23120"/>
                  </a:lnTo>
                  <a:lnTo>
                    <a:pt x="19341" y="23120"/>
                  </a:lnTo>
                  <a:lnTo>
                    <a:pt x="19341" y="9620"/>
                  </a:lnTo>
                  <a:cubicBezTo>
                    <a:pt x="19341" y="4316"/>
                    <a:pt x="15025" y="0"/>
                    <a:pt x="9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789373" y="1442307"/>
              <a:ext cx="273103" cy="326453"/>
            </a:xfrm>
            <a:custGeom>
              <a:avLst/>
              <a:gdLst/>
              <a:ahLst/>
              <a:cxnLst/>
              <a:rect l="l" t="t" r="r" b="b"/>
              <a:pathLst>
                <a:path w="19345" h="23124" extrusionOk="0">
                  <a:moveTo>
                    <a:pt x="17928" y="1413"/>
                  </a:moveTo>
                  <a:lnTo>
                    <a:pt x="17928" y="13446"/>
                  </a:lnTo>
                  <a:cubicBezTo>
                    <a:pt x="17932" y="18006"/>
                    <a:pt x="14233" y="21707"/>
                    <a:pt x="9674" y="21707"/>
                  </a:cubicBezTo>
                  <a:cubicBezTo>
                    <a:pt x="9671" y="21707"/>
                    <a:pt x="9669" y="21707"/>
                    <a:pt x="9667" y="21707"/>
                  </a:cubicBezTo>
                  <a:cubicBezTo>
                    <a:pt x="5115" y="21707"/>
                    <a:pt x="1413" y="18001"/>
                    <a:pt x="1413" y="13446"/>
                  </a:cubicBezTo>
                  <a:lnTo>
                    <a:pt x="1413" y="1413"/>
                  </a:lnTo>
                  <a:close/>
                  <a:moveTo>
                    <a:pt x="0" y="0"/>
                  </a:moveTo>
                  <a:lnTo>
                    <a:pt x="0" y="13446"/>
                  </a:lnTo>
                  <a:cubicBezTo>
                    <a:pt x="0" y="18781"/>
                    <a:pt x="4335" y="23124"/>
                    <a:pt x="9667" y="23124"/>
                  </a:cubicBezTo>
                  <a:cubicBezTo>
                    <a:pt x="15013" y="23124"/>
                    <a:pt x="19345" y="18789"/>
                    <a:pt x="19341" y="13446"/>
                  </a:cubicBezTo>
                  <a:lnTo>
                    <a:pt x="193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 name="Google Shape;33;p2"/>
          <p:cNvSpPr/>
          <p:nvPr/>
        </p:nvSpPr>
        <p:spPr>
          <a:xfrm>
            <a:off x="8428884" y="-369713"/>
            <a:ext cx="1087378" cy="1096617"/>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353166" y="4397050"/>
            <a:ext cx="1087378" cy="1096617"/>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3"/>
          <p:cNvSpPr txBox="1">
            <a:spLocks noGrp="1"/>
          </p:cNvSpPr>
          <p:nvPr>
            <p:ph type="title"/>
          </p:nvPr>
        </p:nvSpPr>
        <p:spPr>
          <a:xfrm>
            <a:off x="4457100" y="2856663"/>
            <a:ext cx="3623100" cy="6891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800" b="1">
                <a:solidFill>
                  <a:schemeClr val="accent1"/>
                </a:solidFill>
                <a:latin typeface="Work Sans"/>
                <a:ea typeface="Work Sans"/>
                <a:cs typeface="Work Sans"/>
                <a:sym typeface="Work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7" name="Google Shape;37;p3"/>
          <p:cNvSpPr txBox="1">
            <a:spLocks noGrp="1"/>
          </p:cNvSpPr>
          <p:nvPr>
            <p:ph type="title" idx="2" hasCustomPrompt="1"/>
          </p:nvPr>
        </p:nvSpPr>
        <p:spPr>
          <a:xfrm>
            <a:off x="5400750" y="1722288"/>
            <a:ext cx="1735800" cy="689100"/>
          </a:xfrm>
          <a:prstGeom prst="rect">
            <a:avLst/>
          </a:prstGeom>
        </p:spPr>
        <p:txBody>
          <a:bodyPr spcFirstLastPara="1" wrap="square" lIns="91425" tIns="91425" rIns="91425" bIns="91425" anchor="ctr" anchorCtr="0">
            <a:noAutofit/>
          </a:bodyPr>
          <a:lstStyle>
            <a:lvl1pPr lvl="0" rtl="0">
              <a:spcBef>
                <a:spcPts val="0"/>
              </a:spcBef>
              <a:spcAft>
                <a:spcPts val="0"/>
              </a:spcAft>
              <a:buSzPts val="7200"/>
              <a:buNone/>
              <a:defRPr sz="6000" b="1">
                <a:solidFill>
                  <a:schemeClr val="accent1"/>
                </a:solidFill>
                <a:latin typeface="Work Sans"/>
                <a:ea typeface="Work Sans"/>
                <a:cs typeface="Work Sans"/>
                <a:sym typeface="Work Sans"/>
              </a:defRPr>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r>
              <a:t>xx%</a:t>
            </a:r>
          </a:p>
        </p:txBody>
      </p:sp>
      <p:sp>
        <p:nvSpPr>
          <p:cNvPr id="38" name="Google Shape;38;p3"/>
          <p:cNvSpPr txBox="1">
            <a:spLocks noGrp="1"/>
          </p:cNvSpPr>
          <p:nvPr>
            <p:ph type="subTitle" idx="1"/>
          </p:nvPr>
        </p:nvSpPr>
        <p:spPr>
          <a:xfrm>
            <a:off x="4457100" y="3545763"/>
            <a:ext cx="3623100" cy="55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dk1"/>
              </a:buClr>
              <a:buSzPts val="1600"/>
              <a:buFont typeface="Anaheim"/>
              <a:buNone/>
              <a:defRPr sz="1600">
                <a:solidFill>
                  <a:schemeClr val="lt1"/>
                </a:solidFill>
                <a:latin typeface="Barlow" panose="00000500000000000000"/>
                <a:ea typeface="Barlow" panose="00000500000000000000"/>
                <a:cs typeface="Barlow" panose="00000500000000000000"/>
                <a:sym typeface="Barlow" panose="00000500000000000000"/>
              </a:defRPr>
            </a:lvl1pPr>
            <a:lvl2pPr lvl="1" algn="ctr" rtl="0">
              <a:lnSpc>
                <a:spcPct val="100000"/>
              </a:lnSpc>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2pPr>
            <a:lvl3pPr lvl="2" algn="ctr" rtl="0">
              <a:lnSpc>
                <a:spcPct val="100000"/>
              </a:lnSpc>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3pPr>
            <a:lvl4pPr lvl="3" algn="ctr" rtl="0">
              <a:lnSpc>
                <a:spcPct val="100000"/>
              </a:lnSpc>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4pPr>
            <a:lvl5pPr lvl="4" algn="ctr" rtl="0">
              <a:lnSpc>
                <a:spcPct val="100000"/>
              </a:lnSpc>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5pPr>
            <a:lvl6pPr lvl="5" algn="ctr" rtl="0">
              <a:lnSpc>
                <a:spcPct val="100000"/>
              </a:lnSpc>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6pPr>
            <a:lvl7pPr lvl="6" algn="ctr" rtl="0">
              <a:lnSpc>
                <a:spcPct val="100000"/>
              </a:lnSpc>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7pPr>
            <a:lvl8pPr lvl="7" algn="ctr" rtl="0">
              <a:lnSpc>
                <a:spcPct val="100000"/>
              </a:lnSpc>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8pPr>
            <a:lvl9pPr lvl="8" algn="ctr" rtl="0">
              <a:lnSpc>
                <a:spcPct val="100000"/>
              </a:lnSpc>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3"/>
        <p:cNvGrpSpPr/>
        <p:nvPr/>
      </p:nvGrpSpPr>
      <p:grpSpPr>
        <a:xfrm>
          <a:off x="0" y="0"/>
          <a:ext cx="0" cy="0"/>
          <a:chOff x="0" y="0"/>
          <a:chExt cx="0" cy="0"/>
        </a:xfrm>
      </p:grpSpPr>
      <p:grpSp>
        <p:nvGrpSpPr>
          <p:cNvPr id="84" name="Google Shape;84;p5"/>
          <p:cNvGrpSpPr/>
          <p:nvPr/>
        </p:nvGrpSpPr>
        <p:grpSpPr>
          <a:xfrm rot="10800000" flipH="1">
            <a:off x="185086" y="4354235"/>
            <a:ext cx="295500" cy="278387"/>
            <a:chOff x="3522327" y="1976386"/>
            <a:chExt cx="510715" cy="481139"/>
          </a:xfrm>
        </p:grpSpPr>
        <p:sp>
          <p:nvSpPr>
            <p:cNvPr id="85" name="Google Shape;85;p5"/>
            <p:cNvSpPr/>
            <p:nvPr/>
          </p:nvSpPr>
          <p:spPr>
            <a:xfrm>
              <a:off x="3525644" y="1976386"/>
              <a:ext cx="504136" cy="481139"/>
            </a:xfrm>
            <a:custGeom>
              <a:avLst/>
              <a:gdLst/>
              <a:ahLst/>
              <a:cxnLst/>
              <a:rect l="l" t="t" r="r" b="b"/>
              <a:pathLst>
                <a:path w="35710" h="34081" extrusionOk="0">
                  <a:moveTo>
                    <a:pt x="11756" y="1414"/>
                  </a:moveTo>
                  <a:cubicBezTo>
                    <a:pt x="14265" y="1414"/>
                    <a:pt x="16670" y="2417"/>
                    <a:pt x="18438" y="4205"/>
                  </a:cubicBezTo>
                  <a:lnTo>
                    <a:pt x="30695" y="16539"/>
                  </a:lnTo>
                  <a:cubicBezTo>
                    <a:pt x="34377" y="20245"/>
                    <a:pt x="34358" y="26236"/>
                    <a:pt x="30652" y="29919"/>
                  </a:cubicBezTo>
                  <a:cubicBezTo>
                    <a:pt x="28891" y="31680"/>
                    <a:pt x="26502" y="32668"/>
                    <a:pt x="24014" y="32668"/>
                  </a:cubicBezTo>
                  <a:cubicBezTo>
                    <a:pt x="24005" y="32668"/>
                    <a:pt x="23995" y="32668"/>
                    <a:pt x="23985" y="32668"/>
                  </a:cubicBezTo>
                  <a:lnTo>
                    <a:pt x="23954" y="32668"/>
                  </a:lnTo>
                  <a:cubicBezTo>
                    <a:pt x="21441" y="32668"/>
                    <a:pt x="19036" y="31664"/>
                    <a:pt x="17272" y="29876"/>
                  </a:cubicBezTo>
                  <a:lnTo>
                    <a:pt x="5015" y="17543"/>
                  </a:lnTo>
                  <a:cubicBezTo>
                    <a:pt x="2321" y="14833"/>
                    <a:pt x="1522" y="10768"/>
                    <a:pt x="2989" y="7239"/>
                  </a:cubicBezTo>
                  <a:cubicBezTo>
                    <a:pt x="4456" y="3711"/>
                    <a:pt x="7903" y="1414"/>
                    <a:pt x="11725" y="1414"/>
                  </a:cubicBezTo>
                  <a:close/>
                  <a:moveTo>
                    <a:pt x="11725" y="1"/>
                  </a:moveTo>
                  <a:cubicBezTo>
                    <a:pt x="7335" y="1"/>
                    <a:pt x="3375" y="2645"/>
                    <a:pt x="1688" y="6699"/>
                  </a:cubicBezTo>
                  <a:cubicBezTo>
                    <a:pt x="1" y="10752"/>
                    <a:pt x="919" y="15423"/>
                    <a:pt x="4016" y="18539"/>
                  </a:cubicBezTo>
                  <a:lnTo>
                    <a:pt x="16272" y="30872"/>
                  </a:lnTo>
                  <a:cubicBezTo>
                    <a:pt x="18299" y="32926"/>
                    <a:pt x="21063" y="34080"/>
                    <a:pt x="23951" y="34080"/>
                  </a:cubicBezTo>
                  <a:lnTo>
                    <a:pt x="23985" y="34080"/>
                  </a:lnTo>
                  <a:cubicBezTo>
                    <a:pt x="28375" y="34080"/>
                    <a:pt x="32335" y="31440"/>
                    <a:pt x="34022" y="27387"/>
                  </a:cubicBezTo>
                  <a:cubicBezTo>
                    <a:pt x="35709" y="23329"/>
                    <a:pt x="34790" y="18658"/>
                    <a:pt x="31694" y="15547"/>
                  </a:cubicBezTo>
                  <a:lnTo>
                    <a:pt x="19438" y="3209"/>
                  </a:lnTo>
                  <a:cubicBezTo>
                    <a:pt x="17411" y="1159"/>
                    <a:pt x="14643" y="1"/>
                    <a:pt x="117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3669742" y="2113396"/>
              <a:ext cx="215941" cy="207146"/>
            </a:xfrm>
            <a:custGeom>
              <a:avLst/>
              <a:gdLst/>
              <a:ahLst/>
              <a:cxnLst/>
              <a:rect l="l" t="t" r="r" b="b"/>
              <a:pathLst>
                <a:path w="15296" h="14673" extrusionOk="0">
                  <a:moveTo>
                    <a:pt x="7661" y="0"/>
                  </a:moveTo>
                  <a:cubicBezTo>
                    <a:pt x="6856" y="0"/>
                    <a:pt x="6051" y="306"/>
                    <a:pt x="5436" y="920"/>
                  </a:cubicBezTo>
                  <a:lnTo>
                    <a:pt x="1240" y="5085"/>
                  </a:lnTo>
                  <a:cubicBezTo>
                    <a:pt x="4" y="6313"/>
                    <a:pt x="1" y="8312"/>
                    <a:pt x="1228" y="9548"/>
                  </a:cubicBezTo>
                  <a:lnTo>
                    <a:pt x="5394" y="13740"/>
                  </a:lnTo>
                  <a:cubicBezTo>
                    <a:pt x="6012" y="14362"/>
                    <a:pt x="6822" y="14673"/>
                    <a:pt x="7633" y="14673"/>
                  </a:cubicBezTo>
                  <a:cubicBezTo>
                    <a:pt x="8437" y="14673"/>
                    <a:pt x="9241" y="14367"/>
                    <a:pt x="9856" y="13756"/>
                  </a:cubicBezTo>
                  <a:lnTo>
                    <a:pt x="14052" y="9590"/>
                  </a:lnTo>
                  <a:cubicBezTo>
                    <a:pt x="15288" y="8359"/>
                    <a:pt x="15295" y="6363"/>
                    <a:pt x="14064" y="5124"/>
                  </a:cubicBezTo>
                  <a:lnTo>
                    <a:pt x="9899" y="931"/>
                  </a:lnTo>
                  <a:cubicBezTo>
                    <a:pt x="9282" y="311"/>
                    <a:pt x="8472" y="0"/>
                    <a:pt x="7661"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3710838" y="2207701"/>
              <a:ext cx="35986" cy="26922"/>
            </a:xfrm>
            <a:custGeom>
              <a:avLst/>
              <a:gdLst/>
              <a:ahLst/>
              <a:cxnLst/>
              <a:rect l="l" t="t" r="r" b="b"/>
              <a:pathLst>
                <a:path w="2549" h="1907" extrusionOk="0">
                  <a:moveTo>
                    <a:pt x="1276" y="0"/>
                  </a:moveTo>
                  <a:cubicBezTo>
                    <a:pt x="1032" y="0"/>
                    <a:pt x="788" y="94"/>
                    <a:pt x="603" y="281"/>
                  </a:cubicBezTo>
                  <a:cubicBezTo>
                    <a:pt x="0" y="880"/>
                    <a:pt x="429" y="1906"/>
                    <a:pt x="1274" y="1906"/>
                  </a:cubicBezTo>
                  <a:cubicBezTo>
                    <a:pt x="2124" y="1906"/>
                    <a:pt x="2548" y="880"/>
                    <a:pt x="1950" y="281"/>
                  </a:cubicBezTo>
                  <a:cubicBezTo>
                    <a:pt x="1764" y="94"/>
                    <a:pt x="1520" y="0"/>
                    <a:pt x="12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3763920" y="2154676"/>
              <a:ext cx="35986" cy="26922"/>
            </a:xfrm>
            <a:custGeom>
              <a:avLst/>
              <a:gdLst/>
              <a:ahLst/>
              <a:cxnLst/>
              <a:rect l="l" t="t" r="r" b="b"/>
              <a:pathLst>
                <a:path w="2549" h="1907" extrusionOk="0">
                  <a:moveTo>
                    <a:pt x="1272" y="0"/>
                  </a:moveTo>
                  <a:cubicBezTo>
                    <a:pt x="1028" y="0"/>
                    <a:pt x="784" y="94"/>
                    <a:pt x="599" y="281"/>
                  </a:cubicBezTo>
                  <a:cubicBezTo>
                    <a:pt x="0" y="879"/>
                    <a:pt x="425" y="1906"/>
                    <a:pt x="1274" y="1906"/>
                  </a:cubicBezTo>
                  <a:cubicBezTo>
                    <a:pt x="2120" y="1906"/>
                    <a:pt x="2548" y="879"/>
                    <a:pt x="1946" y="281"/>
                  </a:cubicBezTo>
                  <a:cubicBezTo>
                    <a:pt x="1761" y="94"/>
                    <a:pt x="1516" y="0"/>
                    <a:pt x="12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3760051" y="2252369"/>
              <a:ext cx="26880" cy="26894"/>
            </a:xfrm>
            <a:custGeom>
              <a:avLst/>
              <a:gdLst/>
              <a:ahLst/>
              <a:cxnLst/>
              <a:rect l="l" t="t" r="r" b="b"/>
              <a:pathLst>
                <a:path w="1904" h="1905" extrusionOk="0">
                  <a:moveTo>
                    <a:pt x="954" y="1"/>
                  </a:moveTo>
                  <a:cubicBezTo>
                    <a:pt x="425" y="1"/>
                    <a:pt x="0" y="426"/>
                    <a:pt x="0" y="954"/>
                  </a:cubicBezTo>
                  <a:cubicBezTo>
                    <a:pt x="0" y="1479"/>
                    <a:pt x="425" y="1904"/>
                    <a:pt x="954" y="1904"/>
                  </a:cubicBezTo>
                  <a:cubicBezTo>
                    <a:pt x="1479" y="1904"/>
                    <a:pt x="1903" y="1479"/>
                    <a:pt x="1903" y="954"/>
                  </a:cubicBezTo>
                  <a:cubicBezTo>
                    <a:pt x="1903" y="426"/>
                    <a:pt x="1479" y="1"/>
                    <a:pt x="9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3808545" y="2199301"/>
              <a:ext cx="35986" cy="26922"/>
            </a:xfrm>
            <a:custGeom>
              <a:avLst/>
              <a:gdLst/>
              <a:ahLst/>
              <a:cxnLst/>
              <a:rect l="l" t="t" r="r" b="b"/>
              <a:pathLst>
                <a:path w="2549" h="1907" extrusionOk="0">
                  <a:moveTo>
                    <a:pt x="1274" y="1"/>
                  </a:moveTo>
                  <a:cubicBezTo>
                    <a:pt x="1031" y="1"/>
                    <a:pt x="787" y="94"/>
                    <a:pt x="599" y="282"/>
                  </a:cubicBezTo>
                  <a:cubicBezTo>
                    <a:pt x="1" y="880"/>
                    <a:pt x="426" y="1907"/>
                    <a:pt x="1275" y="1907"/>
                  </a:cubicBezTo>
                  <a:cubicBezTo>
                    <a:pt x="2124" y="1907"/>
                    <a:pt x="2549" y="880"/>
                    <a:pt x="1947" y="282"/>
                  </a:cubicBezTo>
                  <a:cubicBezTo>
                    <a:pt x="1761" y="94"/>
                    <a:pt x="1518" y="1"/>
                    <a:pt x="12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3761844" y="1977191"/>
              <a:ext cx="271197" cy="256826"/>
            </a:xfrm>
            <a:custGeom>
              <a:avLst/>
              <a:gdLst/>
              <a:ahLst/>
              <a:cxnLst/>
              <a:rect l="l" t="t" r="r" b="b"/>
              <a:pathLst>
                <a:path w="19210" h="18192" extrusionOk="0">
                  <a:moveTo>
                    <a:pt x="7289" y="1407"/>
                  </a:moveTo>
                  <a:cubicBezTo>
                    <a:pt x="9737" y="1407"/>
                    <a:pt x="12173" y="2347"/>
                    <a:pt x="13998" y="4186"/>
                  </a:cubicBezTo>
                  <a:cubicBezTo>
                    <a:pt x="17102" y="7310"/>
                    <a:pt x="17604" y="12181"/>
                    <a:pt x="15307" y="15856"/>
                  </a:cubicBezTo>
                  <a:cubicBezTo>
                    <a:pt x="15191" y="15725"/>
                    <a:pt x="15079" y="15606"/>
                    <a:pt x="14960" y="15486"/>
                  </a:cubicBezTo>
                  <a:lnTo>
                    <a:pt x="2703" y="3152"/>
                  </a:lnTo>
                  <a:cubicBezTo>
                    <a:pt x="2587" y="3036"/>
                    <a:pt x="2467" y="2920"/>
                    <a:pt x="2336" y="2804"/>
                  </a:cubicBezTo>
                  <a:cubicBezTo>
                    <a:pt x="3856" y="1868"/>
                    <a:pt x="5576" y="1407"/>
                    <a:pt x="7289" y="1407"/>
                  </a:cubicBezTo>
                  <a:close/>
                  <a:moveTo>
                    <a:pt x="7290" y="0"/>
                  </a:moveTo>
                  <a:cubicBezTo>
                    <a:pt x="4991" y="0"/>
                    <a:pt x="2683" y="722"/>
                    <a:pt x="742" y="2191"/>
                  </a:cubicBezTo>
                  <a:lnTo>
                    <a:pt x="1" y="2750"/>
                  </a:lnTo>
                  <a:lnTo>
                    <a:pt x="738" y="3314"/>
                  </a:lnTo>
                  <a:cubicBezTo>
                    <a:pt x="1078" y="3569"/>
                    <a:pt x="1402" y="3851"/>
                    <a:pt x="1703" y="4152"/>
                  </a:cubicBezTo>
                  <a:lnTo>
                    <a:pt x="13964" y="16482"/>
                  </a:lnTo>
                  <a:cubicBezTo>
                    <a:pt x="14261" y="16787"/>
                    <a:pt x="14539" y="17111"/>
                    <a:pt x="14794" y="17455"/>
                  </a:cubicBezTo>
                  <a:lnTo>
                    <a:pt x="15350" y="18192"/>
                  </a:lnTo>
                  <a:lnTo>
                    <a:pt x="15913" y="17462"/>
                  </a:lnTo>
                  <a:cubicBezTo>
                    <a:pt x="19210" y="13166"/>
                    <a:pt x="18816" y="7032"/>
                    <a:pt x="15002" y="3194"/>
                  </a:cubicBezTo>
                  <a:cubicBezTo>
                    <a:pt x="12903" y="1081"/>
                    <a:pt x="10103" y="0"/>
                    <a:pt x="72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3522327" y="2199894"/>
              <a:ext cx="271141" cy="256924"/>
            </a:xfrm>
            <a:custGeom>
              <a:avLst/>
              <a:gdLst/>
              <a:ahLst/>
              <a:cxnLst/>
              <a:rect l="l" t="t" r="r" b="b"/>
              <a:pathLst>
                <a:path w="19206" h="18199" extrusionOk="0">
                  <a:moveTo>
                    <a:pt x="3903" y="2336"/>
                  </a:moveTo>
                  <a:cubicBezTo>
                    <a:pt x="4019" y="2467"/>
                    <a:pt x="4131" y="2591"/>
                    <a:pt x="4251" y="2707"/>
                  </a:cubicBezTo>
                  <a:lnTo>
                    <a:pt x="16507" y="15044"/>
                  </a:lnTo>
                  <a:cubicBezTo>
                    <a:pt x="16623" y="15160"/>
                    <a:pt x="16743" y="15272"/>
                    <a:pt x="16870" y="15392"/>
                  </a:cubicBezTo>
                  <a:cubicBezTo>
                    <a:pt x="15353" y="16326"/>
                    <a:pt x="13635" y="16786"/>
                    <a:pt x="11923" y="16786"/>
                  </a:cubicBezTo>
                  <a:cubicBezTo>
                    <a:pt x="9475" y="16786"/>
                    <a:pt x="7038" y="15846"/>
                    <a:pt x="5212" y="14006"/>
                  </a:cubicBezTo>
                  <a:cubicBezTo>
                    <a:pt x="2104" y="10883"/>
                    <a:pt x="1606" y="6011"/>
                    <a:pt x="3903" y="2340"/>
                  </a:cubicBezTo>
                  <a:lnTo>
                    <a:pt x="3903" y="2336"/>
                  </a:lnTo>
                  <a:close/>
                  <a:moveTo>
                    <a:pt x="3861" y="0"/>
                  </a:moveTo>
                  <a:lnTo>
                    <a:pt x="3297" y="738"/>
                  </a:lnTo>
                  <a:cubicBezTo>
                    <a:pt x="0" y="5030"/>
                    <a:pt x="394" y="11165"/>
                    <a:pt x="4208" y="15006"/>
                  </a:cubicBezTo>
                  <a:cubicBezTo>
                    <a:pt x="6247" y="17052"/>
                    <a:pt x="9020" y="18198"/>
                    <a:pt x="11907" y="18198"/>
                  </a:cubicBezTo>
                  <a:cubicBezTo>
                    <a:pt x="11911" y="18198"/>
                    <a:pt x="11916" y="18198"/>
                    <a:pt x="11921" y="18198"/>
                  </a:cubicBezTo>
                  <a:cubicBezTo>
                    <a:pt x="14284" y="18198"/>
                    <a:pt x="16584" y="17430"/>
                    <a:pt x="18468" y="16006"/>
                  </a:cubicBezTo>
                  <a:lnTo>
                    <a:pt x="19206" y="15446"/>
                  </a:lnTo>
                  <a:lnTo>
                    <a:pt x="18472" y="14882"/>
                  </a:lnTo>
                  <a:cubicBezTo>
                    <a:pt x="18132" y="14624"/>
                    <a:pt x="17808" y="14346"/>
                    <a:pt x="17507" y="14044"/>
                  </a:cubicBezTo>
                  <a:lnTo>
                    <a:pt x="5250" y="1711"/>
                  </a:lnTo>
                  <a:cubicBezTo>
                    <a:pt x="4953" y="1406"/>
                    <a:pt x="4675" y="1081"/>
                    <a:pt x="4420" y="742"/>
                  </a:cubicBezTo>
                  <a:lnTo>
                    <a:pt x="38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 name="Google Shape;93;p5"/>
          <p:cNvGrpSpPr/>
          <p:nvPr/>
        </p:nvGrpSpPr>
        <p:grpSpPr>
          <a:xfrm>
            <a:off x="898327" y="4784581"/>
            <a:ext cx="295504" cy="248969"/>
            <a:chOff x="4264060" y="1424745"/>
            <a:chExt cx="543905" cy="458254"/>
          </a:xfrm>
        </p:grpSpPr>
        <p:sp>
          <p:nvSpPr>
            <p:cNvPr id="94" name="Google Shape;94;p5"/>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5"/>
          <p:cNvSpPr/>
          <p:nvPr/>
        </p:nvSpPr>
        <p:spPr>
          <a:xfrm rot="10800000" flipH="1">
            <a:off x="330350" y="4933342"/>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rot="10800000" flipH="1">
            <a:off x="8614826" y="111270"/>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rot="10800000" flipH="1">
            <a:off x="7989200" y="111267"/>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 name="Google Shape;99;p5"/>
          <p:cNvGrpSpPr/>
          <p:nvPr/>
        </p:nvGrpSpPr>
        <p:grpSpPr>
          <a:xfrm rot="9624812" flipH="1">
            <a:off x="8759830" y="812925"/>
            <a:ext cx="171897" cy="398361"/>
            <a:chOff x="3789373" y="1135858"/>
            <a:chExt cx="273103" cy="632902"/>
          </a:xfrm>
        </p:grpSpPr>
        <p:sp>
          <p:nvSpPr>
            <p:cNvPr id="100" name="Google Shape;100;p5"/>
            <p:cNvSpPr/>
            <p:nvPr/>
          </p:nvSpPr>
          <p:spPr>
            <a:xfrm>
              <a:off x="3864846" y="1452274"/>
              <a:ext cx="187664" cy="302157"/>
            </a:xfrm>
            <a:custGeom>
              <a:avLst/>
              <a:gdLst/>
              <a:ahLst/>
              <a:cxnLst/>
              <a:rect l="l" t="t" r="r" b="b"/>
              <a:pathLst>
                <a:path w="13293" h="21403" extrusionOk="0">
                  <a:moveTo>
                    <a:pt x="5" y="0"/>
                  </a:moveTo>
                  <a:lnTo>
                    <a:pt x="5" y="12740"/>
                  </a:lnTo>
                  <a:cubicBezTo>
                    <a:pt x="1" y="16797"/>
                    <a:pt x="2726" y="20349"/>
                    <a:pt x="6644" y="21402"/>
                  </a:cubicBezTo>
                  <a:cubicBezTo>
                    <a:pt x="10563" y="20352"/>
                    <a:pt x="13292" y="16797"/>
                    <a:pt x="13288" y="12740"/>
                  </a:cubicBezTo>
                  <a:lnTo>
                    <a:pt x="13288"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3789373" y="1135858"/>
              <a:ext cx="273047" cy="326397"/>
            </a:xfrm>
            <a:custGeom>
              <a:avLst/>
              <a:gdLst/>
              <a:ahLst/>
              <a:cxnLst/>
              <a:rect l="l" t="t" r="r" b="b"/>
              <a:pathLst>
                <a:path w="19341" h="23120" extrusionOk="0">
                  <a:moveTo>
                    <a:pt x="9721" y="1413"/>
                  </a:moveTo>
                  <a:cubicBezTo>
                    <a:pt x="14249" y="1413"/>
                    <a:pt x="17928" y="5096"/>
                    <a:pt x="17928" y="9620"/>
                  </a:cubicBezTo>
                  <a:lnTo>
                    <a:pt x="17928" y="21707"/>
                  </a:lnTo>
                  <a:lnTo>
                    <a:pt x="1409" y="21707"/>
                  </a:lnTo>
                  <a:lnTo>
                    <a:pt x="1409" y="9620"/>
                  </a:lnTo>
                  <a:cubicBezTo>
                    <a:pt x="1409" y="5096"/>
                    <a:pt x="5092" y="1413"/>
                    <a:pt x="9620" y="1413"/>
                  </a:cubicBezTo>
                  <a:close/>
                  <a:moveTo>
                    <a:pt x="9620" y="0"/>
                  </a:moveTo>
                  <a:cubicBezTo>
                    <a:pt x="4316" y="0"/>
                    <a:pt x="0" y="4316"/>
                    <a:pt x="0" y="9620"/>
                  </a:cubicBezTo>
                  <a:lnTo>
                    <a:pt x="0" y="23120"/>
                  </a:lnTo>
                  <a:lnTo>
                    <a:pt x="19341" y="23120"/>
                  </a:lnTo>
                  <a:lnTo>
                    <a:pt x="19341" y="9620"/>
                  </a:lnTo>
                  <a:cubicBezTo>
                    <a:pt x="19341" y="4316"/>
                    <a:pt x="15025" y="0"/>
                    <a:pt x="9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5"/>
            <p:cNvSpPr/>
            <p:nvPr/>
          </p:nvSpPr>
          <p:spPr>
            <a:xfrm>
              <a:off x="3789373" y="1442307"/>
              <a:ext cx="273103" cy="326453"/>
            </a:xfrm>
            <a:custGeom>
              <a:avLst/>
              <a:gdLst/>
              <a:ahLst/>
              <a:cxnLst/>
              <a:rect l="l" t="t" r="r" b="b"/>
              <a:pathLst>
                <a:path w="19345" h="23124" extrusionOk="0">
                  <a:moveTo>
                    <a:pt x="17928" y="1413"/>
                  </a:moveTo>
                  <a:lnTo>
                    <a:pt x="17928" y="13446"/>
                  </a:lnTo>
                  <a:cubicBezTo>
                    <a:pt x="17932" y="18006"/>
                    <a:pt x="14233" y="21707"/>
                    <a:pt x="9674" y="21707"/>
                  </a:cubicBezTo>
                  <a:cubicBezTo>
                    <a:pt x="9671" y="21707"/>
                    <a:pt x="9669" y="21707"/>
                    <a:pt x="9667" y="21707"/>
                  </a:cubicBezTo>
                  <a:cubicBezTo>
                    <a:pt x="5115" y="21707"/>
                    <a:pt x="1413" y="18001"/>
                    <a:pt x="1413" y="13446"/>
                  </a:cubicBezTo>
                  <a:lnTo>
                    <a:pt x="1413" y="1413"/>
                  </a:lnTo>
                  <a:close/>
                  <a:moveTo>
                    <a:pt x="0" y="0"/>
                  </a:moveTo>
                  <a:lnTo>
                    <a:pt x="0" y="13446"/>
                  </a:lnTo>
                  <a:cubicBezTo>
                    <a:pt x="0" y="18781"/>
                    <a:pt x="4335" y="23124"/>
                    <a:pt x="9667" y="23124"/>
                  </a:cubicBezTo>
                  <a:cubicBezTo>
                    <a:pt x="15013" y="23124"/>
                    <a:pt x="19345" y="18789"/>
                    <a:pt x="19341" y="13446"/>
                  </a:cubicBezTo>
                  <a:lnTo>
                    <a:pt x="193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5"/>
          <p:cNvSpPr/>
          <p:nvPr/>
        </p:nvSpPr>
        <p:spPr>
          <a:xfrm rot="10800000" flipH="1">
            <a:off x="232700" y="2765392"/>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rot="10800000" flipH="1">
            <a:off x="8089400" y="4933342"/>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5"/>
          <p:cNvSpPr/>
          <p:nvPr/>
        </p:nvSpPr>
        <p:spPr>
          <a:xfrm rot="10800000" flipH="1">
            <a:off x="8449076" y="4368945"/>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185075" y="899267"/>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 name="Google Shape;107;p5"/>
          <p:cNvGrpSpPr/>
          <p:nvPr/>
        </p:nvGrpSpPr>
        <p:grpSpPr>
          <a:xfrm rot="1591502">
            <a:off x="8790617" y="4755035"/>
            <a:ext cx="202991" cy="307656"/>
            <a:chOff x="3250805" y="3533264"/>
            <a:chExt cx="352189" cy="533783"/>
          </a:xfrm>
        </p:grpSpPr>
        <p:sp>
          <p:nvSpPr>
            <p:cNvPr id="108" name="Google Shape;108;p5"/>
            <p:cNvSpPr/>
            <p:nvPr/>
          </p:nvSpPr>
          <p:spPr>
            <a:xfrm>
              <a:off x="3343515" y="3654420"/>
              <a:ext cx="222421" cy="399878"/>
            </a:xfrm>
            <a:custGeom>
              <a:avLst/>
              <a:gdLst/>
              <a:ahLst/>
              <a:cxnLst/>
              <a:rect l="l" t="t" r="r" b="b"/>
              <a:pathLst>
                <a:path w="15755" h="28325" extrusionOk="0">
                  <a:moveTo>
                    <a:pt x="15751" y="0"/>
                  </a:moveTo>
                  <a:lnTo>
                    <a:pt x="0" y="4"/>
                  </a:lnTo>
                  <a:lnTo>
                    <a:pt x="0" y="18677"/>
                  </a:lnTo>
                  <a:cubicBezTo>
                    <a:pt x="0" y="23445"/>
                    <a:pt x="3386" y="27417"/>
                    <a:pt x="7879" y="28324"/>
                  </a:cubicBezTo>
                  <a:cubicBezTo>
                    <a:pt x="12462" y="27386"/>
                    <a:pt x="15755" y="23356"/>
                    <a:pt x="15751" y="18677"/>
                  </a:cubicBezTo>
                  <a:lnTo>
                    <a:pt x="1575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3454690" y="3724839"/>
              <a:ext cx="113039" cy="19948"/>
            </a:xfrm>
            <a:custGeom>
              <a:avLst/>
              <a:gdLst/>
              <a:ahLst/>
              <a:cxnLst/>
              <a:rect l="l" t="t" r="r" b="b"/>
              <a:pathLst>
                <a:path w="8007" h="1413" extrusionOk="0">
                  <a:moveTo>
                    <a:pt x="0" y="0"/>
                  </a:moveTo>
                  <a:lnTo>
                    <a:pt x="0" y="1413"/>
                  </a:lnTo>
                  <a:lnTo>
                    <a:pt x="8007" y="1413"/>
                  </a:lnTo>
                  <a:lnTo>
                    <a:pt x="80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3454690" y="3813609"/>
              <a:ext cx="113039" cy="19906"/>
            </a:xfrm>
            <a:custGeom>
              <a:avLst/>
              <a:gdLst/>
              <a:ahLst/>
              <a:cxnLst/>
              <a:rect l="l" t="t" r="r" b="b"/>
              <a:pathLst>
                <a:path w="8007" h="1410" extrusionOk="0">
                  <a:moveTo>
                    <a:pt x="0" y="1"/>
                  </a:moveTo>
                  <a:lnTo>
                    <a:pt x="0" y="1410"/>
                  </a:lnTo>
                  <a:lnTo>
                    <a:pt x="8007" y="1410"/>
                  </a:lnTo>
                  <a:lnTo>
                    <a:pt x="80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3454690" y="3902338"/>
              <a:ext cx="111189" cy="19962"/>
            </a:xfrm>
            <a:custGeom>
              <a:avLst/>
              <a:gdLst/>
              <a:ahLst/>
              <a:cxnLst/>
              <a:rect l="l" t="t" r="r" b="b"/>
              <a:pathLst>
                <a:path w="7876" h="1414" extrusionOk="0">
                  <a:moveTo>
                    <a:pt x="0" y="0"/>
                  </a:moveTo>
                  <a:lnTo>
                    <a:pt x="0" y="1413"/>
                  </a:lnTo>
                  <a:lnTo>
                    <a:pt x="7876" y="1413"/>
                  </a:lnTo>
                  <a:lnTo>
                    <a:pt x="78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3277953" y="3533264"/>
              <a:ext cx="297907" cy="533783"/>
            </a:xfrm>
            <a:custGeom>
              <a:avLst/>
              <a:gdLst/>
              <a:ahLst/>
              <a:cxnLst/>
              <a:rect l="l" t="t" r="r" b="b"/>
              <a:pathLst>
                <a:path w="21102" h="37810" extrusionOk="0">
                  <a:moveTo>
                    <a:pt x="19688" y="1414"/>
                  </a:moveTo>
                  <a:lnTo>
                    <a:pt x="19688" y="27259"/>
                  </a:lnTo>
                  <a:cubicBezTo>
                    <a:pt x="19688" y="31587"/>
                    <a:pt x="16619" y="35350"/>
                    <a:pt x="12381" y="36211"/>
                  </a:cubicBezTo>
                  <a:cubicBezTo>
                    <a:pt x="11778" y="36335"/>
                    <a:pt x="11164" y="36397"/>
                    <a:pt x="10551" y="36397"/>
                  </a:cubicBezTo>
                  <a:cubicBezTo>
                    <a:pt x="5513" y="36397"/>
                    <a:pt x="1413" y="32297"/>
                    <a:pt x="1413" y="27259"/>
                  </a:cubicBezTo>
                  <a:lnTo>
                    <a:pt x="1413" y="1414"/>
                  </a:lnTo>
                  <a:close/>
                  <a:moveTo>
                    <a:pt x="0" y="1"/>
                  </a:moveTo>
                  <a:lnTo>
                    <a:pt x="0" y="27259"/>
                  </a:lnTo>
                  <a:cubicBezTo>
                    <a:pt x="0" y="33077"/>
                    <a:pt x="4733" y="37810"/>
                    <a:pt x="10551" y="37810"/>
                  </a:cubicBezTo>
                  <a:cubicBezTo>
                    <a:pt x="11261" y="37810"/>
                    <a:pt x="11971" y="37740"/>
                    <a:pt x="12666" y="37593"/>
                  </a:cubicBezTo>
                  <a:cubicBezTo>
                    <a:pt x="17553" y="36601"/>
                    <a:pt x="21101" y="32254"/>
                    <a:pt x="21101" y="27259"/>
                  </a:cubicBezTo>
                  <a:lnTo>
                    <a:pt x="211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3250805" y="3533264"/>
              <a:ext cx="352189" cy="19962"/>
            </a:xfrm>
            <a:custGeom>
              <a:avLst/>
              <a:gdLst/>
              <a:ahLst/>
              <a:cxnLst/>
              <a:rect l="l" t="t" r="r" b="b"/>
              <a:pathLst>
                <a:path w="24947" h="1414" extrusionOk="0">
                  <a:moveTo>
                    <a:pt x="1" y="1"/>
                  </a:moveTo>
                  <a:lnTo>
                    <a:pt x="1" y="1414"/>
                  </a:lnTo>
                  <a:lnTo>
                    <a:pt x="24947" y="1414"/>
                  </a:lnTo>
                  <a:lnTo>
                    <a:pt x="2494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 name="Google Shape;114;p5"/>
          <p:cNvGrpSpPr/>
          <p:nvPr/>
        </p:nvGrpSpPr>
        <p:grpSpPr>
          <a:xfrm rot="1675263">
            <a:off x="236857" y="111224"/>
            <a:ext cx="192105" cy="317817"/>
            <a:chOff x="2994713" y="2224360"/>
            <a:chExt cx="333286" cy="551387"/>
          </a:xfrm>
        </p:grpSpPr>
        <p:sp>
          <p:nvSpPr>
            <p:cNvPr id="115" name="Google Shape;115;p5"/>
            <p:cNvSpPr/>
            <p:nvPr/>
          </p:nvSpPr>
          <p:spPr>
            <a:xfrm>
              <a:off x="3004751" y="2292053"/>
              <a:ext cx="313267" cy="19962"/>
            </a:xfrm>
            <a:custGeom>
              <a:avLst/>
              <a:gdLst/>
              <a:ahLst/>
              <a:cxnLst/>
              <a:rect l="l" t="t" r="r" b="b"/>
              <a:pathLst>
                <a:path w="22190" h="1414" extrusionOk="0">
                  <a:moveTo>
                    <a:pt x="0" y="0"/>
                  </a:moveTo>
                  <a:lnTo>
                    <a:pt x="0" y="1413"/>
                  </a:lnTo>
                  <a:lnTo>
                    <a:pt x="22190" y="1413"/>
                  </a:lnTo>
                  <a:lnTo>
                    <a:pt x="22190"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3008238" y="2384805"/>
              <a:ext cx="306293" cy="19962"/>
            </a:xfrm>
            <a:custGeom>
              <a:avLst/>
              <a:gdLst/>
              <a:ahLst/>
              <a:cxnLst/>
              <a:rect l="l" t="t" r="r" b="b"/>
              <a:pathLst>
                <a:path w="21696" h="1414" extrusionOk="0">
                  <a:moveTo>
                    <a:pt x="0" y="1"/>
                  </a:moveTo>
                  <a:lnTo>
                    <a:pt x="0" y="1414"/>
                  </a:lnTo>
                  <a:lnTo>
                    <a:pt x="21696" y="1414"/>
                  </a:lnTo>
                  <a:lnTo>
                    <a:pt x="21696"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3008944" y="2620412"/>
              <a:ext cx="300082" cy="19962"/>
            </a:xfrm>
            <a:custGeom>
              <a:avLst/>
              <a:gdLst/>
              <a:ahLst/>
              <a:cxnLst/>
              <a:rect l="l" t="t" r="r" b="b"/>
              <a:pathLst>
                <a:path w="21256" h="1414" extrusionOk="0">
                  <a:moveTo>
                    <a:pt x="0" y="0"/>
                  </a:moveTo>
                  <a:lnTo>
                    <a:pt x="0" y="1413"/>
                  </a:lnTo>
                  <a:lnTo>
                    <a:pt x="21256" y="1413"/>
                  </a:lnTo>
                  <a:lnTo>
                    <a:pt x="21256"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3004751" y="2713108"/>
              <a:ext cx="313267" cy="19962"/>
            </a:xfrm>
            <a:custGeom>
              <a:avLst/>
              <a:gdLst/>
              <a:ahLst/>
              <a:cxnLst/>
              <a:rect l="l" t="t" r="r" b="b"/>
              <a:pathLst>
                <a:path w="22190" h="1414" extrusionOk="0">
                  <a:moveTo>
                    <a:pt x="0" y="1"/>
                  </a:moveTo>
                  <a:lnTo>
                    <a:pt x="0" y="1414"/>
                  </a:lnTo>
                  <a:lnTo>
                    <a:pt x="22190" y="1414"/>
                  </a:lnTo>
                  <a:lnTo>
                    <a:pt x="2219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2994713" y="2224360"/>
              <a:ext cx="333286" cy="551387"/>
            </a:xfrm>
            <a:custGeom>
              <a:avLst/>
              <a:gdLst/>
              <a:ahLst/>
              <a:cxnLst/>
              <a:rect l="l" t="t" r="r" b="b"/>
              <a:pathLst>
                <a:path w="23608" h="39057" extrusionOk="0">
                  <a:moveTo>
                    <a:pt x="1" y="1"/>
                  </a:moveTo>
                  <a:lnTo>
                    <a:pt x="1" y="10196"/>
                  </a:lnTo>
                  <a:cubicBezTo>
                    <a:pt x="1" y="13141"/>
                    <a:pt x="1622" y="15851"/>
                    <a:pt x="4220" y="17241"/>
                  </a:cubicBezTo>
                  <a:lnTo>
                    <a:pt x="18720" y="25012"/>
                  </a:lnTo>
                  <a:cubicBezTo>
                    <a:pt x="20862" y="26159"/>
                    <a:pt x="22198" y="28386"/>
                    <a:pt x="22194" y="30814"/>
                  </a:cubicBezTo>
                  <a:lnTo>
                    <a:pt x="22194" y="39056"/>
                  </a:lnTo>
                  <a:lnTo>
                    <a:pt x="23607" y="39056"/>
                  </a:lnTo>
                  <a:lnTo>
                    <a:pt x="23607" y="30814"/>
                  </a:lnTo>
                  <a:cubicBezTo>
                    <a:pt x="23607" y="27865"/>
                    <a:pt x="21986" y="25159"/>
                    <a:pt x="19388" y="23769"/>
                  </a:cubicBezTo>
                  <a:lnTo>
                    <a:pt x="4888" y="15998"/>
                  </a:lnTo>
                  <a:cubicBezTo>
                    <a:pt x="2749" y="14852"/>
                    <a:pt x="1414" y="12620"/>
                    <a:pt x="1414" y="10192"/>
                  </a:cubicBezTo>
                  <a:lnTo>
                    <a:pt x="14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2994713" y="2224360"/>
              <a:ext cx="333286" cy="551387"/>
            </a:xfrm>
            <a:custGeom>
              <a:avLst/>
              <a:gdLst/>
              <a:ahLst/>
              <a:cxnLst/>
              <a:rect l="l" t="t" r="r" b="b"/>
              <a:pathLst>
                <a:path w="23608" h="39057" extrusionOk="0">
                  <a:moveTo>
                    <a:pt x="22194" y="1"/>
                  </a:moveTo>
                  <a:lnTo>
                    <a:pt x="22194" y="10192"/>
                  </a:lnTo>
                  <a:cubicBezTo>
                    <a:pt x="22198" y="12620"/>
                    <a:pt x="20862" y="14852"/>
                    <a:pt x="18720" y="15998"/>
                  </a:cubicBezTo>
                  <a:lnTo>
                    <a:pt x="4224" y="23769"/>
                  </a:lnTo>
                  <a:cubicBezTo>
                    <a:pt x="1622" y="25159"/>
                    <a:pt x="1" y="27869"/>
                    <a:pt x="5" y="30814"/>
                  </a:cubicBezTo>
                  <a:lnTo>
                    <a:pt x="5" y="39056"/>
                  </a:lnTo>
                  <a:lnTo>
                    <a:pt x="1418" y="39056"/>
                  </a:lnTo>
                  <a:lnTo>
                    <a:pt x="1418" y="30814"/>
                  </a:lnTo>
                  <a:cubicBezTo>
                    <a:pt x="1414" y="28386"/>
                    <a:pt x="2749" y="26159"/>
                    <a:pt x="4892" y="25012"/>
                  </a:cubicBezTo>
                  <a:lnTo>
                    <a:pt x="19388" y="17237"/>
                  </a:lnTo>
                  <a:cubicBezTo>
                    <a:pt x="21986" y="15848"/>
                    <a:pt x="23607" y="13141"/>
                    <a:pt x="23607" y="10192"/>
                  </a:cubicBezTo>
                  <a:lnTo>
                    <a:pt x="236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121;p5"/>
          <p:cNvGrpSpPr/>
          <p:nvPr/>
        </p:nvGrpSpPr>
        <p:grpSpPr>
          <a:xfrm>
            <a:off x="8715879" y="3676633"/>
            <a:ext cx="259800" cy="319325"/>
            <a:chOff x="3114176" y="1269099"/>
            <a:chExt cx="450729" cy="553999"/>
          </a:xfrm>
        </p:grpSpPr>
        <p:sp>
          <p:nvSpPr>
            <p:cNvPr id="122" name="Google Shape;122;p5"/>
            <p:cNvSpPr/>
            <p:nvPr/>
          </p:nvSpPr>
          <p:spPr>
            <a:xfrm>
              <a:off x="3186824" y="1376519"/>
              <a:ext cx="378081" cy="446579"/>
            </a:xfrm>
            <a:custGeom>
              <a:avLst/>
              <a:gdLst/>
              <a:ahLst/>
              <a:cxnLst/>
              <a:rect l="l" t="t" r="r" b="b"/>
              <a:pathLst>
                <a:path w="26781" h="31633" extrusionOk="0">
                  <a:moveTo>
                    <a:pt x="22341" y="1"/>
                  </a:moveTo>
                  <a:lnTo>
                    <a:pt x="22341" y="27193"/>
                  </a:lnTo>
                  <a:lnTo>
                    <a:pt x="1" y="27193"/>
                  </a:lnTo>
                  <a:lnTo>
                    <a:pt x="1" y="31633"/>
                  </a:lnTo>
                  <a:lnTo>
                    <a:pt x="26780" y="31633"/>
                  </a:lnTo>
                  <a:lnTo>
                    <a:pt x="2678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3114176" y="1303871"/>
              <a:ext cx="398029" cy="466527"/>
            </a:xfrm>
            <a:custGeom>
              <a:avLst/>
              <a:gdLst/>
              <a:ahLst/>
              <a:cxnLst/>
              <a:rect l="l" t="t" r="r" b="b"/>
              <a:pathLst>
                <a:path w="28194" h="33046" extrusionOk="0">
                  <a:moveTo>
                    <a:pt x="26780" y="1414"/>
                  </a:moveTo>
                  <a:lnTo>
                    <a:pt x="26780" y="31637"/>
                  </a:lnTo>
                  <a:lnTo>
                    <a:pt x="1414" y="31637"/>
                  </a:lnTo>
                  <a:lnTo>
                    <a:pt x="1414" y="1414"/>
                  </a:lnTo>
                  <a:close/>
                  <a:moveTo>
                    <a:pt x="1" y="1"/>
                  </a:moveTo>
                  <a:lnTo>
                    <a:pt x="1" y="33046"/>
                  </a:lnTo>
                  <a:lnTo>
                    <a:pt x="28193" y="33046"/>
                  </a:lnTo>
                  <a:lnTo>
                    <a:pt x="281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3229276" y="1269099"/>
              <a:ext cx="167829" cy="89505"/>
            </a:xfrm>
            <a:custGeom>
              <a:avLst/>
              <a:gdLst/>
              <a:ahLst/>
              <a:cxnLst/>
              <a:rect l="l" t="t" r="r" b="b"/>
              <a:pathLst>
                <a:path w="11888" h="6340" extrusionOk="0">
                  <a:moveTo>
                    <a:pt x="1" y="1"/>
                  </a:moveTo>
                  <a:lnTo>
                    <a:pt x="1" y="6339"/>
                  </a:lnTo>
                  <a:lnTo>
                    <a:pt x="11887" y="6339"/>
                  </a:lnTo>
                  <a:lnTo>
                    <a:pt x="11887"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3191300" y="1460335"/>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3191300" y="1561374"/>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3191300" y="1662427"/>
              <a:ext cx="243837" cy="19962"/>
            </a:xfrm>
            <a:custGeom>
              <a:avLst/>
              <a:gdLst/>
              <a:ahLst/>
              <a:cxnLst/>
              <a:rect l="l" t="t" r="r" b="b"/>
              <a:pathLst>
                <a:path w="17272" h="1414" extrusionOk="0">
                  <a:moveTo>
                    <a:pt x="0" y="0"/>
                  </a:moveTo>
                  <a:lnTo>
                    <a:pt x="0" y="1413"/>
                  </a:lnTo>
                  <a:lnTo>
                    <a:pt x="17272" y="1413"/>
                  </a:lnTo>
                  <a:lnTo>
                    <a:pt x="172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8" name="Google Shape;128;p5"/>
          <p:cNvSpPr/>
          <p:nvPr/>
        </p:nvSpPr>
        <p:spPr>
          <a:xfrm>
            <a:off x="1632075" y="478878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579300" y="214010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430551" y="3584786"/>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8514626" y="236274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430551" y="124181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579288" y="69545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txBox="1">
            <a:spLocks noGrp="1"/>
          </p:cNvSpPr>
          <p:nvPr>
            <p:ph type="subTitle" idx="1"/>
          </p:nvPr>
        </p:nvSpPr>
        <p:spPr>
          <a:xfrm>
            <a:off x="1380425" y="3053900"/>
            <a:ext cx="2915700" cy="8229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algn="ctr">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2pPr>
            <a:lvl3pPr lvl="2" algn="ctr">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3pPr>
            <a:lvl4pPr lvl="3" algn="ctr">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4pPr>
            <a:lvl5pPr lvl="4" algn="ctr">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5pPr>
            <a:lvl6pPr lvl="5" algn="ctr">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6pPr>
            <a:lvl7pPr lvl="6" algn="ctr">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7pPr>
            <a:lvl8pPr lvl="7" algn="ctr">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8pPr>
            <a:lvl9pPr lvl="8" algn="ctr">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9pPr>
          </a:lstStyle>
          <a:p>
            <a:endParaRPr/>
          </a:p>
        </p:txBody>
      </p:sp>
      <p:sp>
        <p:nvSpPr>
          <p:cNvPr id="135" name="Google Shape;135;p5"/>
          <p:cNvSpPr txBox="1">
            <a:spLocks noGrp="1"/>
          </p:cNvSpPr>
          <p:nvPr>
            <p:ph type="subTitle" idx="2"/>
          </p:nvPr>
        </p:nvSpPr>
        <p:spPr>
          <a:xfrm>
            <a:off x="4847300" y="3053900"/>
            <a:ext cx="2915700" cy="8229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algn="ctr" rtl="0">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2pPr>
            <a:lvl3pPr lvl="2" algn="ctr" rtl="0">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3pPr>
            <a:lvl4pPr lvl="3" algn="ctr" rtl="0">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4pPr>
            <a:lvl5pPr lvl="4" algn="ctr" rtl="0">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5pPr>
            <a:lvl6pPr lvl="5" algn="ctr" rtl="0">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6pPr>
            <a:lvl7pPr lvl="6" algn="ctr" rtl="0">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7pPr>
            <a:lvl8pPr lvl="7" algn="ctr" rtl="0">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8pPr>
            <a:lvl9pPr lvl="8" algn="ctr" rtl="0">
              <a:spcBef>
                <a:spcPts val="0"/>
              </a:spcBef>
              <a:spcAft>
                <a:spcPts val="0"/>
              </a:spcAft>
              <a:buClr>
                <a:schemeClr val="dk1"/>
              </a:buClr>
              <a:buSzPts val="1600"/>
              <a:buFont typeface="Barlow" panose="00000500000000000000"/>
              <a:buNone/>
              <a:defRPr sz="1600">
                <a:solidFill>
                  <a:schemeClr val="dk1"/>
                </a:solidFill>
                <a:latin typeface="Barlow" panose="00000500000000000000"/>
                <a:ea typeface="Barlow" panose="00000500000000000000"/>
                <a:cs typeface="Barlow" panose="00000500000000000000"/>
                <a:sym typeface="Barlow" panose="00000500000000000000"/>
              </a:defRPr>
            </a:lvl9pPr>
          </a:lstStyle>
          <a:p>
            <a:endParaRPr/>
          </a:p>
        </p:txBody>
      </p:sp>
      <p:sp>
        <p:nvSpPr>
          <p:cNvPr id="136" name="Google Shape;136;p5"/>
          <p:cNvSpPr txBox="1">
            <a:spLocks noGrp="1"/>
          </p:cNvSpPr>
          <p:nvPr>
            <p:ph type="title"/>
          </p:nvPr>
        </p:nvSpPr>
        <p:spPr>
          <a:xfrm>
            <a:off x="1380425" y="2568000"/>
            <a:ext cx="2915700" cy="495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600"/>
              <a:buNone/>
              <a:defRPr sz="2200"/>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sp>
        <p:nvSpPr>
          <p:cNvPr id="137" name="Google Shape;137;p5"/>
          <p:cNvSpPr txBox="1">
            <a:spLocks noGrp="1"/>
          </p:cNvSpPr>
          <p:nvPr>
            <p:ph type="title" idx="3"/>
          </p:nvPr>
        </p:nvSpPr>
        <p:spPr>
          <a:xfrm>
            <a:off x="4847300" y="2568000"/>
            <a:ext cx="2915700" cy="495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600"/>
              <a:buNone/>
              <a:defRPr sz="2200"/>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8"/>
        <p:cNvGrpSpPr/>
        <p:nvPr/>
      </p:nvGrpSpPr>
      <p:grpSpPr>
        <a:xfrm>
          <a:off x="0" y="0"/>
          <a:ext cx="0" cy="0"/>
          <a:chOff x="0" y="0"/>
          <a:chExt cx="0" cy="0"/>
        </a:xfrm>
      </p:grpSpPr>
      <p:sp>
        <p:nvSpPr>
          <p:cNvPr id="139" name="Google Shape;139;p6"/>
          <p:cNvSpPr txBox="1">
            <a:spLocks noGrp="1"/>
          </p:cNvSpPr>
          <p:nvPr>
            <p:ph type="title"/>
          </p:nvPr>
        </p:nvSpPr>
        <p:spPr>
          <a:xfrm>
            <a:off x="713225" y="539500"/>
            <a:ext cx="7717500" cy="718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600"/>
              <a:buNone/>
              <a:defRPr/>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sp>
        <p:nvSpPr>
          <p:cNvPr id="140" name="Google Shape;140;p6"/>
          <p:cNvSpPr/>
          <p:nvPr/>
        </p:nvSpPr>
        <p:spPr>
          <a:xfrm>
            <a:off x="185201" y="29054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6"/>
          <p:cNvSpPr/>
          <p:nvPr/>
        </p:nvSpPr>
        <p:spPr>
          <a:xfrm>
            <a:off x="8979613" y="493665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6"/>
          <p:cNvSpPr/>
          <p:nvPr/>
        </p:nvSpPr>
        <p:spPr>
          <a:xfrm>
            <a:off x="8314584" y="448762"/>
            <a:ext cx="1087378" cy="1096617"/>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6"/>
          <p:cNvSpPr/>
          <p:nvPr/>
        </p:nvSpPr>
        <p:spPr>
          <a:xfrm>
            <a:off x="8851683" y="4397382"/>
            <a:ext cx="222725" cy="224621"/>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p:cNvSpPr/>
          <p:nvPr/>
        </p:nvSpPr>
        <p:spPr>
          <a:xfrm>
            <a:off x="127925" y="1007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6"/>
          <p:cNvSpPr/>
          <p:nvPr/>
        </p:nvSpPr>
        <p:spPr>
          <a:xfrm>
            <a:off x="8979625" y="1007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6"/>
          <p:cNvSpPr/>
          <p:nvPr/>
        </p:nvSpPr>
        <p:spPr>
          <a:xfrm>
            <a:off x="434146" y="4960169"/>
            <a:ext cx="222725" cy="224621"/>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6"/>
          <p:cNvSpPr/>
          <p:nvPr/>
        </p:nvSpPr>
        <p:spPr>
          <a:xfrm>
            <a:off x="127913" y="455847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6"/>
          <p:cNvSpPr/>
          <p:nvPr/>
        </p:nvSpPr>
        <p:spPr>
          <a:xfrm>
            <a:off x="259575" y="485997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6"/>
          <p:cNvSpPr/>
          <p:nvPr/>
        </p:nvSpPr>
        <p:spPr>
          <a:xfrm>
            <a:off x="8608138" y="483645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6"/>
          <p:cNvSpPr/>
          <p:nvPr/>
        </p:nvSpPr>
        <p:spPr>
          <a:xfrm>
            <a:off x="8708338" y="20088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6"/>
          <p:cNvSpPr/>
          <p:nvPr/>
        </p:nvSpPr>
        <p:spPr>
          <a:xfrm>
            <a:off x="613013" y="20088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6"/>
          <p:cNvSpPr/>
          <p:nvPr/>
        </p:nvSpPr>
        <p:spPr>
          <a:xfrm>
            <a:off x="8430763" y="136265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53"/>
        <p:cNvGrpSpPr/>
        <p:nvPr/>
      </p:nvGrpSpPr>
      <p:grpSpPr>
        <a:xfrm>
          <a:off x="0" y="0"/>
          <a:ext cx="0" cy="0"/>
          <a:chOff x="0" y="0"/>
          <a:chExt cx="0" cy="0"/>
        </a:xfrm>
      </p:grpSpPr>
      <p:grpSp>
        <p:nvGrpSpPr>
          <p:cNvPr id="154" name="Google Shape;154;p7"/>
          <p:cNvGrpSpPr/>
          <p:nvPr/>
        </p:nvGrpSpPr>
        <p:grpSpPr>
          <a:xfrm>
            <a:off x="8276049" y="150635"/>
            <a:ext cx="313994" cy="205922"/>
            <a:chOff x="4277246" y="2003393"/>
            <a:chExt cx="464282" cy="304529"/>
          </a:xfrm>
        </p:grpSpPr>
        <p:sp>
          <p:nvSpPr>
            <p:cNvPr id="155" name="Google Shape;155;p7"/>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7"/>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7"/>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 name="Google Shape;158;p7"/>
          <p:cNvGrpSpPr/>
          <p:nvPr/>
        </p:nvGrpSpPr>
        <p:grpSpPr>
          <a:xfrm rot="1286723">
            <a:off x="8647940" y="4378844"/>
            <a:ext cx="191107" cy="352962"/>
            <a:chOff x="4848722" y="2011765"/>
            <a:chExt cx="394754" cy="728943"/>
          </a:xfrm>
        </p:grpSpPr>
        <p:sp>
          <p:nvSpPr>
            <p:cNvPr id="159" name="Google Shape;159;p7"/>
            <p:cNvSpPr/>
            <p:nvPr/>
          </p:nvSpPr>
          <p:spPr>
            <a:xfrm>
              <a:off x="4858689" y="2393361"/>
              <a:ext cx="89773" cy="231146"/>
            </a:xfrm>
            <a:custGeom>
              <a:avLst/>
              <a:gdLst/>
              <a:ahLst/>
              <a:cxnLst/>
              <a:rect l="l" t="t" r="r" b="b"/>
              <a:pathLst>
                <a:path w="6359" h="16373" extrusionOk="0">
                  <a:moveTo>
                    <a:pt x="1" y="1"/>
                  </a:moveTo>
                  <a:lnTo>
                    <a:pt x="1" y="16373"/>
                  </a:lnTo>
                  <a:lnTo>
                    <a:pt x="6359" y="16373"/>
                  </a:lnTo>
                  <a:lnTo>
                    <a:pt x="6359"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7"/>
            <p:cNvSpPr/>
            <p:nvPr/>
          </p:nvSpPr>
          <p:spPr>
            <a:xfrm>
              <a:off x="5020278" y="2393361"/>
              <a:ext cx="213217" cy="231146"/>
            </a:xfrm>
            <a:custGeom>
              <a:avLst/>
              <a:gdLst/>
              <a:ahLst/>
              <a:cxnLst/>
              <a:rect l="l" t="t" r="r" b="b"/>
              <a:pathLst>
                <a:path w="15103" h="16373" extrusionOk="0">
                  <a:moveTo>
                    <a:pt x="1" y="1"/>
                  </a:moveTo>
                  <a:lnTo>
                    <a:pt x="1" y="16373"/>
                  </a:lnTo>
                  <a:lnTo>
                    <a:pt x="15103" y="16373"/>
                  </a:lnTo>
                  <a:lnTo>
                    <a:pt x="1510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7"/>
            <p:cNvSpPr/>
            <p:nvPr/>
          </p:nvSpPr>
          <p:spPr>
            <a:xfrm>
              <a:off x="4848722" y="2126215"/>
              <a:ext cx="394754" cy="614492"/>
            </a:xfrm>
            <a:custGeom>
              <a:avLst/>
              <a:gdLst/>
              <a:ahLst/>
              <a:cxnLst/>
              <a:rect l="l" t="t" r="r" b="b"/>
              <a:pathLst>
                <a:path w="27962" h="43527" extrusionOk="0">
                  <a:moveTo>
                    <a:pt x="19248" y="1417"/>
                  </a:moveTo>
                  <a:lnTo>
                    <a:pt x="19248" y="3050"/>
                  </a:lnTo>
                  <a:cubicBezTo>
                    <a:pt x="19248" y="7107"/>
                    <a:pt x="21796" y="10798"/>
                    <a:pt x="25591" y="12234"/>
                  </a:cubicBezTo>
                  <a:cubicBezTo>
                    <a:pt x="26166" y="12454"/>
                    <a:pt x="26544" y="13002"/>
                    <a:pt x="26548" y="13620"/>
                  </a:cubicBezTo>
                  <a:lnTo>
                    <a:pt x="26548" y="39006"/>
                  </a:lnTo>
                  <a:cubicBezTo>
                    <a:pt x="26544" y="40720"/>
                    <a:pt x="25155" y="42113"/>
                    <a:pt x="23437" y="42113"/>
                  </a:cubicBezTo>
                  <a:lnTo>
                    <a:pt x="4521" y="42113"/>
                  </a:lnTo>
                  <a:cubicBezTo>
                    <a:pt x="2807" y="42113"/>
                    <a:pt x="1413" y="40720"/>
                    <a:pt x="1413" y="39006"/>
                  </a:cubicBezTo>
                  <a:lnTo>
                    <a:pt x="1413" y="13623"/>
                  </a:lnTo>
                  <a:cubicBezTo>
                    <a:pt x="1413" y="13006"/>
                    <a:pt x="1795" y="12454"/>
                    <a:pt x="2371" y="12234"/>
                  </a:cubicBezTo>
                  <a:cubicBezTo>
                    <a:pt x="6165" y="10798"/>
                    <a:pt x="8713" y="7107"/>
                    <a:pt x="8713" y="3054"/>
                  </a:cubicBezTo>
                  <a:lnTo>
                    <a:pt x="8713" y="1417"/>
                  </a:lnTo>
                  <a:close/>
                  <a:moveTo>
                    <a:pt x="7300" y="0"/>
                  </a:moveTo>
                  <a:lnTo>
                    <a:pt x="7300" y="3046"/>
                  </a:lnTo>
                  <a:cubicBezTo>
                    <a:pt x="7300" y="6520"/>
                    <a:pt x="5119" y="9682"/>
                    <a:pt x="1869" y="10913"/>
                  </a:cubicBezTo>
                  <a:cubicBezTo>
                    <a:pt x="745" y="11342"/>
                    <a:pt x="4" y="12419"/>
                    <a:pt x="0" y="13620"/>
                  </a:cubicBezTo>
                  <a:lnTo>
                    <a:pt x="0" y="39002"/>
                  </a:lnTo>
                  <a:cubicBezTo>
                    <a:pt x="4" y="41499"/>
                    <a:pt x="2027" y="43522"/>
                    <a:pt x="4521" y="43526"/>
                  </a:cubicBezTo>
                  <a:lnTo>
                    <a:pt x="23437" y="43526"/>
                  </a:lnTo>
                  <a:cubicBezTo>
                    <a:pt x="25934" y="43522"/>
                    <a:pt x="27957" y="41499"/>
                    <a:pt x="27961" y="39002"/>
                  </a:cubicBezTo>
                  <a:lnTo>
                    <a:pt x="27961" y="13620"/>
                  </a:lnTo>
                  <a:cubicBezTo>
                    <a:pt x="27953" y="12419"/>
                    <a:pt x="27212" y="11346"/>
                    <a:pt x="26093" y="10917"/>
                  </a:cubicBezTo>
                  <a:cubicBezTo>
                    <a:pt x="22842" y="9686"/>
                    <a:pt x="20661" y="6528"/>
                    <a:pt x="20661" y="3054"/>
                  </a:cubicBezTo>
                  <a:lnTo>
                    <a:pt x="206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7"/>
            <p:cNvSpPr/>
            <p:nvPr/>
          </p:nvSpPr>
          <p:spPr>
            <a:xfrm>
              <a:off x="4904966" y="2011765"/>
              <a:ext cx="282265" cy="134455"/>
            </a:xfrm>
            <a:custGeom>
              <a:avLst/>
              <a:gdLst/>
              <a:ahLst/>
              <a:cxnLst/>
              <a:rect l="l" t="t" r="r" b="b"/>
              <a:pathLst>
                <a:path w="19994" h="9524" extrusionOk="0">
                  <a:moveTo>
                    <a:pt x="18580" y="1413"/>
                  </a:moveTo>
                  <a:lnTo>
                    <a:pt x="18580" y="8111"/>
                  </a:lnTo>
                  <a:lnTo>
                    <a:pt x="1409" y="8111"/>
                  </a:lnTo>
                  <a:lnTo>
                    <a:pt x="1409" y="1413"/>
                  </a:lnTo>
                  <a:close/>
                  <a:moveTo>
                    <a:pt x="0" y="0"/>
                  </a:moveTo>
                  <a:lnTo>
                    <a:pt x="0" y="9524"/>
                  </a:lnTo>
                  <a:lnTo>
                    <a:pt x="19993" y="9524"/>
                  </a:lnTo>
                  <a:lnTo>
                    <a:pt x="199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7"/>
            <p:cNvSpPr/>
            <p:nvPr/>
          </p:nvSpPr>
          <p:spPr>
            <a:xfrm>
              <a:off x="4968185"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7"/>
            <p:cNvSpPr/>
            <p:nvPr/>
          </p:nvSpPr>
          <p:spPr>
            <a:xfrm>
              <a:off x="5036090"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7"/>
            <p:cNvSpPr/>
            <p:nvPr/>
          </p:nvSpPr>
          <p:spPr>
            <a:xfrm>
              <a:off x="5104051"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 name="Google Shape;166;p7"/>
          <p:cNvSpPr/>
          <p:nvPr/>
        </p:nvSpPr>
        <p:spPr>
          <a:xfrm>
            <a:off x="478601" y="705673"/>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7"/>
          <p:cNvSpPr/>
          <p:nvPr/>
        </p:nvSpPr>
        <p:spPr>
          <a:xfrm>
            <a:off x="426025" y="21147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7"/>
          <p:cNvSpPr/>
          <p:nvPr/>
        </p:nvSpPr>
        <p:spPr>
          <a:xfrm>
            <a:off x="146975" y="60547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7"/>
          <p:cNvSpPr/>
          <p:nvPr/>
        </p:nvSpPr>
        <p:spPr>
          <a:xfrm rot="10800000" flipH="1">
            <a:off x="727550" y="49388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7"/>
          <p:cNvSpPr/>
          <p:nvPr/>
        </p:nvSpPr>
        <p:spPr>
          <a:xfrm rot="10800000" flipH="1">
            <a:off x="97225" y="450522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7"/>
          <p:cNvSpPr/>
          <p:nvPr/>
        </p:nvSpPr>
        <p:spPr>
          <a:xfrm>
            <a:off x="8789351" y="479004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7"/>
          <p:cNvSpPr/>
          <p:nvPr/>
        </p:nvSpPr>
        <p:spPr>
          <a:xfrm rot="10800000" flipH="1">
            <a:off x="8938100" y="15072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7"/>
          <p:cNvSpPr/>
          <p:nvPr/>
        </p:nvSpPr>
        <p:spPr>
          <a:xfrm>
            <a:off x="8763525" y="45972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4" name="Google Shape;174;p7"/>
          <p:cNvGrpSpPr/>
          <p:nvPr/>
        </p:nvGrpSpPr>
        <p:grpSpPr>
          <a:xfrm>
            <a:off x="247163" y="4669739"/>
            <a:ext cx="306940" cy="289164"/>
            <a:chOff x="3522327" y="1976386"/>
            <a:chExt cx="510715" cy="481139"/>
          </a:xfrm>
        </p:grpSpPr>
        <p:sp>
          <p:nvSpPr>
            <p:cNvPr id="175" name="Google Shape;175;p7"/>
            <p:cNvSpPr/>
            <p:nvPr/>
          </p:nvSpPr>
          <p:spPr>
            <a:xfrm>
              <a:off x="3525644" y="1976386"/>
              <a:ext cx="504136" cy="481139"/>
            </a:xfrm>
            <a:custGeom>
              <a:avLst/>
              <a:gdLst/>
              <a:ahLst/>
              <a:cxnLst/>
              <a:rect l="l" t="t" r="r" b="b"/>
              <a:pathLst>
                <a:path w="35710" h="34081" extrusionOk="0">
                  <a:moveTo>
                    <a:pt x="11756" y="1414"/>
                  </a:moveTo>
                  <a:cubicBezTo>
                    <a:pt x="14265" y="1414"/>
                    <a:pt x="16670" y="2417"/>
                    <a:pt x="18438" y="4205"/>
                  </a:cubicBezTo>
                  <a:lnTo>
                    <a:pt x="30695" y="16539"/>
                  </a:lnTo>
                  <a:cubicBezTo>
                    <a:pt x="34377" y="20245"/>
                    <a:pt x="34358" y="26236"/>
                    <a:pt x="30652" y="29919"/>
                  </a:cubicBezTo>
                  <a:cubicBezTo>
                    <a:pt x="28891" y="31680"/>
                    <a:pt x="26502" y="32668"/>
                    <a:pt x="24014" y="32668"/>
                  </a:cubicBezTo>
                  <a:cubicBezTo>
                    <a:pt x="24005" y="32668"/>
                    <a:pt x="23995" y="32668"/>
                    <a:pt x="23985" y="32668"/>
                  </a:cubicBezTo>
                  <a:lnTo>
                    <a:pt x="23954" y="32668"/>
                  </a:lnTo>
                  <a:cubicBezTo>
                    <a:pt x="21441" y="32668"/>
                    <a:pt x="19036" y="31664"/>
                    <a:pt x="17272" y="29876"/>
                  </a:cubicBezTo>
                  <a:lnTo>
                    <a:pt x="5015" y="17543"/>
                  </a:lnTo>
                  <a:cubicBezTo>
                    <a:pt x="2321" y="14833"/>
                    <a:pt x="1522" y="10768"/>
                    <a:pt x="2989" y="7239"/>
                  </a:cubicBezTo>
                  <a:cubicBezTo>
                    <a:pt x="4456" y="3711"/>
                    <a:pt x="7903" y="1414"/>
                    <a:pt x="11725" y="1414"/>
                  </a:cubicBezTo>
                  <a:close/>
                  <a:moveTo>
                    <a:pt x="11725" y="1"/>
                  </a:moveTo>
                  <a:cubicBezTo>
                    <a:pt x="7335" y="1"/>
                    <a:pt x="3375" y="2645"/>
                    <a:pt x="1688" y="6699"/>
                  </a:cubicBezTo>
                  <a:cubicBezTo>
                    <a:pt x="1" y="10752"/>
                    <a:pt x="919" y="15423"/>
                    <a:pt x="4016" y="18539"/>
                  </a:cubicBezTo>
                  <a:lnTo>
                    <a:pt x="16272" y="30872"/>
                  </a:lnTo>
                  <a:cubicBezTo>
                    <a:pt x="18299" y="32926"/>
                    <a:pt x="21063" y="34080"/>
                    <a:pt x="23951" y="34080"/>
                  </a:cubicBezTo>
                  <a:lnTo>
                    <a:pt x="23985" y="34080"/>
                  </a:lnTo>
                  <a:cubicBezTo>
                    <a:pt x="28375" y="34080"/>
                    <a:pt x="32335" y="31440"/>
                    <a:pt x="34022" y="27387"/>
                  </a:cubicBezTo>
                  <a:cubicBezTo>
                    <a:pt x="35709" y="23329"/>
                    <a:pt x="34790" y="18658"/>
                    <a:pt x="31694" y="15547"/>
                  </a:cubicBezTo>
                  <a:lnTo>
                    <a:pt x="19438" y="3209"/>
                  </a:lnTo>
                  <a:cubicBezTo>
                    <a:pt x="17411" y="1159"/>
                    <a:pt x="14643" y="1"/>
                    <a:pt x="117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7"/>
            <p:cNvSpPr/>
            <p:nvPr/>
          </p:nvSpPr>
          <p:spPr>
            <a:xfrm>
              <a:off x="3669742" y="2113396"/>
              <a:ext cx="215941" cy="207146"/>
            </a:xfrm>
            <a:custGeom>
              <a:avLst/>
              <a:gdLst/>
              <a:ahLst/>
              <a:cxnLst/>
              <a:rect l="l" t="t" r="r" b="b"/>
              <a:pathLst>
                <a:path w="15296" h="14673" extrusionOk="0">
                  <a:moveTo>
                    <a:pt x="7661" y="0"/>
                  </a:moveTo>
                  <a:cubicBezTo>
                    <a:pt x="6856" y="0"/>
                    <a:pt x="6051" y="306"/>
                    <a:pt x="5436" y="920"/>
                  </a:cubicBezTo>
                  <a:lnTo>
                    <a:pt x="1240" y="5085"/>
                  </a:lnTo>
                  <a:cubicBezTo>
                    <a:pt x="4" y="6313"/>
                    <a:pt x="1" y="8312"/>
                    <a:pt x="1228" y="9548"/>
                  </a:cubicBezTo>
                  <a:lnTo>
                    <a:pt x="5394" y="13740"/>
                  </a:lnTo>
                  <a:cubicBezTo>
                    <a:pt x="6012" y="14362"/>
                    <a:pt x="6822" y="14673"/>
                    <a:pt x="7633" y="14673"/>
                  </a:cubicBezTo>
                  <a:cubicBezTo>
                    <a:pt x="8437" y="14673"/>
                    <a:pt x="9241" y="14367"/>
                    <a:pt x="9856" y="13756"/>
                  </a:cubicBezTo>
                  <a:lnTo>
                    <a:pt x="14052" y="9590"/>
                  </a:lnTo>
                  <a:cubicBezTo>
                    <a:pt x="15288" y="8359"/>
                    <a:pt x="15295" y="6363"/>
                    <a:pt x="14064" y="5124"/>
                  </a:cubicBezTo>
                  <a:lnTo>
                    <a:pt x="9899" y="931"/>
                  </a:lnTo>
                  <a:cubicBezTo>
                    <a:pt x="9282" y="311"/>
                    <a:pt x="8472" y="0"/>
                    <a:pt x="7661"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7"/>
            <p:cNvSpPr/>
            <p:nvPr/>
          </p:nvSpPr>
          <p:spPr>
            <a:xfrm>
              <a:off x="3710838" y="2207701"/>
              <a:ext cx="35986" cy="26922"/>
            </a:xfrm>
            <a:custGeom>
              <a:avLst/>
              <a:gdLst/>
              <a:ahLst/>
              <a:cxnLst/>
              <a:rect l="l" t="t" r="r" b="b"/>
              <a:pathLst>
                <a:path w="2549" h="1907" extrusionOk="0">
                  <a:moveTo>
                    <a:pt x="1276" y="0"/>
                  </a:moveTo>
                  <a:cubicBezTo>
                    <a:pt x="1032" y="0"/>
                    <a:pt x="788" y="94"/>
                    <a:pt x="603" y="281"/>
                  </a:cubicBezTo>
                  <a:cubicBezTo>
                    <a:pt x="0" y="880"/>
                    <a:pt x="429" y="1906"/>
                    <a:pt x="1274" y="1906"/>
                  </a:cubicBezTo>
                  <a:cubicBezTo>
                    <a:pt x="2124" y="1906"/>
                    <a:pt x="2548" y="880"/>
                    <a:pt x="1950" y="281"/>
                  </a:cubicBezTo>
                  <a:cubicBezTo>
                    <a:pt x="1764" y="94"/>
                    <a:pt x="1520" y="0"/>
                    <a:pt x="12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7"/>
            <p:cNvSpPr/>
            <p:nvPr/>
          </p:nvSpPr>
          <p:spPr>
            <a:xfrm>
              <a:off x="3763920" y="2154676"/>
              <a:ext cx="35986" cy="26922"/>
            </a:xfrm>
            <a:custGeom>
              <a:avLst/>
              <a:gdLst/>
              <a:ahLst/>
              <a:cxnLst/>
              <a:rect l="l" t="t" r="r" b="b"/>
              <a:pathLst>
                <a:path w="2549" h="1907" extrusionOk="0">
                  <a:moveTo>
                    <a:pt x="1272" y="0"/>
                  </a:moveTo>
                  <a:cubicBezTo>
                    <a:pt x="1028" y="0"/>
                    <a:pt x="784" y="94"/>
                    <a:pt x="599" y="281"/>
                  </a:cubicBezTo>
                  <a:cubicBezTo>
                    <a:pt x="0" y="879"/>
                    <a:pt x="425" y="1906"/>
                    <a:pt x="1274" y="1906"/>
                  </a:cubicBezTo>
                  <a:cubicBezTo>
                    <a:pt x="2120" y="1906"/>
                    <a:pt x="2548" y="879"/>
                    <a:pt x="1946" y="281"/>
                  </a:cubicBezTo>
                  <a:cubicBezTo>
                    <a:pt x="1761" y="94"/>
                    <a:pt x="1516" y="0"/>
                    <a:pt x="12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7"/>
            <p:cNvSpPr/>
            <p:nvPr/>
          </p:nvSpPr>
          <p:spPr>
            <a:xfrm>
              <a:off x="3760051" y="2252369"/>
              <a:ext cx="26880" cy="26894"/>
            </a:xfrm>
            <a:custGeom>
              <a:avLst/>
              <a:gdLst/>
              <a:ahLst/>
              <a:cxnLst/>
              <a:rect l="l" t="t" r="r" b="b"/>
              <a:pathLst>
                <a:path w="1904" h="1905" extrusionOk="0">
                  <a:moveTo>
                    <a:pt x="954" y="1"/>
                  </a:moveTo>
                  <a:cubicBezTo>
                    <a:pt x="425" y="1"/>
                    <a:pt x="0" y="426"/>
                    <a:pt x="0" y="954"/>
                  </a:cubicBezTo>
                  <a:cubicBezTo>
                    <a:pt x="0" y="1479"/>
                    <a:pt x="425" y="1904"/>
                    <a:pt x="954" y="1904"/>
                  </a:cubicBezTo>
                  <a:cubicBezTo>
                    <a:pt x="1479" y="1904"/>
                    <a:pt x="1903" y="1479"/>
                    <a:pt x="1903" y="954"/>
                  </a:cubicBezTo>
                  <a:cubicBezTo>
                    <a:pt x="1903" y="426"/>
                    <a:pt x="1479" y="1"/>
                    <a:pt x="9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7"/>
            <p:cNvSpPr/>
            <p:nvPr/>
          </p:nvSpPr>
          <p:spPr>
            <a:xfrm>
              <a:off x="3808545" y="2199301"/>
              <a:ext cx="35986" cy="26922"/>
            </a:xfrm>
            <a:custGeom>
              <a:avLst/>
              <a:gdLst/>
              <a:ahLst/>
              <a:cxnLst/>
              <a:rect l="l" t="t" r="r" b="b"/>
              <a:pathLst>
                <a:path w="2549" h="1907" extrusionOk="0">
                  <a:moveTo>
                    <a:pt x="1274" y="1"/>
                  </a:moveTo>
                  <a:cubicBezTo>
                    <a:pt x="1031" y="1"/>
                    <a:pt x="787" y="94"/>
                    <a:pt x="599" y="282"/>
                  </a:cubicBezTo>
                  <a:cubicBezTo>
                    <a:pt x="1" y="880"/>
                    <a:pt x="426" y="1907"/>
                    <a:pt x="1275" y="1907"/>
                  </a:cubicBezTo>
                  <a:cubicBezTo>
                    <a:pt x="2124" y="1907"/>
                    <a:pt x="2549" y="880"/>
                    <a:pt x="1947" y="282"/>
                  </a:cubicBezTo>
                  <a:cubicBezTo>
                    <a:pt x="1761" y="94"/>
                    <a:pt x="1518" y="1"/>
                    <a:pt x="12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7"/>
            <p:cNvSpPr/>
            <p:nvPr/>
          </p:nvSpPr>
          <p:spPr>
            <a:xfrm>
              <a:off x="3761844" y="1977191"/>
              <a:ext cx="271197" cy="256826"/>
            </a:xfrm>
            <a:custGeom>
              <a:avLst/>
              <a:gdLst/>
              <a:ahLst/>
              <a:cxnLst/>
              <a:rect l="l" t="t" r="r" b="b"/>
              <a:pathLst>
                <a:path w="19210" h="18192" extrusionOk="0">
                  <a:moveTo>
                    <a:pt x="7289" y="1407"/>
                  </a:moveTo>
                  <a:cubicBezTo>
                    <a:pt x="9737" y="1407"/>
                    <a:pt x="12173" y="2347"/>
                    <a:pt x="13998" y="4186"/>
                  </a:cubicBezTo>
                  <a:cubicBezTo>
                    <a:pt x="17102" y="7310"/>
                    <a:pt x="17604" y="12181"/>
                    <a:pt x="15307" y="15856"/>
                  </a:cubicBezTo>
                  <a:cubicBezTo>
                    <a:pt x="15191" y="15725"/>
                    <a:pt x="15079" y="15606"/>
                    <a:pt x="14960" y="15486"/>
                  </a:cubicBezTo>
                  <a:lnTo>
                    <a:pt x="2703" y="3152"/>
                  </a:lnTo>
                  <a:cubicBezTo>
                    <a:pt x="2587" y="3036"/>
                    <a:pt x="2467" y="2920"/>
                    <a:pt x="2336" y="2804"/>
                  </a:cubicBezTo>
                  <a:cubicBezTo>
                    <a:pt x="3856" y="1868"/>
                    <a:pt x="5576" y="1407"/>
                    <a:pt x="7289" y="1407"/>
                  </a:cubicBezTo>
                  <a:close/>
                  <a:moveTo>
                    <a:pt x="7290" y="0"/>
                  </a:moveTo>
                  <a:cubicBezTo>
                    <a:pt x="4991" y="0"/>
                    <a:pt x="2683" y="722"/>
                    <a:pt x="742" y="2191"/>
                  </a:cubicBezTo>
                  <a:lnTo>
                    <a:pt x="1" y="2750"/>
                  </a:lnTo>
                  <a:lnTo>
                    <a:pt x="738" y="3314"/>
                  </a:lnTo>
                  <a:cubicBezTo>
                    <a:pt x="1078" y="3569"/>
                    <a:pt x="1402" y="3851"/>
                    <a:pt x="1703" y="4152"/>
                  </a:cubicBezTo>
                  <a:lnTo>
                    <a:pt x="13964" y="16482"/>
                  </a:lnTo>
                  <a:cubicBezTo>
                    <a:pt x="14261" y="16787"/>
                    <a:pt x="14539" y="17111"/>
                    <a:pt x="14794" y="17455"/>
                  </a:cubicBezTo>
                  <a:lnTo>
                    <a:pt x="15350" y="18192"/>
                  </a:lnTo>
                  <a:lnTo>
                    <a:pt x="15913" y="17462"/>
                  </a:lnTo>
                  <a:cubicBezTo>
                    <a:pt x="19210" y="13166"/>
                    <a:pt x="18816" y="7032"/>
                    <a:pt x="15002" y="3194"/>
                  </a:cubicBezTo>
                  <a:cubicBezTo>
                    <a:pt x="12903" y="1081"/>
                    <a:pt x="10103" y="0"/>
                    <a:pt x="72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7"/>
            <p:cNvSpPr/>
            <p:nvPr/>
          </p:nvSpPr>
          <p:spPr>
            <a:xfrm>
              <a:off x="3522327" y="2199894"/>
              <a:ext cx="271141" cy="256924"/>
            </a:xfrm>
            <a:custGeom>
              <a:avLst/>
              <a:gdLst/>
              <a:ahLst/>
              <a:cxnLst/>
              <a:rect l="l" t="t" r="r" b="b"/>
              <a:pathLst>
                <a:path w="19206" h="18199" extrusionOk="0">
                  <a:moveTo>
                    <a:pt x="3903" y="2336"/>
                  </a:moveTo>
                  <a:cubicBezTo>
                    <a:pt x="4019" y="2467"/>
                    <a:pt x="4131" y="2591"/>
                    <a:pt x="4251" y="2707"/>
                  </a:cubicBezTo>
                  <a:lnTo>
                    <a:pt x="16507" y="15044"/>
                  </a:lnTo>
                  <a:cubicBezTo>
                    <a:pt x="16623" y="15160"/>
                    <a:pt x="16743" y="15272"/>
                    <a:pt x="16870" y="15392"/>
                  </a:cubicBezTo>
                  <a:cubicBezTo>
                    <a:pt x="15353" y="16326"/>
                    <a:pt x="13635" y="16786"/>
                    <a:pt x="11923" y="16786"/>
                  </a:cubicBezTo>
                  <a:cubicBezTo>
                    <a:pt x="9475" y="16786"/>
                    <a:pt x="7038" y="15846"/>
                    <a:pt x="5212" y="14006"/>
                  </a:cubicBezTo>
                  <a:cubicBezTo>
                    <a:pt x="2104" y="10883"/>
                    <a:pt x="1606" y="6011"/>
                    <a:pt x="3903" y="2340"/>
                  </a:cubicBezTo>
                  <a:lnTo>
                    <a:pt x="3903" y="2336"/>
                  </a:lnTo>
                  <a:close/>
                  <a:moveTo>
                    <a:pt x="3861" y="0"/>
                  </a:moveTo>
                  <a:lnTo>
                    <a:pt x="3297" y="738"/>
                  </a:lnTo>
                  <a:cubicBezTo>
                    <a:pt x="0" y="5030"/>
                    <a:pt x="394" y="11165"/>
                    <a:pt x="4208" y="15006"/>
                  </a:cubicBezTo>
                  <a:cubicBezTo>
                    <a:pt x="6247" y="17052"/>
                    <a:pt x="9020" y="18198"/>
                    <a:pt x="11907" y="18198"/>
                  </a:cubicBezTo>
                  <a:cubicBezTo>
                    <a:pt x="11911" y="18198"/>
                    <a:pt x="11916" y="18198"/>
                    <a:pt x="11921" y="18198"/>
                  </a:cubicBezTo>
                  <a:cubicBezTo>
                    <a:pt x="14284" y="18198"/>
                    <a:pt x="16584" y="17430"/>
                    <a:pt x="18468" y="16006"/>
                  </a:cubicBezTo>
                  <a:lnTo>
                    <a:pt x="19206" y="15446"/>
                  </a:lnTo>
                  <a:lnTo>
                    <a:pt x="18472" y="14882"/>
                  </a:lnTo>
                  <a:cubicBezTo>
                    <a:pt x="18132" y="14624"/>
                    <a:pt x="17808" y="14346"/>
                    <a:pt x="17507" y="14044"/>
                  </a:cubicBezTo>
                  <a:lnTo>
                    <a:pt x="5250" y="1711"/>
                  </a:lnTo>
                  <a:cubicBezTo>
                    <a:pt x="4953" y="1406"/>
                    <a:pt x="4675" y="1081"/>
                    <a:pt x="4420" y="742"/>
                  </a:cubicBezTo>
                  <a:lnTo>
                    <a:pt x="38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 name="Google Shape;183;p7"/>
          <p:cNvGrpSpPr/>
          <p:nvPr/>
        </p:nvGrpSpPr>
        <p:grpSpPr>
          <a:xfrm rot="-1539925">
            <a:off x="803330" y="91287"/>
            <a:ext cx="313979" cy="421444"/>
            <a:chOff x="4106283" y="2500625"/>
            <a:chExt cx="522432" cy="701244"/>
          </a:xfrm>
        </p:grpSpPr>
        <p:sp>
          <p:nvSpPr>
            <p:cNvPr id="184" name="Google Shape;184;p7"/>
            <p:cNvSpPr/>
            <p:nvPr/>
          </p:nvSpPr>
          <p:spPr>
            <a:xfrm>
              <a:off x="4258653" y="2963863"/>
              <a:ext cx="108309" cy="91030"/>
            </a:xfrm>
            <a:custGeom>
              <a:avLst/>
              <a:gdLst/>
              <a:ahLst/>
              <a:cxnLst/>
              <a:rect l="l" t="t" r="r" b="b"/>
              <a:pathLst>
                <a:path w="7672" h="6448" extrusionOk="0">
                  <a:moveTo>
                    <a:pt x="6039" y="1413"/>
                  </a:moveTo>
                  <a:lnTo>
                    <a:pt x="5514" y="5034"/>
                  </a:lnTo>
                  <a:lnTo>
                    <a:pt x="2159" y="5034"/>
                  </a:lnTo>
                  <a:lnTo>
                    <a:pt x="1634" y="1413"/>
                  </a:lnTo>
                  <a:close/>
                  <a:moveTo>
                    <a:pt x="1" y="0"/>
                  </a:moveTo>
                  <a:lnTo>
                    <a:pt x="939" y="6447"/>
                  </a:lnTo>
                  <a:lnTo>
                    <a:pt x="6737" y="6447"/>
                  </a:lnTo>
                  <a:lnTo>
                    <a:pt x="76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7"/>
            <p:cNvSpPr/>
            <p:nvPr/>
          </p:nvSpPr>
          <p:spPr>
            <a:xfrm>
              <a:off x="4106283" y="2500625"/>
              <a:ext cx="413106" cy="483200"/>
            </a:xfrm>
            <a:custGeom>
              <a:avLst/>
              <a:gdLst/>
              <a:ahLst/>
              <a:cxnLst/>
              <a:rect l="l" t="t" r="r" b="b"/>
              <a:pathLst>
                <a:path w="29262" h="34227" extrusionOk="0">
                  <a:moveTo>
                    <a:pt x="24672" y="1409"/>
                  </a:moveTo>
                  <a:cubicBezTo>
                    <a:pt x="26425" y="1413"/>
                    <a:pt x="27845" y="2834"/>
                    <a:pt x="27849" y="4586"/>
                  </a:cubicBezTo>
                  <a:lnTo>
                    <a:pt x="27849" y="24494"/>
                  </a:lnTo>
                  <a:cubicBezTo>
                    <a:pt x="27849" y="29080"/>
                    <a:pt x="24116" y="32813"/>
                    <a:pt x="19530" y="32813"/>
                  </a:cubicBezTo>
                  <a:lnTo>
                    <a:pt x="9732" y="32813"/>
                  </a:lnTo>
                  <a:cubicBezTo>
                    <a:pt x="5146" y="32813"/>
                    <a:pt x="1413" y="29080"/>
                    <a:pt x="1413" y="24494"/>
                  </a:cubicBezTo>
                  <a:lnTo>
                    <a:pt x="1413" y="4590"/>
                  </a:lnTo>
                  <a:cubicBezTo>
                    <a:pt x="1417" y="2834"/>
                    <a:pt x="2838" y="1413"/>
                    <a:pt x="4590" y="1413"/>
                  </a:cubicBezTo>
                  <a:lnTo>
                    <a:pt x="24672" y="1409"/>
                  </a:lnTo>
                  <a:close/>
                  <a:moveTo>
                    <a:pt x="4590" y="0"/>
                  </a:moveTo>
                  <a:cubicBezTo>
                    <a:pt x="2058" y="0"/>
                    <a:pt x="4" y="2054"/>
                    <a:pt x="0" y="4586"/>
                  </a:cubicBezTo>
                  <a:lnTo>
                    <a:pt x="0" y="24490"/>
                  </a:lnTo>
                  <a:cubicBezTo>
                    <a:pt x="0" y="29860"/>
                    <a:pt x="4366" y="34226"/>
                    <a:pt x="9732" y="34226"/>
                  </a:cubicBezTo>
                  <a:lnTo>
                    <a:pt x="19530" y="34226"/>
                  </a:lnTo>
                  <a:cubicBezTo>
                    <a:pt x="24896" y="34226"/>
                    <a:pt x="29262" y="29860"/>
                    <a:pt x="29258" y="24490"/>
                  </a:cubicBezTo>
                  <a:lnTo>
                    <a:pt x="29258" y="4586"/>
                  </a:lnTo>
                  <a:cubicBezTo>
                    <a:pt x="29258" y="2054"/>
                    <a:pt x="27204" y="0"/>
                    <a:pt x="246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7"/>
            <p:cNvSpPr/>
            <p:nvPr/>
          </p:nvSpPr>
          <p:spPr>
            <a:xfrm>
              <a:off x="4178438" y="2642153"/>
              <a:ext cx="268854" cy="279922"/>
            </a:xfrm>
            <a:custGeom>
              <a:avLst/>
              <a:gdLst/>
              <a:ahLst/>
              <a:cxnLst/>
              <a:rect l="l" t="t" r="r" b="b"/>
              <a:pathLst>
                <a:path w="19044" h="19828" extrusionOk="0">
                  <a:moveTo>
                    <a:pt x="0" y="0"/>
                  </a:moveTo>
                  <a:lnTo>
                    <a:pt x="0" y="10806"/>
                  </a:lnTo>
                  <a:cubicBezTo>
                    <a:pt x="0" y="15786"/>
                    <a:pt x="4038" y="19827"/>
                    <a:pt x="9022" y="19827"/>
                  </a:cubicBezTo>
                  <a:lnTo>
                    <a:pt x="10018" y="19827"/>
                  </a:lnTo>
                  <a:cubicBezTo>
                    <a:pt x="15002" y="19827"/>
                    <a:pt x="19044" y="15786"/>
                    <a:pt x="19044" y="10806"/>
                  </a:cubicBezTo>
                  <a:lnTo>
                    <a:pt x="19044"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7"/>
            <p:cNvSpPr/>
            <p:nvPr/>
          </p:nvSpPr>
          <p:spPr>
            <a:xfrm>
              <a:off x="4221157" y="2571523"/>
              <a:ext cx="183302" cy="19962"/>
            </a:xfrm>
            <a:custGeom>
              <a:avLst/>
              <a:gdLst/>
              <a:ahLst/>
              <a:cxnLst/>
              <a:rect l="l" t="t" r="r" b="b"/>
              <a:pathLst>
                <a:path w="12984" h="1414" extrusionOk="0">
                  <a:moveTo>
                    <a:pt x="1" y="0"/>
                  </a:moveTo>
                  <a:lnTo>
                    <a:pt x="1" y="1413"/>
                  </a:lnTo>
                  <a:lnTo>
                    <a:pt x="12983" y="1413"/>
                  </a:lnTo>
                  <a:lnTo>
                    <a:pt x="12983"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7"/>
            <p:cNvSpPr/>
            <p:nvPr/>
          </p:nvSpPr>
          <p:spPr>
            <a:xfrm>
              <a:off x="4302855" y="2615499"/>
              <a:ext cx="325860" cy="586370"/>
            </a:xfrm>
            <a:custGeom>
              <a:avLst/>
              <a:gdLst/>
              <a:ahLst/>
              <a:cxnLst/>
              <a:rect l="l" t="t" r="r" b="b"/>
              <a:pathLst>
                <a:path w="23082" h="41535" extrusionOk="0">
                  <a:moveTo>
                    <a:pt x="21669" y="1"/>
                  </a:moveTo>
                  <a:lnTo>
                    <a:pt x="21669" y="30417"/>
                  </a:lnTo>
                  <a:cubicBezTo>
                    <a:pt x="21669" y="35767"/>
                    <a:pt x="17314" y="40122"/>
                    <a:pt x="11964" y="40122"/>
                  </a:cubicBezTo>
                  <a:lnTo>
                    <a:pt x="11119" y="40122"/>
                  </a:lnTo>
                  <a:cubicBezTo>
                    <a:pt x="5768" y="40122"/>
                    <a:pt x="1414" y="35767"/>
                    <a:pt x="1414" y="30417"/>
                  </a:cubicBezTo>
                  <a:lnTo>
                    <a:pt x="1" y="30417"/>
                  </a:lnTo>
                  <a:cubicBezTo>
                    <a:pt x="1" y="36547"/>
                    <a:pt x="4992" y="41535"/>
                    <a:pt x="11119" y="41535"/>
                  </a:cubicBezTo>
                  <a:lnTo>
                    <a:pt x="11964" y="41535"/>
                  </a:lnTo>
                  <a:cubicBezTo>
                    <a:pt x="18094" y="41535"/>
                    <a:pt x="23082" y="36547"/>
                    <a:pt x="23082" y="30417"/>
                  </a:cubicBezTo>
                  <a:lnTo>
                    <a:pt x="230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7"/>
            <p:cNvSpPr/>
            <p:nvPr/>
          </p:nvSpPr>
          <p:spPr>
            <a:xfrm>
              <a:off x="4379640" y="2665970"/>
              <a:ext cx="135288" cy="19962"/>
            </a:xfrm>
            <a:custGeom>
              <a:avLst/>
              <a:gdLst/>
              <a:ahLst/>
              <a:cxnLst/>
              <a:rect l="l" t="t" r="r" b="b"/>
              <a:pathLst>
                <a:path w="9583" h="1414" extrusionOk="0">
                  <a:moveTo>
                    <a:pt x="1" y="0"/>
                  </a:moveTo>
                  <a:lnTo>
                    <a:pt x="1" y="1413"/>
                  </a:lnTo>
                  <a:lnTo>
                    <a:pt x="9582" y="1413"/>
                  </a:lnTo>
                  <a:lnTo>
                    <a:pt x="95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7"/>
            <p:cNvSpPr/>
            <p:nvPr/>
          </p:nvSpPr>
          <p:spPr>
            <a:xfrm>
              <a:off x="4379640" y="2772133"/>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7"/>
            <p:cNvSpPr/>
            <p:nvPr/>
          </p:nvSpPr>
          <p:spPr>
            <a:xfrm>
              <a:off x="4379640" y="2878297"/>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 name="Google Shape;192;p7"/>
          <p:cNvSpPr/>
          <p:nvPr/>
        </p:nvSpPr>
        <p:spPr>
          <a:xfrm>
            <a:off x="8938100" y="411240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7"/>
          <p:cNvSpPr/>
          <p:nvPr/>
        </p:nvSpPr>
        <p:spPr>
          <a:xfrm>
            <a:off x="8382950" y="496280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7"/>
          <p:cNvSpPr/>
          <p:nvPr/>
        </p:nvSpPr>
        <p:spPr>
          <a:xfrm rot="10800000" flipH="1">
            <a:off x="8004650" y="4407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7"/>
          <p:cNvSpPr txBox="1">
            <a:spLocks noGrp="1"/>
          </p:cNvSpPr>
          <p:nvPr>
            <p:ph type="title"/>
          </p:nvPr>
        </p:nvSpPr>
        <p:spPr>
          <a:xfrm>
            <a:off x="965051" y="1031100"/>
            <a:ext cx="3722100" cy="77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4600"/>
              <a:buNone/>
              <a:defRPr b="1">
                <a:solidFill>
                  <a:schemeClr val="accent1"/>
                </a:solidFill>
                <a:latin typeface="Work Sans"/>
                <a:ea typeface="Work Sans"/>
                <a:cs typeface="Work Sans"/>
                <a:sym typeface="Work Sans"/>
              </a:defRPr>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sp>
        <p:nvSpPr>
          <p:cNvPr id="196" name="Google Shape;196;p7"/>
          <p:cNvSpPr txBox="1">
            <a:spLocks noGrp="1"/>
          </p:cNvSpPr>
          <p:nvPr>
            <p:ph type="subTitle" idx="1"/>
          </p:nvPr>
        </p:nvSpPr>
        <p:spPr>
          <a:xfrm>
            <a:off x="965050" y="1809900"/>
            <a:ext cx="3722100" cy="23025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Anaheim"/>
              <a:buChar char="●"/>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97"/>
        <p:cNvGrpSpPr/>
        <p:nvPr/>
      </p:nvGrpSpPr>
      <p:grpSpPr>
        <a:xfrm>
          <a:off x="0" y="0"/>
          <a:ext cx="0" cy="0"/>
          <a:chOff x="0" y="0"/>
          <a:chExt cx="0" cy="0"/>
        </a:xfrm>
      </p:grpSpPr>
      <p:sp>
        <p:nvSpPr>
          <p:cNvPr id="198" name="Google Shape;198;p8"/>
          <p:cNvSpPr txBox="1">
            <a:spLocks noGrp="1"/>
          </p:cNvSpPr>
          <p:nvPr>
            <p:ph type="ctrTitle"/>
          </p:nvPr>
        </p:nvSpPr>
        <p:spPr>
          <a:xfrm>
            <a:off x="1195800" y="1954749"/>
            <a:ext cx="6752400" cy="22617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6000"/>
              <a:buNone/>
              <a:defRPr sz="9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9"/>
        <p:cNvGrpSpPr/>
        <p:nvPr/>
      </p:nvGrpSpPr>
      <p:grpSpPr>
        <a:xfrm>
          <a:off x="0" y="0"/>
          <a:ext cx="0" cy="0"/>
          <a:chOff x="0" y="0"/>
          <a:chExt cx="0" cy="0"/>
        </a:xfrm>
      </p:grpSpPr>
      <p:sp>
        <p:nvSpPr>
          <p:cNvPr id="200" name="Google Shape;200;p9"/>
          <p:cNvSpPr txBox="1">
            <a:spLocks noGrp="1"/>
          </p:cNvSpPr>
          <p:nvPr>
            <p:ph type="title"/>
          </p:nvPr>
        </p:nvSpPr>
        <p:spPr>
          <a:xfrm>
            <a:off x="677175" y="2430600"/>
            <a:ext cx="4890000" cy="1195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4800"/>
              <a:buNone/>
              <a:defRPr sz="6000" b="1">
                <a:solidFill>
                  <a:schemeClr val="accent1"/>
                </a:solidFill>
                <a:latin typeface="Work Sans"/>
                <a:ea typeface="Work Sans"/>
                <a:cs typeface="Work Sans"/>
                <a:sym typeface="Work Sans"/>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201" name="Google Shape;201;p9"/>
          <p:cNvSpPr txBox="1">
            <a:spLocks noGrp="1"/>
          </p:cNvSpPr>
          <p:nvPr>
            <p:ph type="subTitle" idx="1"/>
          </p:nvPr>
        </p:nvSpPr>
        <p:spPr>
          <a:xfrm>
            <a:off x="677275" y="3474000"/>
            <a:ext cx="4890000" cy="10455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6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2pPr>
            <a:lvl3pPr lvl="2"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3pPr>
            <a:lvl4pPr lvl="3"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4pPr>
            <a:lvl5pPr lvl="4"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5pPr>
            <a:lvl6pPr lvl="5"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6pPr>
            <a:lvl7pPr lvl="6"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7pPr>
            <a:lvl8pPr lvl="7"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8pPr>
            <a:lvl9pPr lvl="8"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12"/>
        <p:cNvGrpSpPr/>
        <p:nvPr/>
      </p:nvGrpSpPr>
      <p:grpSpPr>
        <a:xfrm>
          <a:off x="0" y="0"/>
          <a:ext cx="0" cy="0"/>
          <a:chOff x="0" y="0"/>
          <a:chExt cx="0" cy="0"/>
        </a:xfrm>
      </p:grpSpPr>
      <p:sp>
        <p:nvSpPr>
          <p:cNvPr id="213" name="Google Shape;213;p11"/>
          <p:cNvSpPr txBox="1">
            <a:spLocks noGrp="1"/>
          </p:cNvSpPr>
          <p:nvPr>
            <p:ph type="title" hasCustomPrompt="1"/>
          </p:nvPr>
        </p:nvSpPr>
        <p:spPr>
          <a:xfrm>
            <a:off x="1086650" y="1783350"/>
            <a:ext cx="6970800" cy="1143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70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14" name="Google Shape;214;p11"/>
          <p:cNvSpPr txBox="1">
            <a:spLocks noGrp="1"/>
          </p:cNvSpPr>
          <p:nvPr>
            <p:ph type="subTitle" idx="1"/>
          </p:nvPr>
        </p:nvSpPr>
        <p:spPr>
          <a:xfrm>
            <a:off x="1851450" y="2927250"/>
            <a:ext cx="5441100" cy="4329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algn="ctr"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algn="ctr"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algn="ctr"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algn="ctr"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algn="ctr"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algn="ctr"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algn="ctr"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algn="ctr"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215" name="Google Shape;215;p11"/>
          <p:cNvSpPr/>
          <p:nvPr/>
        </p:nvSpPr>
        <p:spPr>
          <a:xfrm rot="10800000" flipH="1">
            <a:off x="-248841" y="956100"/>
            <a:ext cx="1087378" cy="1096617"/>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rot="10800000" flipH="1">
            <a:off x="8350759" y="3090800"/>
            <a:ext cx="1087378" cy="1096617"/>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7" name="Google Shape;217;p11"/>
          <p:cNvGrpSpPr/>
          <p:nvPr/>
        </p:nvGrpSpPr>
        <p:grpSpPr>
          <a:xfrm rot="1318768">
            <a:off x="8221529" y="217534"/>
            <a:ext cx="349569" cy="229287"/>
            <a:chOff x="4277246" y="2003393"/>
            <a:chExt cx="464282" cy="304529"/>
          </a:xfrm>
        </p:grpSpPr>
        <p:sp>
          <p:nvSpPr>
            <p:cNvPr id="218" name="Google Shape;218;p11"/>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1"/>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1"/>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221;p11"/>
          <p:cNvGrpSpPr/>
          <p:nvPr/>
        </p:nvGrpSpPr>
        <p:grpSpPr>
          <a:xfrm rot="-1319231" flipH="1">
            <a:off x="6931830" y="146871"/>
            <a:ext cx="235123" cy="434241"/>
            <a:chOff x="4848722" y="2011765"/>
            <a:chExt cx="394754" cy="728943"/>
          </a:xfrm>
        </p:grpSpPr>
        <p:sp>
          <p:nvSpPr>
            <p:cNvPr id="222" name="Google Shape;222;p11"/>
            <p:cNvSpPr/>
            <p:nvPr/>
          </p:nvSpPr>
          <p:spPr>
            <a:xfrm>
              <a:off x="4858689" y="2393361"/>
              <a:ext cx="89773" cy="231146"/>
            </a:xfrm>
            <a:custGeom>
              <a:avLst/>
              <a:gdLst/>
              <a:ahLst/>
              <a:cxnLst/>
              <a:rect l="l" t="t" r="r" b="b"/>
              <a:pathLst>
                <a:path w="6359" h="16373" extrusionOk="0">
                  <a:moveTo>
                    <a:pt x="1" y="1"/>
                  </a:moveTo>
                  <a:lnTo>
                    <a:pt x="1" y="16373"/>
                  </a:lnTo>
                  <a:lnTo>
                    <a:pt x="6359" y="16373"/>
                  </a:lnTo>
                  <a:lnTo>
                    <a:pt x="6359"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1"/>
            <p:cNvSpPr/>
            <p:nvPr/>
          </p:nvSpPr>
          <p:spPr>
            <a:xfrm>
              <a:off x="5020278" y="2393361"/>
              <a:ext cx="213217" cy="231146"/>
            </a:xfrm>
            <a:custGeom>
              <a:avLst/>
              <a:gdLst/>
              <a:ahLst/>
              <a:cxnLst/>
              <a:rect l="l" t="t" r="r" b="b"/>
              <a:pathLst>
                <a:path w="15103" h="16373" extrusionOk="0">
                  <a:moveTo>
                    <a:pt x="1" y="1"/>
                  </a:moveTo>
                  <a:lnTo>
                    <a:pt x="1" y="16373"/>
                  </a:lnTo>
                  <a:lnTo>
                    <a:pt x="15103" y="16373"/>
                  </a:lnTo>
                  <a:lnTo>
                    <a:pt x="1510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1"/>
            <p:cNvSpPr/>
            <p:nvPr/>
          </p:nvSpPr>
          <p:spPr>
            <a:xfrm>
              <a:off x="4848722" y="2126215"/>
              <a:ext cx="394754" cy="614492"/>
            </a:xfrm>
            <a:custGeom>
              <a:avLst/>
              <a:gdLst/>
              <a:ahLst/>
              <a:cxnLst/>
              <a:rect l="l" t="t" r="r" b="b"/>
              <a:pathLst>
                <a:path w="27962" h="43527" extrusionOk="0">
                  <a:moveTo>
                    <a:pt x="19248" y="1417"/>
                  </a:moveTo>
                  <a:lnTo>
                    <a:pt x="19248" y="3050"/>
                  </a:lnTo>
                  <a:cubicBezTo>
                    <a:pt x="19248" y="7107"/>
                    <a:pt x="21796" y="10798"/>
                    <a:pt x="25591" y="12234"/>
                  </a:cubicBezTo>
                  <a:cubicBezTo>
                    <a:pt x="26166" y="12454"/>
                    <a:pt x="26544" y="13002"/>
                    <a:pt x="26548" y="13620"/>
                  </a:cubicBezTo>
                  <a:lnTo>
                    <a:pt x="26548" y="39006"/>
                  </a:lnTo>
                  <a:cubicBezTo>
                    <a:pt x="26544" y="40720"/>
                    <a:pt x="25155" y="42113"/>
                    <a:pt x="23437" y="42113"/>
                  </a:cubicBezTo>
                  <a:lnTo>
                    <a:pt x="4521" y="42113"/>
                  </a:lnTo>
                  <a:cubicBezTo>
                    <a:pt x="2807" y="42113"/>
                    <a:pt x="1413" y="40720"/>
                    <a:pt x="1413" y="39006"/>
                  </a:cubicBezTo>
                  <a:lnTo>
                    <a:pt x="1413" y="13623"/>
                  </a:lnTo>
                  <a:cubicBezTo>
                    <a:pt x="1413" y="13006"/>
                    <a:pt x="1795" y="12454"/>
                    <a:pt x="2371" y="12234"/>
                  </a:cubicBezTo>
                  <a:cubicBezTo>
                    <a:pt x="6165" y="10798"/>
                    <a:pt x="8713" y="7107"/>
                    <a:pt x="8713" y="3054"/>
                  </a:cubicBezTo>
                  <a:lnTo>
                    <a:pt x="8713" y="1417"/>
                  </a:lnTo>
                  <a:close/>
                  <a:moveTo>
                    <a:pt x="7300" y="0"/>
                  </a:moveTo>
                  <a:lnTo>
                    <a:pt x="7300" y="3046"/>
                  </a:lnTo>
                  <a:cubicBezTo>
                    <a:pt x="7300" y="6520"/>
                    <a:pt x="5119" y="9682"/>
                    <a:pt x="1869" y="10913"/>
                  </a:cubicBezTo>
                  <a:cubicBezTo>
                    <a:pt x="745" y="11342"/>
                    <a:pt x="4" y="12419"/>
                    <a:pt x="0" y="13620"/>
                  </a:cubicBezTo>
                  <a:lnTo>
                    <a:pt x="0" y="39002"/>
                  </a:lnTo>
                  <a:cubicBezTo>
                    <a:pt x="4" y="41499"/>
                    <a:pt x="2027" y="43522"/>
                    <a:pt x="4521" y="43526"/>
                  </a:cubicBezTo>
                  <a:lnTo>
                    <a:pt x="23437" y="43526"/>
                  </a:lnTo>
                  <a:cubicBezTo>
                    <a:pt x="25934" y="43522"/>
                    <a:pt x="27957" y="41499"/>
                    <a:pt x="27961" y="39002"/>
                  </a:cubicBezTo>
                  <a:lnTo>
                    <a:pt x="27961" y="13620"/>
                  </a:lnTo>
                  <a:cubicBezTo>
                    <a:pt x="27953" y="12419"/>
                    <a:pt x="27212" y="11346"/>
                    <a:pt x="26093" y="10917"/>
                  </a:cubicBezTo>
                  <a:cubicBezTo>
                    <a:pt x="22842" y="9686"/>
                    <a:pt x="20661" y="6528"/>
                    <a:pt x="20661" y="3054"/>
                  </a:cubicBezTo>
                  <a:lnTo>
                    <a:pt x="206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a:off x="4904966" y="2011765"/>
              <a:ext cx="282265" cy="134455"/>
            </a:xfrm>
            <a:custGeom>
              <a:avLst/>
              <a:gdLst/>
              <a:ahLst/>
              <a:cxnLst/>
              <a:rect l="l" t="t" r="r" b="b"/>
              <a:pathLst>
                <a:path w="19994" h="9524" extrusionOk="0">
                  <a:moveTo>
                    <a:pt x="18580" y="1413"/>
                  </a:moveTo>
                  <a:lnTo>
                    <a:pt x="18580" y="8111"/>
                  </a:lnTo>
                  <a:lnTo>
                    <a:pt x="1409" y="8111"/>
                  </a:lnTo>
                  <a:lnTo>
                    <a:pt x="1409" y="1413"/>
                  </a:lnTo>
                  <a:close/>
                  <a:moveTo>
                    <a:pt x="0" y="0"/>
                  </a:moveTo>
                  <a:lnTo>
                    <a:pt x="0" y="9524"/>
                  </a:lnTo>
                  <a:lnTo>
                    <a:pt x="19993" y="9524"/>
                  </a:lnTo>
                  <a:lnTo>
                    <a:pt x="199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a:off x="4968185"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a:off x="5036090"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1"/>
            <p:cNvSpPr/>
            <p:nvPr/>
          </p:nvSpPr>
          <p:spPr>
            <a:xfrm>
              <a:off x="5104051"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9" name="Google Shape;229;p11"/>
          <p:cNvSpPr/>
          <p:nvPr/>
        </p:nvSpPr>
        <p:spPr>
          <a:xfrm>
            <a:off x="7306225" y="2832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a:off x="8966675" y="31390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a:off x="4695901" y="136823"/>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a:off x="7577013" y="33044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a:off x="101950" y="7925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1"/>
          <p:cNvSpPr/>
          <p:nvPr/>
        </p:nvSpPr>
        <p:spPr>
          <a:xfrm>
            <a:off x="5970800" y="28207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1"/>
          <p:cNvSpPr/>
          <p:nvPr/>
        </p:nvSpPr>
        <p:spPr>
          <a:xfrm flipH="1">
            <a:off x="278350" y="33046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730149" y="47921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a:off x="1751262" y="2112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a:off x="8685350" y="52647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9" name="Google Shape;239;p11"/>
          <p:cNvGrpSpPr/>
          <p:nvPr/>
        </p:nvGrpSpPr>
        <p:grpSpPr>
          <a:xfrm rot="1074396" flipH="1">
            <a:off x="1028696" y="175155"/>
            <a:ext cx="308807" cy="377705"/>
            <a:chOff x="3410431" y="2717682"/>
            <a:chExt cx="441412" cy="539896"/>
          </a:xfrm>
        </p:grpSpPr>
        <p:sp>
          <p:nvSpPr>
            <p:cNvPr id="240" name="Google Shape;240;p11"/>
            <p:cNvSpPr/>
            <p:nvPr/>
          </p:nvSpPr>
          <p:spPr>
            <a:xfrm>
              <a:off x="3493499" y="3040112"/>
              <a:ext cx="281771" cy="140893"/>
            </a:xfrm>
            <a:custGeom>
              <a:avLst/>
              <a:gdLst/>
              <a:ahLst/>
              <a:cxnLst/>
              <a:rect l="l" t="t" r="r" b="b"/>
              <a:pathLst>
                <a:path w="19959" h="9980" extrusionOk="0">
                  <a:moveTo>
                    <a:pt x="0" y="0"/>
                  </a:moveTo>
                  <a:cubicBezTo>
                    <a:pt x="0" y="5513"/>
                    <a:pt x="4467" y="9979"/>
                    <a:pt x="9979" y="9979"/>
                  </a:cubicBezTo>
                  <a:cubicBezTo>
                    <a:pt x="15492" y="9979"/>
                    <a:pt x="19958" y="5513"/>
                    <a:pt x="19958"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a:off x="3410431" y="2717682"/>
              <a:ext cx="441412" cy="539896"/>
            </a:xfrm>
            <a:custGeom>
              <a:avLst/>
              <a:gdLst/>
              <a:ahLst/>
              <a:cxnLst/>
              <a:rect l="l" t="t" r="r" b="b"/>
              <a:pathLst>
                <a:path w="31267" h="38243" extrusionOk="0">
                  <a:moveTo>
                    <a:pt x="18967" y="1414"/>
                  </a:moveTo>
                  <a:lnTo>
                    <a:pt x="18967" y="6900"/>
                  </a:lnTo>
                  <a:cubicBezTo>
                    <a:pt x="18971" y="8177"/>
                    <a:pt x="19751" y="9328"/>
                    <a:pt x="20943" y="9803"/>
                  </a:cubicBezTo>
                  <a:cubicBezTo>
                    <a:pt x="26356" y="11910"/>
                    <a:pt x="29857" y="17029"/>
                    <a:pt x="29857" y="22839"/>
                  </a:cubicBezTo>
                  <a:cubicBezTo>
                    <a:pt x="29865" y="26588"/>
                    <a:pt x="28363" y="30182"/>
                    <a:pt x="25684" y="32803"/>
                  </a:cubicBezTo>
                  <a:cubicBezTo>
                    <a:pt x="23058" y="35391"/>
                    <a:pt x="19598" y="36832"/>
                    <a:pt x="15928" y="36832"/>
                  </a:cubicBezTo>
                  <a:cubicBezTo>
                    <a:pt x="15837" y="36832"/>
                    <a:pt x="15746" y="36831"/>
                    <a:pt x="15655" y="36829"/>
                  </a:cubicBezTo>
                  <a:cubicBezTo>
                    <a:pt x="8474" y="36725"/>
                    <a:pt x="2437" y="31046"/>
                    <a:pt x="1912" y="23901"/>
                  </a:cubicBezTo>
                  <a:cubicBezTo>
                    <a:pt x="1456" y="17705"/>
                    <a:pt x="5027" y="12038"/>
                    <a:pt x="10798" y="9795"/>
                  </a:cubicBezTo>
                  <a:cubicBezTo>
                    <a:pt x="11972" y="9339"/>
                    <a:pt x="12759" y="8173"/>
                    <a:pt x="12759" y="6896"/>
                  </a:cubicBezTo>
                  <a:lnTo>
                    <a:pt x="12759" y="1414"/>
                  </a:lnTo>
                  <a:close/>
                  <a:moveTo>
                    <a:pt x="11350" y="1"/>
                  </a:moveTo>
                  <a:lnTo>
                    <a:pt x="11350" y="6900"/>
                  </a:lnTo>
                  <a:cubicBezTo>
                    <a:pt x="11350" y="7602"/>
                    <a:pt x="10922" y="8235"/>
                    <a:pt x="10289" y="8482"/>
                  </a:cubicBezTo>
                  <a:cubicBezTo>
                    <a:pt x="3935" y="10949"/>
                    <a:pt x="1" y="17191"/>
                    <a:pt x="503" y="24009"/>
                  </a:cubicBezTo>
                  <a:cubicBezTo>
                    <a:pt x="1082" y="31872"/>
                    <a:pt x="7729" y="38126"/>
                    <a:pt x="15635" y="38242"/>
                  </a:cubicBezTo>
                  <a:lnTo>
                    <a:pt x="15863" y="38242"/>
                  </a:lnTo>
                  <a:cubicBezTo>
                    <a:pt x="24371" y="38238"/>
                    <a:pt x="31266" y="31344"/>
                    <a:pt x="31266" y="22839"/>
                  </a:cubicBezTo>
                  <a:cubicBezTo>
                    <a:pt x="31266" y="16439"/>
                    <a:pt x="27413" y="10806"/>
                    <a:pt x="21453" y="8482"/>
                  </a:cubicBezTo>
                  <a:cubicBezTo>
                    <a:pt x="20804" y="8224"/>
                    <a:pt x="20380" y="7594"/>
                    <a:pt x="20380" y="6896"/>
                  </a:cubicBezTo>
                  <a:lnTo>
                    <a:pt x="203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a:off x="3539592" y="2717682"/>
              <a:ext cx="189513" cy="19962"/>
            </a:xfrm>
            <a:custGeom>
              <a:avLst/>
              <a:gdLst/>
              <a:ahLst/>
              <a:cxnLst/>
              <a:rect l="l" t="t" r="r" b="b"/>
              <a:pathLst>
                <a:path w="13424" h="1414" extrusionOk="0">
                  <a:moveTo>
                    <a:pt x="1" y="1"/>
                  </a:moveTo>
                  <a:lnTo>
                    <a:pt x="1" y="1414"/>
                  </a:lnTo>
                  <a:lnTo>
                    <a:pt x="13424" y="1414"/>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rot="-971035" flipH="1">
            <a:off x="3639631" y="240548"/>
            <a:ext cx="248957" cy="327265"/>
            <a:chOff x="2574478" y="1600508"/>
            <a:chExt cx="390928" cy="513891"/>
          </a:xfrm>
        </p:grpSpPr>
        <p:sp>
          <p:nvSpPr>
            <p:cNvPr id="244" name="Google Shape;244;p11"/>
            <p:cNvSpPr/>
            <p:nvPr/>
          </p:nvSpPr>
          <p:spPr>
            <a:xfrm>
              <a:off x="2637583" y="1681175"/>
              <a:ext cx="264717" cy="352570"/>
            </a:xfrm>
            <a:custGeom>
              <a:avLst/>
              <a:gdLst/>
              <a:ahLst/>
              <a:cxnLst/>
              <a:rect l="l" t="t" r="r" b="b"/>
              <a:pathLst>
                <a:path w="18751" h="24974" extrusionOk="0">
                  <a:moveTo>
                    <a:pt x="9374" y="0"/>
                  </a:moveTo>
                  <a:cubicBezTo>
                    <a:pt x="4251" y="0"/>
                    <a:pt x="90" y="10192"/>
                    <a:pt x="1" y="15426"/>
                  </a:cubicBezTo>
                  <a:cubicBezTo>
                    <a:pt x="474" y="15212"/>
                    <a:pt x="969" y="15111"/>
                    <a:pt x="1454" y="15111"/>
                  </a:cubicBezTo>
                  <a:cubicBezTo>
                    <a:pt x="2867" y="15111"/>
                    <a:pt x="4207" y="15965"/>
                    <a:pt x="4753" y="17372"/>
                  </a:cubicBezTo>
                  <a:cubicBezTo>
                    <a:pt x="5486" y="19263"/>
                    <a:pt x="4479" y="21383"/>
                    <a:pt x="2549" y="22012"/>
                  </a:cubicBezTo>
                  <a:cubicBezTo>
                    <a:pt x="4337" y="23917"/>
                    <a:pt x="6822" y="24974"/>
                    <a:pt x="9392" y="24974"/>
                  </a:cubicBezTo>
                  <a:cubicBezTo>
                    <a:pt x="9890" y="24974"/>
                    <a:pt x="10391" y="24934"/>
                    <a:pt x="10891" y="24853"/>
                  </a:cubicBezTo>
                  <a:cubicBezTo>
                    <a:pt x="15350" y="24128"/>
                    <a:pt x="18751" y="20256"/>
                    <a:pt x="18751" y="15596"/>
                  </a:cubicBezTo>
                  <a:cubicBezTo>
                    <a:pt x="18751" y="10937"/>
                    <a:pt x="15350" y="2023"/>
                    <a:pt x="10891" y="297"/>
                  </a:cubicBezTo>
                  <a:cubicBezTo>
                    <a:pt x="10408" y="100"/>
                    <a:pt x="9895" y="0"/>
                    <a:pt x="9374"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a:off x="2574478" y="1600508"/>
              <a:ext cx="390928" cy="513891"/>
            </a:xfrm>
            <a:custGeom>
              <a:avLst/>
              <a:gdLst/>
              <a:ahLst/>
              <a:cxnLst/>
              <a:rect l="l" t="t" r="r" b="b"/>
              <a:pathLst>
                <a:path w="27691" h="36401" extrusionOk="0">
                  <a:moveTo>
                    <a:pt x="13844" y="1414"/>
                  </a:moveTo>
                  <a:cubicBezTo>
                    <a:pt x="14485" y="1414"/>
                    <a:pt x="15122" y="1541"/>
                    <a:pt x="15712" y="1784"/>
                  </a:cubicBezTo>
                  <a:cubicBezTo>
                    <a:pt x="18322" y="2792"/>
                    <a:pt x="21043" y="6004"/>
                    <a:pt x="23178" y="10594"/>
                  </a:cubicBezTo>
                  <a:cubicBezTo>
                    <a:pt x="25058" y="14639"/>
                    <a:pt x="26274" y="19334"/>
                    <a:pt x="26274" y="22557"/>
                  </a:cubicBezTo>
                  <a:cubicBezTo>
                    <a:pt x="26274" y="28687"/>
                    <a:pt x="21893" y="33845"/>
                    <a:pt x="15851" y="34825"/>
                  </a:cubicBezTo>
                  <a:cubicBezTo>
                    <a:pt x="15187" y="34933"/>
                    <a:pt x="14515" y="34988"/>
                    <a:pt x="13844" y="34988"/>
                  </a:cubicBezTo>
                  <a:cubicBezTo>
                    <a:pt x="6992" y="34988"/>
                    <a:pt x="1413" y="29409"/>
                    <a:pt x="1413" y="22557"/>
                  </a:cubicBezTo>
                  <a:cubicBezTo>
                    <a:pt x="1413" y="15593"/>
                    <a:pt x="7169" y="1414"/>
                    <a:pt x="13844" y="1414"/>
                  </a:cubicBezTo>
                  <a:close/>
                  <a:moveTo>
                    <a:pt x="13844" y="1"/>
                  </a:moveTo>
                  <a:cubicBezTo>
                    <a:pt x="5984" y="1"/>
                    <a:pt x="0" y="15033"/>
                    <a:pt x="0" y="22557"/>
                  </a:cubicBezTo>
                  <a:cubicBezTo>
                    <a:pt x="0" y="30189"/>
                    <a:pt x="6212" y="36400"/>
                    <a:pt x="13844" y="36400"/>
                  </a:cubicBezTo>
                  <a:cubicBezTo>
                    <a:pt x="14593" y="36400"/>
                    <a:pt x="15342" y="36343"/>
                    <a:pt x="16083" y="36219"/>
                  </a:cubicBezTo>
                  <a:cubicBezTo>
                    <a:pt x="22808" y="35126"/>
                    <a:pt x="27691" y="29382"/>
                    <a:pt x="27691" y="22557"/>
                  </a:cubicBezTo>
                  <a:cubicBezTo>
                    <a:pt x="27691" y="15612"/>
                    <a:pt x="22765" y="2996"/>
                    <a:pt x="16229" y="472"/>
                  </a:cubicBezTo>
                  <a:cubicBezTo>
                    <a:pt x="15473" y="163"/>
                    <a:pt x="14662" y="5"/>
                    <a:pt x="138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6" name="Google Shape;246;p11"/>
          <p:cNvSpPr/>
          <p:nvPr/>
        </p:nvSpPr>
        <p:spPr>
          <a:xfrm>
            <a:off x="6421562" y="23481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a:off x="5431375" y="47921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a:off x="3142675" y="40483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1"/>
          <p:cNvSpPr/>
          <p:nvPr/>
        </p:nvSpPr>
        <p:spPr>
          <a:xfrm>
            <a:off x="4364575" y="28206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1"/>
          <p:cNvSpPr/>
          <p:nvPr/>
        </p:nvSpPr>
        <p:spPr>
          <a:xfrm>
            <a:off x="2355251" y="239523"/>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1" name="Google Shape;251;p11"/>
          <p:cNvGrpSpPr/>
          <p:nvPr/>
        </p:nvGrpSpPr>
        <p:grpSpPr>
          <a:xfrm rot="1056024">
            <a:off x="7643005" y="4047459"/>
            <a:ext cx="202807" cy="466201"/>
            <a:chOff x="2363845" y="2207038"/>
            <a:chExt cx="418880" cy="962898"/>
          </a:xfrm>
        </p:grpSpPr>
        <p:sp>
          <p:nvSpPr>
            <p:cNvPr id="252" name="Google Shape;252;p11"/>
            <p:cNvSpPr/>
            <p:nvPr/>
          </p:nvSpPr>
          <p:spPr>
            <a:xfrm>
              <a:off x="2481938" y="2474734"/>
              <a:ext cx="249075" cy="437318"/>
            </a:xfrm>
            <a:custGeom>
              <a:avLst/>
              <a:gdLst/>
              <a:ahLst/>
              <a:cxnLst/>
              <a:rect l="l" t="t" r="r" b="b"/>
              <a:pathLst>
                <a:path w="17643" h="30977" extrusionOk="0">
                  <a:moveTo>
                    <a:pt x="0" y="0"/>
                  </a:moveTo>
                  <a:lnTo>
                    <a:pt x="0" y="30976"/>
                  </a:lnTo>
                  <a:lnTo>
                    <a:pt x="17642" y="30976"/>
                  </a:lnTo>
                  <a:lnTo>
                    <a:pt x="17642"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a:off x="2405590" y="2370688"/>
              <a:ext cx="335389" cy="552474"/>
            </a:xfrm>
            <a:custGeom>
              <a:avLst/>
              <a:gdLst/>
              <a:ahLst/>
              <a:cxnLst/>
              <a:rect l="l" t="t" r="r" b="b"/>
              <a:pathLst>
                <a:path w="23757" h="39134" extrusionOk="0">
                  <a:moveTo>
                    <a:pt x="22344" y="1414"/>
                  </a:moveTo>
                  <a:lnTo>
                    <a:pt x="22344" y="37721"/>
                  </a:lnTo>
                  <a:lnTo>
                    <a:pt x="1413" y="37721"/>
                  </a:lnTo>
                  <a:lnTo>
                    <a:pt x="1413" y="1414"/>
                  </a:lnTo>
                  <a:close/>
                  <a:moveTo>
                    <a:pt x="0" y="1"/>
                  </a:moveTo>
                  <a:lnTo>
                    <a:pt x="0" y="39134"/>
                  </a:lnTo>
                  <a:lnTo>
                    <a:pt x="23757" y="39134"/>
                  </a:lnTo>
                  <a:lnTo>
                    <a:pt x="237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1"/>
            <p:cNvSpPr/>
            <p:nvPr/>
          </p:nvSpPr>
          <p:spPr>
            <a:xfrm>
              <a:off x="2476107" y="2903200"/>
              <a:ext cx="194356" cy="138888"/>
            </a:xfrm>
            <a:custGeom>
              <a:avLst/>
              <a:gdLst/>
              <a:ahLst/>
              <a:cxnLst/>
              <a:rect l="l" t="t" r="r" b="b"/>
              <a:pathLst>
                <a:path w="13767" h="9838" extrusionOk="0">
                  <a:moveTo>
                    <a:pt x="12087" y="1414"/>
                  </a:moveTo>
                  <a:lnTo>
                    <a:pt x="10867" y="8424"/>
                  </a:lnTo>
                  <a:lnTo>
                    <a:pt x="2900" y="8424"/>
                  </a:lnTo>
                  <a:lnTo>
                    <a:pt x="1680" y="1414"/>
                  </a:lnTo>
                  <a:close/>
                  <a:moveTo>
                    <a:pt x="0" y="1"/>
                  </a:moveTo>
                  <a:lnTo>
                    <a:pt x="1714" y="9837"/>
                  </a:lnTo>
                  <a:lnTo>
                    <a:pt x="12053" y="9837"/>
                  </a:lnTo>
                  <a:lnTo>
                    <a:pt x="137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1"/>
            <p:cNvSpPr/>
            <p:nvPr/>
          </p:nvSpPr>
          <p:spPr>
            <a:xfrm>
              <a:off x="2531857" y="2269917"/>
              <a:ext cx="82856" cy="120733"/>
            </a:xfrm>
            <a:custGeom>
              <a:avLst/>
              <a:gdLst/>
              <a:ahLst/>
              <a:cxnLst/>
              <a:rect l="l" t="t" r="r" b="b"/>
              <a:pathLst>
                <a:path w="5869" h="8552" extrusionOk="0">
                  <a:moveTo>
                    <a:pt x="4459" y="1414"/>
                  </a:moveTo>
                  <a:lnTo>
                    <a:pt x="4459" y="7139"/>
                  </a:lnTo>
                  <a:lnTo>
                    <a:pt x="1413" y="7139"/>
                  </a:lnTo>
                  <a:lnTo>
                    <a:pt x="1413" y="1414"/>
                  </a:lnTo>
                  <a:close/>
                  <a:moveTo>
                    <a:pt x="1" y="1"/>
                  </a:moveTo>
                  <a:lnTo>
                    <a:pt x="1" y="8552"/>
                  </a:lnTo>
                  <a:lnTo>
                    <a:pt x="5868" y="8552"/>
                  </a:lnTo>
                  <a:lnTo>
                    <a:pt x="58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a:off x="2467001" y="2207038"/>
              <a:ext cx="224609" cy="82841"/>
            </a:xfrm>
            <a:custGeom>
              <a:avLst/>
              <a:gdLst/>
              <a:ahLst/>
              <a:cxnLst/>
              <a:rect l="l" t="t" r="r" b="b"/>
              <a:pathLst>
                <a:path w="15910" h="5868" extrusionOk="0">
                  <a:moveTo>
                    <a:pt x="13057" y="1409"/>
                  </a:moveTo>
                  <a:cubicBezTo>
                    <a:pt x="13852" y="1409"/>
                    <a:pt x="14496" y="2054"/>
                    <a:pt x="14500" y="2849"/>
                  </a:cubicBezTo>
                  <a:lnTo>
                    <a:pt x="14500" y="3011"/>
                  </a:lnTo>
                  <a:cubicBezTo>
                    <a:pt x="14496" y="3806"/>
                    <a:pt x="13852" y="4451"/>
                    <a:pt x="13057" y="4455"/>
                  </a:cubicBezTo>
                  <a:lnTo>
                    <a:pt x="2857" y="4455"/>
                  </a:lnTo>
                  <a:cubicBezTo>
                    <a:pt x="2058" y="4451"/>
                    <a:pt x="1414" y="3806"/>
                    <a:pt x="1414" y="3011"/>
                  </a:cubicBezTo>
                  <a:lnTo>
                    <a:pt x="1414" y="2849"/>
                  </a:lnTo>
                  <a:cubicBezTo>
                    <a:pt x="1417" y="2054"/>
                    <a:pt x="2058" y="1409"/>
                    <a:pt x="2857" y="1409"/>
                  </a:cubicBezTo>
                  <a:close/>
                  <a:moveTo>
                    <a:pt x="2857" y="0"/>
                  </a:moveTo>
                  <a:cubicBezTo>
                    <a:pt x="1282" y="0"/>
                    <a:pt x="5" y="1278"/>
                    <a:pt x="1" y="2853"/>
                  </a:cubicBezTo>
                  <a:lnTo>
                    <a:pt x="1" y="3015"/>
                  </a:lnTo>
                  <a:cubicBezTo>
                    <a:pt x="5" y="4590"/>
                    <a:pt x="1282" y="5868"/>
                    <a:pt x="2857" y="5868"/>
                  </a:cubicBezTo>
                  <a:lnTo>
                    <a:pt x="13057" y="5868"/>
                  </a:lnTo>
                  <a:cubicBezTo>
                    <a:pt x="14632" y="5868"/>
                    <a:pt x="15909" y="4590"/>
                    <a:pt x="15909" y="3015"/>
                  </a:cubicBezTo>
                  <a:lnTo>
                    <a:pt x="15909" y="2853"/>
                  </a:lnTo>
                  <a:cubicBezTo>
                    <a:pt x="15909" y="1278"/>
                    <a:pt x="14632" y="0"/>
                    <a:pt x="130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a:off x="2563311" y="3032093"/>
              <a:ext cx="19948" cy="137843"/>
            </a:xfrm>
            <a:custGeom>
              <a:avLst/>
              <a:gdLst/>
              <a:ahLst/>
              <a:cxnLst/>
              <a:rect l="l" t="t" r="r" b="b"/>
              <a:pathLst>
                <a:path w="1413" h="9764" extrusionOk="0">
                  <a:moveTo>
                    <a:pt x="0" y="1"/>
                  </a:moveTo>
                  <a:lnTo>
                    <a:pt x="0" y="9764"/>
                  </a:lnTo>
                  <a:lnTo>
                    <a:pt x="1413" y="9764"/>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a:off x="2573278" y="2556813"/>
              <a:ext cx="157735" cy="19948"/>
            </a:xfrm>
            <a:custGeom>
              <a:avLst/>
              <a:gdLst/>
              <a:ahLst/>
              <a:cxnLst/>
              <a:rect l="l" t="t" r="r" b="b"/>
              <a:pathLst>
                <a:path w="11173" h="1413" extrusionOk="0">
                  <a:moveTo>
                    <a:pt x="0" y="0"/>
                  </a:moveTo>
                  <a:lnTo>
                    <a:pt x="0" y="1413"/>
                  </a:lnTo>
                  <a:lnTo>
                    <a:pt x="11172" y="1413"/>
                  </a:lnTo>
                  <a:lnTo>
                    <a:pt x="111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1"/>
            <p:cNvSpPr/>
            <p:nvPr/>
          </p:nvSpPr>
          <p:spPr>
            <a:xfrm>
              <a:off x="2573278" y="2680624"/>
              <a:ext cx="157735" cy="19906"/>
            </a:xfrm>
            <a:custGeom>
              <a:avLst/>
              <a:gdLst/>
              <a:ahLst/>
              <a:cxnLst/>
              <a:rect l="l" t="t" r="r" b="b"/>
              <a:pathLst>
                <a:path w="11173" h="1410" extrusionOk="0">
                  <a:moveTo>
                    <a:pt x="0" y="1"/>
                  </a:moveTo>
                  <a:lnTo>
                    <a:pt x="0" y="1410"/>
                  </a:lnTo>
                  <a:lnTo>
                    <a:pt x="11172" y="1410"/>
                  </a:lnTo>
                  <a:lnTo>
                    <a:pt x="111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1"/>
            <p:cNvSpPr/>
            <p:nvPr/>
          </p:nvSpPr>
          <p:spPr>
            <a:xfrm>
              <a:off x="2573278" y="2804392"/>
              <a:ext cx="157735" cy="19962"/>
            </a:xfrm>
            <a:custGeom>
              <a:avLst/>
              <a:gdLst/>
              <a:ahLst/>
              <a:cxnLst/>
              <a:rect l="l" t="t" r="r" b="b"/>
              <a:pathLst>
                <a:path w="11173" h="1414" extrusionOk="0">
                  <a:moveTo>
                    <a:pt x="0" y="1"/>
                  </a:moveTo>
                  <a:lnTo>
                    <a:pt x="0" y="1414"/>
                  </a:lnTo>
                  <a:lnTo>
                    <a:pt x="11172" y="1414"/>
                  </a:lnTo>
                  <a:lnTo>
                    <a:pt x="111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a:off x="2363845" y="2370688"/>
              <a:ext cx="418880" cy="19962"/>
            </a:xfrm>
            <a:custGeom>
              <a:avLst/>
              <a:gdLst/>
              <a:ahLst/>
              <a:cxnLst/>
              <a:rect l="l" t="t" r="r" b="b"/>
              <a:pathLst>
                <a:path w="29671" h="1414" extrusionOk="0">
                  <a:moveTo>
                    <a:pt x="0" y="1"/>
                  </a:moveTo>
                  <a:lnTo>
                    <a:pt x="0" y="1414"/>
                  </a:lnTo>
                  <a:lnTo>
                    <a:pt x="29671" y="1414"/>
                  </a:lnTo>
                  <a:lnTo>
                    <a:pt x="296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 name="Google Shape;262;p11"/>
          <p:cNvGrpSpPr/>
          <p:nvPr/>
        </p:nvGrpSpPr>
        <p:grpSpPr>
          <a:xfrm rot="1056403">
            <a:off x="4737766" y="720690"/>
            <a:ext cx="203409" cy="308289"/>
            <a:chOff x="3250805" y="3533264"/>
            <a:chExt cx="352189" cy="533783"/>
          </a:xfrm>
        </p:grpSpPr>
        <p:sp>
          <p:nvSpPr>
            <p:cNvPr id="263" name="Google Shape;263;p11"/>
            <p:cNvSpPr/>
            <p:nvPr/>
          </p:nvSpPr>
          <p:spPr>
            <a:xfrm>
              <a:off x="3343515" y="3654420"/>
              <a:ext cx="222421" cy="399878"/>
            </a:xfrm>
            <a:custGeom>
              <a:avLst/>
              <a:gdLst/>
              <a:ahLst/>
              <a:cxnLst/>
              <a:rect l="l" t="t" r="r" b="b"/>
              <a:pathLst>
                <a:path w="15755" h="28325" extrusionOk="0">
                  <a:moveTo>
                    <a:pt x="15751" y="0"/>
                  </a:moveTo>
                  <a:lnTo>
                    <a:pt x="0" y="4"/>
                  </a:lnTo>
                  <a:lnTo>
                    <a:pt x="0" y="18677"/>
                  </a:lnTo>
                  <a:cubicBezTo>
                    <a:pt x="0" y="23445"/>
                    <a:pt x="3386" y="27417"/>
                    <a:pt x="7879" y="28324"/>
                  </a:cubicBezTo>
                  <a:cubicBezTo>
                    <a:pt x="12462" y="27386"/>
                    <a:pt x="15755" y="23356"/>
                    <a:pt x="15751" y="18677"/>
                  </a:cubicBezTo>
                  <a:lnTo>
                    <a:pt x="1575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1"/>
            <p:cNvSpPr/>
            <p:nvPr/>
          </p:nvSpPr>
          <p:spPr>
            <a:xfrm>
              <a:off x="3454690" y="3724839"/>
              <a:ext cx="113039" cy="19948"/>
            </a:xfrm>
            <a:custGeom>
              <a:avLst/>
              <a:gdLst/>
              <a:ahLst/>
              <a:cxnLst/>
              <a:rect l="l" t="t" r="r" b="b"/>
              <a:pathLst>
                <a:path w="8007" h="1413" extrusionOk="0">
                  <a:moveTo>
                    <a:pt x="0" y="0"/>
                  </a:moveTo>
                  <a:lnTo>
                    <a:pt x="0" y="1413"/>
                  </a:lnTo>
                  <a:lnTo>
                    <a:pt x="8007" y="1413"/>
                  </a:lnTo>
                  <a:lnTo>
                    <a:pt x="80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a:off x="3454690" y="3813609"/>
              <a:ext cx="113039" cy="19906"/>
            </a:xfrm>
            <a:custGeom>
              <a:avLst/>
              <a:gdLst/>
              <a:ahLst/>
              <a:cxnLst/>
              <a:rect l="l" t="t" r="r" b="b"/>
              <a:pathLst>
                <a:path w="8007" h="1410" extrusionOk="0">
                  <a:moveTo>
                    <a:pt x="0" y="1"/>
                  </a:moveTo>
                  <a:lnTo>
                    <a:pt x="0" y="1410"/>
                  </a:lnTo>
                  <a:lnTo>
                    <a:pt x="8007" y="1410"/>
                  </a:lnTo>
                  <a:lnTo>
                    <a:pt x="80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a:off x="3454690" y="3902338"/>
              <a:ext cx="111189" cy="19962"/>
            </a:xfrm>
            <a:custGeom>
              <a:avLst/>
              <a:gdLst/>
              <a:ahLst/>
              <a:cxnLst/>
              <a:rect l="l" t="t" r="r" b="b"/>
              <a:pathLst>
                <a:path w="7876" h="1414" extrusionOk="0">
                  <a:moveTo>
                    <a:pt x="0" y="0"/>
                  </a:moveTo>
                  <a:lnTo>
                    <a:pt x="0" y="1413"/>
                  </a:lnTo>
                  <a:lnTo>
                    <a:pt x="7876" y="1413"/>
                  </a:lnTo>
                  <a:lnTo>
                    <a:pt x="78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a:off x="3277953" y="3533264"/>
              <a:ext cx="297907" cy="533783"/>
            </a:xfrm>
            <a:custGeom>
              <a:avLst/>
              <a:gdLst/>
              <a:ahLst/>
              <a:cxnLst/>
              <a:rect l="l" t="t" r="r" b="b"/>
              <a:pathLst>
                <a:path w="21102" h="37810" extrusionOk="0">
                  <a:moveTo>
                    <a:pt x="19688" y="1414"/>
                  </a:moveTo>
                  <a:lnTo>
                    <a:pt x="19688" y="27259"/>
                  </a:lnTo>
                  <a:cubicBezTo>
                    <a:pt x="19688" y="31587"/>
                    <a:pt x="16619" y="35350"/>
                    <a:pt x="12381" y="36211"/>
                  </a:cubicBezTo>
                  <a:cubicBezTo>
                    <a:pt x="11778" y="36335"/>
                    <a:pt x="11164" y="36397"/>
                    <a:pt x="10551" y="36397"/>
                  </a:cubicBezTo>
                  <a:cubicBezTo>
                    <a:pt x="5513" y="36397"/>
                    <a:pt x="1413" y="32297"/>
                    <a:pt x="1413" y="27259"/>
                  </a:cubicBezTo>
                  <a:lnTo>
                    <a:pt x="1413" y="1414"/>
                  </a:lnTo>
                  <a:close/>
                  <a:moveTo>
                    <a:pt x="0" y="1"/>
                  </a:moveTo>
                  <a:lnTo>
                    <a:pt x="0" y="27259"/>
                  </a:lnTo>
                  <a:cubicBezTo>
                    <a:pt x="0" y="33077"/>
                    <a:pt x="4733" y="37810"/>
                    <a:pt x="10551" y="37810"/>
                  </a:cubicBezTo>
                  <a:cubicBezTo>
                    <a:pt x="11261" y="37810"/>
                    <a:pt x="11971" y="37740"/>
                    <a:pt x="12666" y="37593"/>
                  </a:cubicBezTo>
                  <a:cubicBezTo>
                    <a:pt x="17553" y="36601"/>
                    <a:pt x="21101" y="32254"/>
                    <a:pt x="21101" y="27259"/>
                  </a:cubicBezTo>
                  <a:lnTo>
                    <a:pt x="211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1"/>
            <p:cNvSpPr/>
            <p:nvPr/>
          </p:nvSpPr>
          <p:spPr>
            <a:xfrm>
              <a:off x="3250805" y="3533264"/>
              <a:ext cx="352189" cy="19962"/>
            </a:xfrm>
            <a:custGeom>
              <a:avLst/>
              <a:gdLst/>
              <a:ahLst/>
              <a:cxnLst/>
              <a:rect l="l" t="t" r="r" b="b"/>
              <a:pathLst>
                <a:path w="24947" h="1414" extrusionOk="0">
                  <a:moveTo>
                    <a:pt x="1" y="1"/>
                  </a:moveTo>
                  <a:lnTo>
                    <a:pt x="1" y="1414"/>
                  </a:lnTo>
                  <a:lnTo>
                    <a:pt x="24947" y="1414"/>
                  </a:lnTo>
                  <a:lnTo>
                    <a:pt x="2494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 name="Google Shape;269;p11"/>
          <p:cNvGrpSpPr/>
          <p:nvPr/>
        </p:nvGrpSpPr>
        <p:grpSpPr>
          <a:xfrm rot="-755989">
            <a:off x="6196613" y="715589"/>
            <a:ext cx="192509" cy="318487"/>
            <a:chOff x="2994713" y="2224360"/>
            <a:chExt cx="333286" cy="551387"/>
          </a:xfrm>
        </p:grpSpPr>
        <p:sp>
          <p:nvSpPr>
            <p:cNvPr id="270" name="Google Shape;270;p11"/>
            <p:cNvSpPr/>
            <p:nvPr/>
          </p:nvSpPr>
          <p:spPr>
            <a:xfrm>
              <a:off x="3004751" y="2292053"/>
              <a:ext cx="313267" cy="19962"/>
            </a:xfrm>
            <a:custGeom>
              <a:avLst/>
              <a:gdLst/>
              <a:ahLst/>
              <a:cxnLst/>
              <a:rect l="l" t="t" r="r" b="b"/>
              <a:pathLst>
                <a:path w="22190" h="1414" extrusionOk="0">
                  <a:moveTo>
                    <a:pt x="0" y="0"/>
                  </a:moveTo>
                  <a:lnTo>
                    <a:pt x="0" y="1413"/>
                  </a:lnTo>
                  <a:lnTo>
                    <a:pt x="22190" y="1413"/>
                  </a:lnTo>
                  <a:lnTo>
                    <a:pt x="22190"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1"/>
            <p:cNvSpPr/>
            <p:nvPr/>
          </p:nvSpPr>
          <p:spPr>
            <a:xfrm>
              <a:off x="3008238" y="2384805"/>
              <a:ext cx="306293" cy="19962"/>
            </a:xfrm>
            <a:custGeom>
              <a:avLst/>
              <a:gdLst/>
              <a:ahLst/>
              <a:cxnLst/>
              <a:rect l="l" t="t" r="r" b="b"/>
              <a:pathLst>
                <a:path w="21696" h="1414" extrusionOk="0">
                  <a:moveTo>
                    <a:pt x="0" y="1"/>
                  </a:moveTo>
                  <a:lnTo>
                    <a:pt x="0" y="1414"/>
                  </a:lnTo>
                  <a:lnTo>
                    <a:pt x="21696" y="1414"/>
                  </a:lnTo>
                  <a:lnTo>
                    <a:pt x="21696"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1"/>
            <p:cNvSpPr/>
            <p:nvPr/>
          </p:nvSpPr>
          <p:spPr>
            <a:xfrm>
              <a:off x="3008944" y="2620412"/>
              <a:ext cx="300082" cy="19962"/>
            </a:xfrm>
            <a:custGeom>
              <a:avLst/>
              <a:gdLst/>
              <a:ahLst/>
              <a:cxnLst/>
              <a:rect l="l" t="t" r="r" b="b"/>
              <a:pathLst>
                <a:path w="21256" h="1414" extrusionOk="0">
                  <a:moveTo>
                    <a:pt x="0" y="0"/>
                  </a:moveTo>
                  <a:lnTo>
                    <a:pt x="0" y="1413"/>
                  </a:lnTo>
                  <a:lnTo>
                    <a:pt x="21256" y="1413"/>
                  </a:lnTo>
                  <a:lnTo>
                    <a:pt x="21256"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1"/>
            <p:cNvSpPr/>
            <p:nvPr/>
          </p:nvSpPr>
          <p:spPr>
            <a:xfrm>
              <a:off x="3004751" y="2713108"/>
              <a:ext cx="313267" cy="19962"/>
            </a:xfrm>
            <a:custGeom>
              <a:avLst/>
              <a:gdLst/>
              <a:ahLst/>
              <a:cxnLst/>
              <a:rect l="l" t="t" r="r" b="b"/>
              <a:pathLst>
                <a:path w="22190" h="1414" extrusionOk="0">
                  <a:moveTo>
                    <a:pt x="0" y="1"/>
                  </a:moveTo>
                  <a:lnTo>
                    <a:pt x="0" y="1414"/>
                  </a:lnTo>
                  <a:lnTo>
                    <a:pt x="22190" y="1414"/>
                  </a:lnTo>
                  <a:lnTo>
                    <a:pt x="2219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1"/>
            <p:cNvSpPr/>
            <p:nvPr/>
          </p:nvSpPr>
          <p:spPr>
            <a:xfrm>
              <a:off x="2994713" y="2224360"/>
              <a:ext cx="333286" cy="551387"/>
            </a:xfrm>
            <a:custGeom>
              <a:avLst/>
              <a:gdLst/>
              <a:ahLst/>
              <a:cxnLst/>
              <a:rect l="l" t="t" r="r" b="b"/>
              <a:pathLst>
                <a:path w="23608" h="39057" extrusionOk="0">
                  <a:moveTo>
                    <a:pt x="1" y="1"/>
                  </a:moveTo>
                  <a:lnTo>
                    <a:pt x="1" y="10196"/>
                  </a:lnTo>
                  <a:cubicBezTo>
                    <a:pt x="1" y="13141"/>
                    <a:pt x="1622" y="15851"/>
                    <a:pt x="4220" y="17241"/>
                  </a:cubicBezTo>
                  <a:lnTo>
                    <a:pt x="18720" y="25012"/>
                  </a:lnTo>
                  <a:cubicBezTo>
                    <a:pt x="20862" y="26159"/>
                    <a:pt x="22198" y="28386"/>
                    <a:pt x="22194" y="30814"/>
                  </a:cubicBezTo>
                  <a:lnTo>
                    <a:pt x="22194" y="39056"/>
                  </a:lnTo>
                  <a:lnTo>
                    <a:pt x="23607" y="39056"/>
                  </a:lnTo>
                  <a:lnTo>
                    <a:pt x="23607" y="30814"/>
                  </a:lnTo>
                  <a:cubicBezTo>
                    <a:pt x="23607" y="27865"/>
                    <a:pt x="21986" y="25159"/>
                    <a:pt x="19388" y="23769"/>
                  </a:cubicBezTo>
                  <a:lnTo>
                    <a:pt x="4888" y="15998"/>
                  </a:lnTo>
                  <a:cubicBezTo>
                    <a:pt x="2749" y="14852"/>
                    <a:pt x="1414" y="12620"/>
                    <a:pt x="1414" y="10192"/>
                  </a:cubicBezTo>
                  <a:lnTo>
                    <a:pt x="14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1"/>
            <p:cNvSpPr/>
            <p:nvPr/>
          </p:nvSpPr>
          <p:spPr>
            <a:xfrm>
              <a:off x="2994713" y="2224360"/>
              <a:ext cx="333286" cy="551387"/>
            </a:xfrm>
            <a:custGeom>
              <a:avLst/>
              <a:gdLst/>
              <a:ahLst/>
              <a:cxnLst/>
              <a:rect l="l" t="t" r="r" b="b"/>
              <a:pathLst>
                <a:path w="23608" h="39057" extrusionOk="0">
                  <a:moveTo>
                    <a:pt x="22194" y="1"/>
                  </a:moveTo>
                  <a:lnTo>
                    <a:pt x="22194" y="10192"/>
                  </a:lnTo>
                  <a:cubicBezTo>
                    <a:pt x="22198" y="12620"/>
                    <a:pt x="20862" y="14852"/>
                    <a:pt x="18720" y="15998"/>
                  </a:cubicBezTo>
                  <a:lnTo>
                    <a:pt x="4224" y="23769"/>
                  </a:lnTo>
                  <a:cubicBezTo>
                    <a:pt x="1622" y="25159"/>
                    <a:pt x="1" y="27869"/>
                    <a:pt x="5" y="30814"/>
                  </a:cubicBezTo>
                  <a:lnTo>
                    <a:pt x="5" y="39056"/>
                  </a:lnTo>
                  <a:lnTo>
                    <a:pt x="1418" y="39056"/>
                  </a:lnTo>
                  <a:lnTo>
                    <a:pt x="1418" y="30814"/>
                  </a:lnTo>
                  <a:cubicBezTo>
                    <a:pt x="1414" y="28386"/>
                    <a:pt x="2749" y="26159"/>
                    <a:pt x="4892" y="25012"/>
                  </a:cubicBezTo>
                  <a:lnTo>
                    <a:pt x="19388" y="17237"/>
                  </a:lnTo>
                  <a:cubicBezTo>
                    <a:pt x="21986" y="15848"/>
                    <a:pt x="23607" y="13141"/>
                    <a:pt x="23607" y="10192"/>
                  </a:cubicBezTo>
                  <a:lnTo>
                    <a:pt x="236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11"/>
          <p:cNvGrpSpPr/>
          <p:nvPr/>
        </p:nvGrpSpPr>
        <p:grpSpPr>
          <a:xfrm>
            <a:off x="260849" y="4708171"/>
            <a:ext cx="381304" cy="365629"/>
            <a:chOff x="4385428" y="3121061"/>
            <a:chExt cx="785060" cy="752787"/>
          </a:xfrm>
        </p:grpSpPr>
        <p:sp>
          <p:nvSpPr>
            <p:cNvPr id="277" name="Google Shape;277;p11"/>
            <p:cNvSpPr/>
            <p:nvPr/>
          </p:nvSpPr>
          <p:spPr>
            <a:xfrm>
              <a:off x="4385428" y="3121061"/>
              <a:ext cx="785060" cy="752787"/>
            </a:xfrm>
            <a:custGeom>
              <a:avLst/>
              <a:gdLst/>
              <a:ahLst/>
              <a:cxnLst/>
              <a:rect l="l" t="t" r="r" b="b"/>
              <a:pathLst>
                <a:path w="55609" h="53323" extrusionOk="0">
                  <a:moveTo>
                    <a:pt x="42411" y="1412"/>
                  </a:moveTo>
                  <a:cubicBezTo>
                    <a:pt x="42416" y="1412"/>
                    <a:pt x="42421" y="1412"/>
                    <a:pt x="42426" y="1412"/>
                  </a:cubicBezTo>
                  <a:cubicBezTo>
                    <a:pt x="42429" y="1412"/>
                    <a:pt x="42432" y="1412"/>
                    <a:pt x="42435" y="1412"/>
                  </a:cubicBezTo>
                  <a:cubicBezTo>
                    <a:pt x="46720" y="1412"/>
                    <a:pt x="50584" y="3993"/>
                    <a:pt x="52223" y="7955"/>
                  </a:cubicBezTo>
                  <a:cubicBezTo>
                    <a:pt x="53868" y="11916"/>
                    <a:pt x="52961" y="16479"/>
                    <a:pt x="49923" y="19509"/>
                  </a:cubicBezTo>
                  <a:lnTo>
                    <a:pt x="30706" y="38730"/>
                  </a:lnTo>
                  <a:cubicBezTo>
                    <a:pt x="28447" y="40977"/>
                    <a:pt x="25525" y="42432"/>
                    <a:pt x="22371" y="42880"/>
                  </a:cubicBezTo>
                  <a:lnTo>
                    <a:pt x="21008" y="43073"/>
                  </a:lnTo>
                  <a:cubicBezTo>
                    <a:pt x="16804" y="43668"/>
                    <a:pt x="12909" y="45609"/>
                    <a:pt x="9898" y="48609"/>
                  </a:cubicBezTo>
                  <a:lnTo>
                    <a:pt x="7590" y="50917"/>
                  </a:lnTo>
                  <a:cubicBezTo>
                    <a:pt x="6926" y="51581"/>
                    <a:pt x="6056" y="51913"/>
                    <a:pt x="5187" y="51913"/>
                  </a:cubicBezTo>
                  <a:cubicBezTo>
                    <a:pt x="4317" y="51913"/>
                    <a:pt x="3447" y="51581"/>
                    <a:pt x="2783" y="50917"/>
                  </a:cubicBezTo>
                  <a:cubicBezTo>
                    <a:pt x="1459" y="49593"/>
                    <a:pt x="1459" y="47443"/>
                    <a:pt x="2783" y="46115"/>
                  </a:cubicBezTo>
                  <a:lnTo>
                    <a:pt x="4729" y="44169"/>
                  </a:lnTo>
                  <a:cubicBezTo>
                    <a:pt x="7980" y="40927"/>
                    <a:pt x="10211" y="36804"/>
                    <a:pt x="11153" y="32306"/>
                  </a:cubicBezTo>
                  <a:lnTo>
                    <a:pt x="11323" y="31492"/>
                  </a:lnTo>
                  <a:cubicBezTo>
                    <a:pt x="11906" y="28705"/>
                    <a:pt x="13288" y="26149"/>
                    <a:pt x="15303" y="24138"/>
                  </a:cubicBezTo>
                  <a:lnTo>
                    <a:pt x="34925" y="4512"/>
                  </a:lnTo>
                  <a:cubicBezTo>
                    <a:pt x="36910" y="2527"/>
                    <a:pt x="39602" y="1412"/>
                    <a:pt x="42411" y="1412"/>
                  </a:cubicBezTo>
                  <a:close/>
                  <a:moveTo>
                    <a:pt x="42428" y="1"/>
                  </a:moveTo>
                  <a:cubicBezTo>
                    <a:pt x="39350" y="1"/>
                    <a:pt x="36272" y="1172"/>
                    <a:pt x="33929" y="3516"/>
                  </a:cubicBezTo>
                  <a:lnTo>
                    <a:pt x="14307" y="23138"/>
                  </a:lnTo>
                  <a:cubicBezTo>
                    <a:pt x="12099" y="25342"/>
                    <a:pt x="10581" y="28145"/>
                    <a:pt x="9941" y="31202"/>
                  </a:cubicBezTo>
                  <a:lnTo>
                    <a:pt x="9771" y="32017"/>
                  </a:lnTo>
                  <a:cubicBezTo>
                    <a:pt x="8887" y="36244"/>
                    <a:pt x="6787" y="40120"/>
                    <a:pt x="3729" y="43173"/>
                  </a:cubicBezTo>
                  <a:lnTo>
                    <a:pt x="1788" y="45115"/>
                  </a:lnTo>
                  <a:cubicBezTo>
                    <a:pt x="409" y="46490"/>
                    <a:pt x="0" y="48559"/>
                    <a:pt x="745" y="50358"/>
                  </a:cubicBezTo>
                  <a:cubicBezTo>
                    <a:pt x="1485" y="52150"/>
                    <a:pt x="3237" y="53322"/>
                    <a:pt x="5179" y="53322"/>
                  </a:cubicBezTo>
                  <a:cubicBezTo>
                    <a:pt x="5182" y="53322"/>
                    <a:pt x="5185" y="53322"/>
                    <a:pt x="5189" y="53322"/>
                  </a:cubicBezTo>
                  <a:cubicBezTo>
                    <a:pt x="5193" y="53322"/>
                    <a:pt x="5198" y="53322"/>
                    <a:pt x="5203" y="53322"/>
                  </a:cubicBezTo>
                  <a:cubicBezTo>
                    <a:pt x="6472" y="53322"/>
                    <a:pt x="7690" y="52817"/>
                    <a:pt x="8590" y="51921"/>
                  </a:cubicBezTo>
                  <a:lnTo>
                    <a:pt x="10902" y="49609"/>
                  </a:lnTo>
                  <a:cubicBezTo>
                    <a:pt x="13693" y="46829"/>
                    <a:pt x="17306" y="45026"/>
                    <a:pt x="21209" y="44474"/>
                  </a:cubicBezTo>
                  <a:lnTo>
                    <a:pt x="22568" y="44281"/>
                  </a:lnTo>
                  <a:cubicBezTo>
                    <a:pt x="26027" y="43787"/>
                    <a:pt x="29231" y="42193"/>
                    <a:pt x="31705" y="39726"/>
                  </a:cubicBezTo>
                  <a:lnTo>
                    <a:pt x="50926" y="20509"/>
                  </a:lnTo>
                  <a:cubicBezTo>
                    <a:pt x="55609" y="15823"/>
                    <a:pt x="55609" y="8198"/>
                    <a:pt x="50926" y="3516"/>
                  </a:cubicBezTo>
                  <a:cubicBezTo>
                    <a:pt x="48583" y="1172"/>
                    <a:pt x="45505" y="1"/>
                    <a:pt x="424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1"/>
            <p:cNvSpPr/>
            <p:nvPr/>
          </p:nvSpPr>
          <p:spPr>
            <a:xfrm>
              <a:off x="4610391" y="3276198"/>
              <a:ext cx="388429" cy="388372"/>
            </a:xfrm>
            <a:custGeom>
              <a:avLst/>
              <a:gdLst/>
              <a:ahLst/>
              <a:cxnLst/>
              <a:rect l="l" t="t" r="r" b="b"/>
              <a:pathLst>
                <a:path w="27514" h="27510" extrusionOk="0">
                  <a:moveTo>
                    <a:pt x="26514" y="0"/>
                  </a:moveTo>
                  <a:lnTo>
                    <a:pt x="1" y="26514"/>
                  </a:lnTo>
                  <a:lnTo>
                    <a:pt x="1001" y="27510"/>
                  </a:lnTo>
                  <a:lnTo>
                    <a:pt x="27514" y="1000"/>
                  </a:lnTo>
                  <a:lnTo>
                    <a:pt x="26514"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1"/>
            <p:cNvSpPr/>
            <p:nvPr/>
          </p:nvSpPr>
          <p:spPr>
            <a:xfrm>
              <a:off x="4816676" y="3218373"/>
              <a:ext cx="88898" cy="88898"/>
            </a:xfrm>
            <a:custGeom>
              <a:avLst/>
              <a:gdLst/>
              <a:ahLst/>
              <a:cxnLst/>
              <a:rect l="l" t="t" r="r" b="b"/>
              <a:pathLst>
                <a:path w="6297" h="6297" extrusionOk="0">
                  <a:moveTo>
                    <a:pt x="1000" y="0"/>
                  </a:moveTo>
                  <a:lnTo>
                    <a:pt x="0" y="1000"/>
                  </a:lnTo>
                  <a:lnTo>
                    <a:pt x="5301" y="6297"/>
                  </a:lnTo>
                  <a:lnTo>
                    <a:pt x="6297" y="5301"/>
                  </a:lnTo>
                  <a:lnTo>
                    <a:pt x="100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1"/>
            <p:cNvSpPr/>
            <p:nvPr/>
          </p:nvSpPr>
          <p:spPr>
            <a:xfrm>
              <a:off x="4722879" y="3312000"/>
              <a:ext cx="88898" cy="88898"/>
            </a:xfrm>
            <a:custGeom>
              <a:avLst/>
              <a:gdLst/>
              <a:ahLst/>
              <a:cxnLst/>
              <a:rect l="l" t="t" r="r" b="b"/>
              <a:pathLst>
                <a:path w="6297" h="6297" extrusionOk="0">
                  <a:moveTo>
                    <a:pt x="997" y="1"/>
                  </a:moveTo>
                  <a:lnTo>
                    <a:pt x="1" y="1000"/>
                  </a:lnTo>
                  <a:lnTo>
                    <a:pt x="5297" y="6297"/>
                  </a:lnTo>
                  <a:lnTo>
                    <a:pt x="6297" y="5297"/>
                  </a:lnTo>
                  <a:lnTo>
                    <a:pt x="9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1"/>
            <p:cNvSpPr/>
            <p:nvPr/>
          </p:nvSpPr>
          <p:spPr>
            <a:xfrm>
              <a:off x="4629040" y="3405854"/>
              <a:ext cx="88898" cy="88898"/>
            </a:xfrm>
            <a:custGeom>
              <a:avLst/>
              <a:gdLst/>
              <a:ahLst/>
              <a:cxnLst/>
              <a:rect l="l" t="t" r="r" b="b"/>
              <a:pathLst>
                <a:path w="6297" h="6297" extrusionOk="0">
                  <a:moveTo>
                    <a:pt x="996" y="0"/>
                  </a:moveTo>
                  <a:lnTo>
                    <a:pt x="0" y="996"/>
                  </a:lnTo>
                  <a:lnTo>
                    <a:pt x="5297" y="6297"/>
                  </a:lnTo>
                  <a:lnTo>
                    <a:pt x="6296" y="5297"/>
                  </a:lnTo>
                  <a:lnTo>
                    <a:pt x="9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 name="Google Shape;282;p11"/>
          <p:cNvGrpSpPr/>
          <p:nvPr/>
        </p:nvGrpSpPr>
        <p:grpSpPr>
          <a:xfrm>
            <a:off x="7825956" y="4688182"/>
            <a:ext cx="294989" cy="277906"/>
            <a:chOff x="3522327" y="1976386"/>
            <a:chExt cx="510715" cy="481139"/>
          </a:xfrm>
        </p:grpSpPr>
        <p:sp>
          <p:nvSpPr>
            <p:cNvPr id="283" name="Google Shape;283;p11"/>
            <p:cNvSpPr/>
            <p:nvPr/>
          </p:nvSpPr>
          <p:spPr>
            <a:xfrm>
              <a:off x="3525644" y="1976386"/>
              <a:ext cx="504136" cy="481139"/>
            </a:xfrm>
            <a:custGeom>
              <a:avLst/>
              <a:gdLst/>
              <a:ahLst/>
              <a:cxnLst/>
              <a:rect l="l" t="t" r="r" b="b"/>
              <a:pathLst>
                <a:path w="35710" h="34081" extrusionOk="0">
                  <a:moveTo>
                    <a:pt x="11756" y="1414"/>
                  </a:moveTo>
                  <a:cubicBezTo>
                    <a:pt x="14265" y="1414"/>
                    <a:pt x="16670" y="2417"/>
                    <a:pt x="18438" y="4205"/>
                  </a:cubicBezTo>
                  <a:lnTo>
                    <a:pt x="30695" y="16539"/>
                  </a:lnTo>
                  <a:cubicBezTo>
                    <a:pt x="34377" y="20245"/>
                    <a:pt x="34358" y="26236"/>
                    <a:pt x="30652" y="29919"/>
                  </a:cubicBezTo>
                  <a:cubicBezTo>
                    <a:pt x="28891" y="31680"/>
                    <a:pt x="26502" y="32668"/>
                    <a:pt x="24014" y="32668"/>
                  </a:cubicBezTo>
                  <a:cubicBezTo>
                    <a:pt x="24005" y="32668"/>
                    <a:pt x="23995" y="32668"/>
                    <a:pt x="23985" y="32668"/>
                  </a:cubicBezTo>
                  <a:lnTo>
                    <a:pt x="23954" y="32668"/>
                  </a:lnTo>
                  <a:cubicBezTo>
                    <a:pt x="21441" y="32668"/>
                    <a:pt x="19036" y="31664"/>
                    <a:pt x="17272" y="29876"/>
                  </a:cubicBezTo>
                  <a:lnTo>
                    <a:pt x="5015" y="17543"/>
                  </a:lnTo>
                  <a:cubicBezTo>
                    <a:pt x="2321" y="14833"/>
                    <a:pt x="1522" y="10768"/>
                    <a:pt x="2989" y="7239"/>
                  </a:cubicBezTo>
                  <a:cubicBezTo>
                    <a:pt x="4456" y="3711"/>
                    <a:pt x="7903" y="1414"/>
                    <a:pt x="11725" y="1414"/>
                  </a:cubicBezTo>
                  <a:close/>
                  <a:moveTo>
                    <a:pt x="11725" y="1"/>
                  </a:moveTo>
                  <a:cubicBezTo>
                    <a:pt x="7335" y="1"/>
                    <a:pt x="3375" y="2645"/>
                    <a:pt x="1688" y="6699"/>
                  </a:cubicBezTo>
                  <a:cubicBezTo>
                    <a:pt x="1" y="10752"/>
                    <a:pt x="919" y="15423"/>
                    <a:pt x="4016" y="18539"/>
                  </a:cubicBezTo>
                  <a:lnTo>
                    <a:pt x="16272" y="30872"/>
                  </a:lnTo>
                  <a:cubicBezTo>
                    <a:pt x="18299" y="32926"/>
                    <a:pt x="21063" y="34080"/>
                    <a:pt x="23951" y="34080"/>
                  </a:cubicBezTo>
                  <a:lnTo>
                    <a:pt x="23985" y="34080"/>
                  </a:lnTo>
                  <a:cubicBezTo>
                    <a:pt x="28375" y="34080"/>
                    <a:pt x="32335" y="31440"/>
                    <a:pt x="34022" y="27387"/>
                  </a:cubicBezTo>
                  <a:cubicBezTo>
                    <a:pt x="35709" y="23329"/>
                    <a:pt x="34790" y="18658"/>
                    <a:pt x="31694" y="15547"/>
                  </a:cubicBezTo>
                  <a:lnTo>
                    <a:pt x="19438" y="3209"/>
                  </a:lnTo>
                  <a:cubicBezTo>
                    <a:pt x="17411" y="1159"/>
                    <a:pt x="14643" y="1"/>
                    <a:pt x="117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1"/>
            <p:cNvSpPr/>
            <p:nvPr/>
          </p:nvSpPr>
          <p:spPr>
            <a:xfrm>
              <a:off x="3669742" y="2113396"/>
              <a:ext cx="215941" cy="207146"/>
            </a:xfrm>
            <a:custGeom>
              <a:avLst/>
              <a:gdLst/>
              <a:ahLst/>
              <a:cxnLst/>
              <a:rect l="l" t="t" r="r" b="b"/>
              <a:pathLst>
                <a:path w="15296" h="14673" extrusionOk="0">
                  <a:moveTo>
                    <a:pt x="7661" y="0"/>
                  </a:moveTo>
                  <a:cubicBezTo>
                    <a:pt x="6856" y="0"/>
                    <a:pt x="6051" y="306"/>
                    <a:pt x="5436" y="920"/>
                  </a:cubicBezTo>
                  <a:lnTo>
                    <a:pt x="1240" y="5085"/>
                  </a:lnTo>
                  <a:cubicBezTo>
                    <a:pt x="4" y="6313"/>
                    <a:pt x="1" y="8312"/>
                    <a:pt x="1228" y="9548"/>
                  </a:cubicBezTo>
                  <a:lnTo>
                    <a:pt x="5394" y="13740"/>
                  </a:lnTo>
                  <a:cubicBezTo>
                    <a:pt x="6012" y="14362"/>
                    <a:pt x="6822" y="14673"/>
                    <a:pt x="7633" y="14673"/>
                  </a:cubicBezTo>
                  <a:cubicBezTo>
                    <a:pt x="8437" y="14673"/>
                    <a:pt x="9241" y="14367"/>
                    <a:pt x="9856" y="13756"/>
                  </a:cubicBezTo>
                  <a:lnTo>
                    <a:pt x="14052" y="9590"/>
                  </a:lnTo>
                  <a:cubicBezTo>
                    <a:pt x="15288" y="8359"/>
                    <a:pt x="15295" y="6363"/>
                    <a:pt x="14064" y="5124"/>
                  </a:cubicBezTo>
                  <a:lnTo>
                    <a:pt x="9899" y="931"/>
                  </a:lnTo>
                  <a:cubicBezTo>
                    <a:pt x="9282" y="311"/>
                    <a:pt x="8472" y="0"/>
                    <a:pt x="7661"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1"/>
            <p:cNvSpPr/>
            <p:nvPr/>
          </p:nvSpPr>
          <p:spPr>
            <a:xfrm>
              <a:off x="3710838" y="2207701"/>
              <a:ext cx="35986" cy="26922"/>
            </a:xfrm>
            <a:custGeom>
              <a:avLst/>
              <a:gdLst/>
              <a:ahLst/>
              <a:cxnLst/>
              <a:rect l="l" t="t" r="r" b="b"/>
              <a:pathLst>
                <a:path w="2549" h="1907" extrusionOk="0">
                  <a:moveTo>
                    <a:pt x="1276" y="0"/>
                  </a:moveTo>
                  <a:cubicBezTo>
                    <a:pt x="1032" y="0"/>
                    <a:pt x="788" y="94"/>
                    <a:pt x="603" y="281"/>
                  </a:cubicBezTo>
                  <a:cubicBezTo>
                    <a:pt x="0" y="880"/>
                    <a:pt x="429" y="1906"/>
                    <a:pt x="1274" y="1906"/>
                  </a:cubicBezTo>
                  <a:cubicBezTo>
                    <a:pt x="2124" y="1906"/>
                    <a:pt x="2548" y="880"/>
                    <a:pt x="1950" y="281"/>
                  </a:cubicBezTo>
                  <a:cubicBezTo>
                    <a:pt x="1764" y="94"/>
                    <a:pt x="1520" y="0"/>
                    <a:pt x="12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1"/>
            <p:cNvSpPr/>
            <p:nvPr/>
          </p:nvSpPr>
          <p:spPr>
            <a:xfrm>
              <a:off x="3763920" y="2154676"/>
              <a:ext cx="35986" cy="26922"/>
            </a:xfrm>
            <a:custGeom>
              <a:avLst/>
              <a:gdLst/>
              <a:ahLst/>
              <a:cxnLst/>
              <a:rect l="l" t="t" r="r" b="b"/>
              <a:pathLst>
                <a:path w="2549" h="1907" extrusionOk="0">
                  <a:moveTo>
                    <a:pt x="1272" y="0"/>
                  </a:moveTo>
                  <a:cubicBezTo>
                    <a:pt x="1028" y="0"/>
                    <a:pt x="784" y="94"/>
                    <a:pt x="599" y="281"/>
                  </a:cubicBezTo>
                  <a:cubicBezTo>
                    <a:pt x="0" y="879"/>
                    <a:pt x="425" y="1906"/>
                    <a:pt x="1274" y="1906"/>
                  </a:cubicBezTo>
                  <a:cubicBezTo>
                    <a:pt x="2120" y="1906"/>
                    <a:pt x="2548" y="879"/>
                    <a:pt x="1946" y="281"/>
                  </a:cubicBezTo>
                  <a:cubicBezTo>
                    <a:pt x="1761" y="94"/>
                    <a:pt x="1516" y="0"/>
                    <a:pt x="12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1"/>
            <p:cNvSpPr/>
            <p:nvPr/>
          </p:nvSpPr>
          <p:spPr>
            <a:xfrm>
              <a:off x="3760051" y="2252369"/>
              <a:ext cx="26880" cy="26894"/>
            </a:xfrm>
            <a:custGeom>
              <a:avLst/>
              <a:gdLst/>
              <a:ahLst/>
              <a:cxnLst/>
              <a:rect l="l" t="t" r="r" b="b"/>
              <a:pathLst>
                <a:path w="1904" h="1905" extrusionOk="0">
                  <a:moveTo>
                    <a:pt x="954" y="1"/>
                  </a:moveTo>
                  <a:cubicBezTo>
                    <a:pt x="425" y="1"/>
                    <a:pt x="0" y="426"/>
                    <a:pt x="0" y="954"/>
                  </a:cubicBezTo>
                  <a:cubicBezTo>
                    <a:pt x="0" y="1479"/>
                    <a:pt x="425" y="1904"/>
                    <a:pt x="954" y="1904"/>
                  </a:cubicBezTo>
                  <a:cubicBezTo>
                    <a:pt x="1479" y="1904"/>
                    <a:pt x="1903" y="1479"/>
                    <a:pt x="1903" y="954"/>
                  </a:cubicBezTo>
                  <a:cubicBezTo>
                    <a:pt x="1903" y="426"/>
                    <a:pt x="1479" y="1"/>
                    <a:pt x="9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1"/>
            <p:cNvSpPr/>
            <p:nvPr/>
          </p:nvSpPr>
          <p:spPr>
            <a:xfrm>
              <a:off x="3808545" y="2199301"/>
              <a:ext cx="35986" cy="26922"/>
            </a:xfrm>
            <a:custGeom>
              <a:avLst/>
              <a:gdLst/>
              <a:ahLst/>
              <a:cxnLst/>
              <a:rect l="l" t="t" r="r" b="b"/>
              <a:pathLst>
                <a:path w="2549" h="1907" extrusionOk="0">
                  <a:moveTo>
                    <a:pt x="1274" y="1"/>
                  </a:moveTo>
                  <a:cubicBezTo>
                    <a:pt x="1031" y="1"/>
                    <a:pt x="787" y="94"/>
                    <a:pt x="599" y="282"/>
                  </a:cubicBezTo>
                  <a:cubicBezTo>
                    <a:pt x="1" y="880"/>
                    <a:pt x="426" y="1907"/>
                    <a:pt x="1275" y="1907"/>
                  </a:cubicBezTo>
                  <a:cubicBezTo>
                    <a:pt x="2124" y="1907"/>
                    <a:pt x="2549" y="880"/>
                    <a:pt x="1947" y="282"/>
                  </a:cubicBezTo>
                  <a:cubicBezTo>
                    <a:pt x="1761" y="94"/>
                    <a:pt x="1518" y="1"/>
                    <a:pt x="12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1"/>
            <p:cNvSpPr/>
            <p:nvPr/>
          </p:nvSpPr>
          <p:spPr>
            <a:xfrm>
              <a:off x="3761844" y="1977191"/>
              <a:ext cx="271197" cy="256826"/>
            </a:xfrm>
            <a:custGeom>
              <a:avLst/>
              <a:gdLst/>
              <a:ahLst/>
              <a:cxnLst/>
              <a:rect l="l" t="t" r="r" b="b"/>
              <a:pathLst>
                <a:path w="19210" h="18192" extrusionOk="0">
                  <a:moveTo>
                    <a:pt x="7289" y="1407"/>
                  </a:moveTo>
                  <a:cubicBezTo>
                    <a:pt x="9737" y="1407"/>
                    <a:pt x="12173" y="2347"/>
                    <a:pt x="13998" y="4186"/>
                  </a:cubicBezTo>
                  <a:cubicBezTo>
                    <a:pt x="17102" y="7310"/>
                    <a:pt x="17604" y="12181"/>
                    <a:pt x="15307" y="15856"/>
                  </a:cubicBezTo>
                  <a:cubicBezTo>
                    <a:pt x="15191" y="15725"/>
                    <a:pt x="15079" y="15606"/>
                    <a:pt x="14960" y="15486"/>
                  </a:cubicBezTo>
                  <a:lnTo>
                    <a:pt x="2703" y="3152"/>
                  </a:lnTo>
                  <a:cubicBezTo>
                    <a:pt x="2587" y="3036"/>
                    <a:pt x="2467" y="2920"/>
                    <a:pt x="2336" y="2804"/>
                  </a:cubicBezTo>
                  <a:cubicBezTo>
                    <a:pt x="3856" y="1868"/>
                    <a:pt x="5576" y="1407"/>
                    <a:pt x="7289" y="1407"/>
                  </a:cubicBezTo>
                  <a:close/>
                  <a:moveTo>
                    <a:pt x="7290" y="0"/>
                  </a:moveTo>
                  <a:cubicBezTo>
                    <a:pt x="4991" y="0"/>
                    <a:pt x="2683" y="722"/>
                    <a:pt x="742" y="2191"/>
                  </a:cubicBezTo>
                  <a:lnTo>
                    <a:pt x="1" y="2750"/>
                  </a:lnTo>
                  <a:lnTo>
                    <a:pt x="738" y="3314"/>
                  </a:lnTo>
                  <a:cubicBezTo>
                    <a:pt x="1078" y="3569"/>
                    <a:pt x="1402" y="3851"/>
                    <a:pt x="1703" y="4152"/>
                  </a:cubicBezTo>
                  <a:lnTo>
                    <a:pt x="13964" y="16482"/>
                  </a:lnTo>
                  <a:cubicBezTo>
                    <a:pt x="14261" y="16787"/>
                    <a:pt x="14539" y="17111"/>
                    <a:pt x="14794" y="17455"/>
                  </a:cubicBezTo>
                  <a:lnTo>
                    <a:pt x="15350" y="18192"/>
                  </a:lnTo>
                  <a:lnTo>
                    <a:pt x="15913" y="17462"/>
                  </a:lnTo>
                  <a:cubicBezTo>
                    <a:pt x="19210" y="13166"/>
                    <a:pt x="18816" y="7032"/>
                    <a:pt x="15002" y="3194"/>
                  </a:cubicBezTo>
                  <a:cubicBezTo>
                    <a:pt x="12903" y="1081"/>
                    <a:pt x="10103" y="0"/>
                    <a:pt x="72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1"/>
            <p:cNvSpPr/>
            <p:nvPr/>
          </p:nvSpPr>
          <p:spPr>
            <a:xfrm>
              <a:off x="3522327" y="2199894"/>
              <a:ext cx="271141" cy="256924"/>
            </a:xfrm>
            <a:custGeom>
              <a:avLst/>
              <a:gdLst/>
              <a:ahLst/>
              <a:cxnLst/>
              <a:rect l="l" t="t" r="r" b="b"/>
              <a:pathLst>
                <a:path w="19206" h="18199" extrusionOk="0">
                  <a:moveTo>
                    <a:pt x="3903" y="2336"/>
                  </a:moveTo>
                  <a:cubicBezTo>
                    <a:pt x="4019" y="2467"/>
                    <a:pt x="4131" y="2591"/>
                    <a:pt x="4251" y="2707"/>
                  </a:cubicBezTo>
                  <a:lnTo>
                    <a:pt x="16507" y="15044"/>
                  </a:lnTo>
                  <a:cubicBezTo>
                    <a:pt x="16623" y="15160"/>
                    <a:pt x="16743" y="15272"/>
                    <a:pt x="16870" y="15392"/>
                  </a:cubicBezTo>
                  <a:cubicBezTo>
                    <a:pt x="15353" y="16326"/>
                    <a:pt x="13635" y="16786"/>
                    <a:pt x="11923" y="16786"/>
                  </a:cubicBezTo>
                  <a:cubicBezTo>
                    <a:pt x="9475" y="16786"/>
                    <a:pt x="7038" y="15846"/>
                    <a:pt x="5212" y="14006"/>
                  </a:cubicBezTo>
                  <a:cubicBezTo>
                    <a:pt x="2104" y="10883"/>
                    <a:pt x="1606" y="6011"/>
                    <a:pt x="3903" y="2340"/>
                  </a:cubicBezTo>
                  <a:lnTo>
                    <a:pt x="3903" y="2336"/>
                  </a:lnTo>
                  <a:close/>
                  <a:moveTo>
                    <a:pt x="3861" y="0"/>
                  </a:moveTo>
                  <a:lnTo>
                    <a:pt x="3297" y="738"/>
                  </a:lnTo>
                  <a:cubicBezTo>
                    <a:pt x="0" y="5030"/>
                    <a:pt x="394" y="11165"/>
                    <a:pt x="4208" y="15006"/>
                  </a:cubicBezTo>
                  <a:cubicBezTo>
                    <a:pt x="6247" y="17052"/>
                    <a:pt x="9020" y="18198"/>
                    <a:pt x="11907" y="18198"/>
                  </a:cubicBezTo>
                  <a:cubicBezTo>
                    <a:pt x="11911" y="18198"/>
                    <a:pt x="11916" y="18198"/>
                    <a:pt x="11921" y="18198"/>
                  </a:cubicBezTo>
                  <a:cubicBezTo>
                    <a:pt x="14284" y="18198"/>
                    <a:pt x="16584" y="17430"/>
                    <a:pt x="18468" y="16006"/>
                  </a:cubicBezTo>
                  <a:lnTo>
                    <a:pt x="19206" y="15446"/>
                  </a:lnTo>
                  <a:lnTo>
                    <a:pt x="18472" y="14882"/>
                  </a:lnTo>
                  <a:cubicBezTo>
                    <a:pt x="18132" y="14624"/>
                    <a:pt x="17808" y="14346"/>
                    <a:pt x="17507" y="14044"/>
                  </a:cubicBezTo>
                  <a:lnTo>
                    <a:pt x="5250" y="1711"/>
                  </a:lnTo>
                  <a:cubicBezTo>
                    <a:pt x="4953" y="1406"/>
                    <a:pt x="4675" y="1081"/>
                    <a:pt x="4420" y="742"/>
                  </a:cubicBezTo>
                  <a:lnTo>
                    <a:pt x="38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291;p11"/>
          <p:cNvGrpSpPr/>
          <p:nvPr/>
        </p:nvGrpSpPr>
        <p:grpSpPr>
          <a:xfrm rot="1075609">
            <a:off x="3536145" y="4688455"/>
            <a:ext cx="301780" cy="405070"/>
            <a:chOff x="4106283" y="2500625"/>
            <a:chExt cx="522432" cy="701244"/>
          </a:xfrm>
        </p:grpSpPr>
        <p:sp>
          <p:nvSpPr>
            <p:cNvPr id="292" name="Google Shape;292;p11"/>
            <p:cNvSpPr/>
            <p:nvPr/>
          </p:nvSpPr>
          <p:spPr>
            <a:xfrm>
              <a:off x="4258653" y="2963863"/>
              <a:ext cx="108309" cy="91030"/>
            </a:xfrm>
            <a:custGeom>
              <a:avLst/>
              <a:gdLst/>
              <a:ahLst/>
              <a:cxnLst/>
              <a:rect l="l" t="t" r="r" b="b"/>
              <a:pathLst>
                <a:path w="7672" h="6448" extrusionOk="0">
                  <a:moveTo>
                    <a:pt x="6039" y="1413"/>
                  </a:moveTo>
                  <a:lnTo>
                    <a:pt x="5514" y="5034"/>
                  </a:lnTo>
                  <a:lnTo>
                    <a:pt x="2159" y="5034"/>
                  </a:lnTo>
                  <a:lnTo>
                    <a:pt x="1634" y="1413"/>
                  </a:lnTo>
                  <a:close/>
                  <a:moveTo>
                    <a:pt x="1" y="0"/>
                  </a:moveTo>
                  <a:lnTo>
                    <a:pt x="939" y="6447"/>
                  </a:lnTo>
                  <a:lnTo>
                    <a:pt x="6737" y="6447"/>
                  </a:lnTo>
                  <a:lnTo>
                    <a:pt x="76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1"/>
            <p:cNvSpPr/>
            <p:nvPr/>
          </p:nvSpPr>
          <p:spPr>
            <a:xfrm>
              <a:off x="4106283" y="2500625"/>
              <a:ext cx="413106" cy="483200"/>
            </a:xfrm>
            <a:custGeom>
              <a:avLst/>
              <a:gdLst/>
              <a:ahLst/>
              <a:cxnLst/>
              <a:rect l="l" t="t" r="r" b="b"/>
              <a:pathLst>
                <a:path w="29262" h="34227" extrusionOk="0">
                  <a:moveTo>
                    <a:pt x="24672" y="1409"/>
                  </a:moveTo>
                  <a:cubicBezTo>
                    <a:pt x="26425" y="1413"/>
                    <a:pt x="27845" y="2834"/>
                    <a:pt x="27849" y="4586"/>
                  </a:cubicBezTo>
                  <a:lnTo>
                    <a:pt x="27849" y="24494"/>
                  </a:lnTo>
                  <a:cubicBezTo>
                    <a:pt x="27849" y="29080"/>
                    <a:pt x="24116" y="32813"/>
                    <a:pt x="19530" y="32813"/>
                  </a:cubicBezTo>
                  <a:lnTo>
                    <a:pt x="9732" y="32813"/>
                  </a:lnTo>
                  <a:cubicBezTo>
                    <a:pt x="5146" y="32813"/>
                    <a:pt x="1413" y="29080"/>
                    <a:pt x="1413" y="24494"/>
                  </a:cubicBezTo>
                  <a:lnTo>
                    <a:pt x="1413" y="4590"/>
                  </a:lnTo>
                  <a:cubicBezTo>
                    <a:pt x="1417" y="2834"/>
                    <a:pt x="2838" y="1413"/>
                    <a:pt x="4590" y="1413"/>
                  </a:cubicBezTo>
                  <a:lnTo>
                    <a:pt x="24672" y="1409"/>
                  </a:lnTo>
                  <a:close/>
                  <a:moveTo>
                    <a:pt x="4590" y="0"/>
                  </a:moveTo>
                  <a:cubicBezTo>
                    <a:pt x="2058" y="0"/>
                    <a:pt x="4" y="2054"/>
                    <a:pt x="0" y="4586"/>
                  </a:cubicBezTo>
                  <a:lnTo>
                    <a:pt x="0" y="24490"/>
                  </a:lnTo>
                  <a:cubicBezTo>
                    <a:pt x="0" y="29860"/>
                    <a:pt x="4366" y="34226"/>
                    <a:pt x="9732" y="34226"/>
                  </a:cubicBezTo>
                  <a:lnTo>
                    <a:pt x="19530" y="34226"/>
                  </a:lnTo>
                  <a:cubicBezTo>
                    <a:pt x="24896" y="34226"/>
                    <a:pt x="29262" y="29860"/>
                    <a:pt x="29258" y="24490"/>
                  </a:cubicBezTo>
                  <a:lnTo>
                    <a:pt x="29258" y="4586"/>
                  </a:lnTo>
                  <a:cubicBezTo>
                    <a:pt x="29258" y="2054"/>
                    <a:pt x="27204" y="0"/>
                    <a:pt x="246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1"/>
            <p:cNvSpPr/>
            <p:nvPr/>
          </p:nvSpPr>
          <p:spPr>
            <a:xfrm>
              <a:off x="4178438" y="2642153"/>
              <a:ext cx="268854" cy="279922"/>
            </a:xfrm>
            <a:custGeom>
              <a:avLst/>
              <a:gdLst/>
              <a:ahLst/>
              <a:cxnLst/>
              <a:rect l="l" t="t" r="r" b="b"/>
              <a:pathLst>
                <a:path w="19044" h="19828" extrusionOk="0">
                  <a:moveTo>
                    <a:pt x="0" y="0"/>
                  </a:moveTo>
                  <a:lnTo>
                    <a:pt x="0" y="10806"/>
                  </a:lnTo>
                  <a:cubicBezTo>
                    <a:pt x="0" y="15786"/>
                    <a:pt x="4038" y="19827"/>
                    <a:pt x="9022" y="19827"/>
                  </a:cubicBezTo>
                  <a:lnTo>
                    <a:pt x="10018" y="19827"/>
                  </a:lnTo>
                  <a:cubicBezTo>
                    <a:pt x="15002" y="19827"/>
                    <a:pt x="19044" y="15786"/>
                    <a:pt x="19044" y="10806"/>
                  </a:cubicBezTo>
                  <a:lnTo>
                    <a:pt x="19044"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1"/>
            <p:cNvSpPr/>
            <p:nvPr/>
          </p:nvSpPr>
          <p:spPr>
            <a:xfrm>
              <a:off x="4221157" y="2571523"/>
              <a:ext cx="183302" cy="19962"/>
            </a:xfrm>
            <a:custGeom>
              <a:avLst/>
              <a:gdLst/>
              <a:ahLst/>
              <a:cxnLst/>
              <a:rect l="l" t="t" r="r" b="b"/>
              <a:pathLst>
                <a:path w="12984" h="1414" extrusionOk="0">
                  <a:moveTo>
                    <a:pt x="1" y="0"/>
                  </a:moveTo>
                  <a:lnTo>
                    <a:pt x="1" y="1413"/>
                  </a:lnTo>
                  <a:lnTo>
                    <a:pt x="12983" y="1413"/>
                  </a:lnTo>
                  <a:lnTo>
                    <a:pt x="12983"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1"/>
            <p:cNvSpPr/>
            <p:nvPr/>
          </p:nvSpPr>
          <p:spPr>
            <a:xfrm>
              <a:off x="4302855" y="2615499"/>
              <a:ext cx="325860" cy="586370"/>
            </a:xfrm>
            <a:custGeom>
              <a:avLst/>
              <a:gdLst/>
              <a:ahLst/>
              <a:cxnLst/>
              <a:rect l="l" t="t" r="r" b="b"/>
              <a:pathLst>
                <a:path w="23082" h="41535" extrusionOk="0">
                  <a:moveTo>
                    <a:pt x="21669" y="1"/>
                  </a:moveTo>
                  <a:lnTo>
                    <a:pt x="21669" y="30417"/>
                  </a:lnTo>
                  <a:cubicBezTo>
                    <a:pt x="21669" y="35767"/>
                    <a:pt x="17314" y="40122"/>
                    <a:pt x="11964" y="40122"/>
                  </a:cubicBezTo>
                  <a:lnTo>
                    <a:pt x="11119" y="40122"/>
                  </a:lnTo>
                  <a:cubicBezTo>
                    <a:pt x="5768" y="40122"/>
                    <a:pt x="1414" y="35767"/>
                    <a:pt x="1414" y="30417"/>
                  </a:cubicBezTo>
                  <a:lnTo>
                    <a:pt x="1" y="30417"/>
                  </a:lnTo>
                  <a:cubicBezTo>
                    <a:pt x="1" y="36547"/>
                    <a:pt x="4992" y="41535"/>
                    <a:pt x="11119" y="41535"/>
                  </a:cubicBezTo>
                  <a:lnTo>
                    <a:pt x="11964" y="41535"/>
                  </a:lnTo>
                  <a:cubicBezTo>
                    <a:pt x="18094" y="41535"/>
                    <a:pt x="23082" y="36547"/>
                    <a:pt x="23082" y="30417"/>
                  </a:cubicBezTo>
                  <a:lnTo>
                    <a:pt x="230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1"/>
            <p:cNvSpPr/>
            <p:nvPr/>
          </p:nvSpPr>
          <p:spPr>
            <a:xfrm>
              <a:off x="4379640" y="2665970"/>
              <a:ext cx="135288" cy="19962"/>
            </a:xfrm>
            <a:custGeom>
              <a:avLst/>
              <a:gdLst/>
              <a:ahLst/>
              <a:cxnLst/>
              <a:rect l="l" t="t" r="r" b="b"/>
              <a:pathLst>
                <a:path w="9583" h="1414" extrusionOk="0">
                  <a:moveTo>
                    <a:pt x="1" y="0"/>
                  </a:moveTo>
                  <a:lnTo>
                    <a:pt x="1" y="1413"/>
                  </a:lnTo>
                  <a:lnTo>
                    <a:pt x="9582" y="1413"/>
                  </a:lnTo>
                  <a:lnTo>
                    <a:pt x="95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1"/>
            <p:cNvSpPr/>
            <p:nvPr/>
          </p:nvSpPr>
          <p:spPr>
            <a:xfrm>
              <a:off x="4379640" y="2772133"/>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1"/>
            <p:cNvSpPr/>
            <p:nvPr/>
          </p:nvSpPr>
          <p:spPr>
            <a:xfrm>
              <a:off x="4379640" y="2878297"/>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0" name="Google Shape;300;p11"/>
          <p:cNvGrpSpPr/>
          <p:nvPr/>
        </p:nvGrpSpPr>
        <p:grpSpPr>
          <a:xfrm rot="900064">
            <a:off x="883310" y="4109794"/>
            <a:ext cx="260334" cy="319981"/>
            <a:chOff x="3114176" y="1269099"/>
            <a:chExt cx="450729" cy="553999"/>
          </a:xfrm>
        </p:grpSpPr>
        <p:sp>
          <p:nvSpPr>
            <p:cNvPr id="301" name="Google Shape;301;p11"/>
            <p:cNvSpPr/>
            <p:nvPr/>
          </p:nvSpPr>
          <p:spPr>
            <a:xfrm>
              <a:off x="3186824" y="1376519"/>
              <a:ext cx="378081" cy="446579"/>
            </a:xfrm>
            <a:custGeom>
              <a:avLst/>
              <a:gdLst/>
              <a:ahLst/>
              <a:cxnLst/>
              <a:rect l="l" t="t" r="r" b="b"/>
              <a:pathLst>
                <a:path w="26781" h="31633" extrusionOk="0">
                  <a:moveTo>
                    <a:pt x="22341" y="1"/>
                  </a:moveTo>
                  <a:lnTo>
                    <a:pt x="22341" y="27193"/>
                  </a:lnTo>
                  <a:lnTo>
                    <a:pt x="1" y="27193"/>
                  </a:lnTo>
                  <a:lnTo>
                    <a:pt x="1" y="31633"/>
                  </a:lnTo>
                  <a:lnTo>
                    <a:pt x="26780" y="31633"/>
                  </a:lnTo>
                  <a:lnTo>
                    <a:pt x="2678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1"/>
            <p:cNvSpPr/>
            <p:nvPr/>
          </p:nvSpPr>
          <p:spPr>
            <a:xfrm>
              <a:off x="3114176" y="1303871"/>
              <a:ext cx="398029" cy="466527"/>
            </a:xfrm>
            <a:custGeom>
              <a:avLst/>
              <a:gdLst/>
              <a:ahLst/>
              <a:cxnLst/>
              <a:rect l="l" t="t" r="r" b="b"/>
              <a:pathLst>
                <a:path w="28194" h="33046" extrusionOk="0">
                  <a:moveTo>
                    <a:pt x="26780" y="1414"/>
                  </a:moveTo>
                  <a:lnTo>
                    <a:pt x="26780" y="31637"/>
                  </a:lnTo>
                  <a:lnTo>
                    <a:pt x="1414" y="31637"/>
                  </a:lnTo>
                  <a:lnTo>
                    <a:pt x="1414" y="1414"/>
                  </a:lnTo>
                  <a:close/>
                  <a:moveTo>
                    <a:pt x="1" y="1"/>
                  </a:moveTo>
                  <a:lnTo>
                    <a:pt x="1" y="33046"/>
                  </a:lnTo>
                  <a:lnTo>
                    <a:pt x="28193" y="33046"/>
                  </a:lnTo>
                  <a:lnTo>
                    <a:pt x="281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1"/>
            <p:cNvSpPr/>
            <p:nvPr/>
          </p:nvSpPr>
          <p:spPr>
            <a:xfrm>
              <a:off x="3229276" y="1269099"/>
              <a:ext cx="167829" cy="89505"/>
            </a:xfrm>
            <a:custGeom>
              <a:avLst/>
              <a:gdLst/>
              <a:ahLst/>
              <a:cxnLst/>
              <a:rect l="l" t="t" r="r" b="b"/>
              <a:pathLst>
                <a:path w="11888" h="6340" extrusionOk="0">
                  <a:moveTo>
                    <a:pt x="1" y="1"/>
                  </a:moveTo>
                  <a:lnTo>
                    <a:pt x="1" y="6339"/>
                  </a:lnTo>
                  <a:lnTo>
                    <a:pt x="11887" y="6339"/>
                  </a:lnTo>
                  <a:lnTo>
                    <a:pt x="11887"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1"/>
            <p:cNvSpPr/>
            <p:nvPr/>
          </p:nvSpPr>
          <p:spPr>
            <a:xfrm>
              <a:off x="3191300" y="1460335"/>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1"/>
            <p:cNvSpPr/>
            <p:nvPr/>
          </p:nvSpPr>
          <p:spPr>
            <a:xfrm>
              <a:off x="3191300" y="1561374"/>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1"/>
            <p:cNvSpPr/>
            <p:nvPr/>
          </p:nvSpPr>
          <p:spPr>
            <a:xfrm>
              <a:off x="3191300" y="1662427"/>
              <a:ext cx="243837" cy="19962"/>
            </a:xfrm>
            <a:custGeom>
              <a:avLst/>
              <a:gdLst/>
              <a:ahLst/>
              <a:cxnLst/>
              <a:rect l="l" t="t" r="r" b="b"/>
              <a:pathLst>
                <a:path w="17272" h="1414" extrusionOk="0">
                  <a:moveTo>
                    <a:pt x="0" y="0"/>
                  </a:moveTo>
                  <a:lnTo>
                    <a:pt x="0" y="1413"/>
                  </a:lnTo>
                  <a:lnTo>
                    <a:pt x="17272" y="1413"/>
                  </a:lnTo>
                  <a:lnTo>
                    <a:pt x="172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 name="Google Shape;307;p11"/>
          <p:cNvGrpSpPr/>
          <p:nvPr/>
        </p:nvGrpSpPr>
        <p:grpSpPr>
          <a:xfrm rot="454223">
            <a:off x="4595391" y="4234200"/>
            <a:ext cx="157754" cy="365586"/>
            <a:chOff x="3789373" y="1135858"/>
            <a:chExt cx="273103" cy="632902"/>
          </a:xfrm>
        </p:grpSpPr>
        <p:sp>
          <p:nvSpPr>
            <p:cNvPr id="308" name="Google Shape;308;p11"/>
            <p:cNvSpPr/>
            <p:nvPr/>
          </p:nvSpPr>
          <p:spPr>
            <a:xfrm>
              <a:off x="3864846" y="1452274"/>
              <a:ext cx="187664" cy="302157"/>
            </a:xfrm>
            <a:custGeom>
              <a:avLst/>
              <a:gdLst/>
              <a:ahLst/>
              <a:cxnLst/>
              <a:rect l="l" t="t" r="r" b="b"/>
              <a:pathLst>
                <a:path w="13293" h="21403" extrusionOk="0">
                  <a:moveTo>
                    <a:pt x="5" y="0"/>
                  </a:moveTo>
                  <a:lnTo>
                    <a:pt x="5" y="12740"/>
                  </a:lnTo>
                  <a:cubicBezTo>
                    <a:pt x="1" y="16797"/>
                    <a:pt x="2726" y="20349"/>
                    <a:pt x="6644" y="21402"/>
                  </a:cubicBezTo>
                  <a:cubicBezTo>
                    <a:pt x="10563" y="20352"/>
                    <a:pt x="13292" y="16797"/>
                    <a:pt x="13288" y="12740"/>
                  </a:cubicBezTo>
                  <a:lnTo>
                    <a:pt x="13288"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1"/>
            <p:cNvSpPr/>
            <p:nvPr/>
          </p:nvSpPr>
          <p:spPr>
            <a:xfrm>
              <a:off x="3789373" y="1135858"/>
              <a:ext cx="273047" cy="326397"/>
            </a:xfrm>
            <a:custGeom>
              <a:avLst/>
              <a:gdLst/>
              <a:ahLst/>
              <a:cxnLst/>
              <a:rect l="l" t="t" r="r" b="b"/>
              <a:pathLst>
                <a:path w="19341" h="23120" extrusionOk="0">
                  <a:moveTo>
                    <a:pt x="9721" y="1413"/>
                  </a:moveTo>
                  <a:cubicBezTo>
                    <a:pt x="14249" y="1413"/>
                    <a:pt x="17928" y="5096"/>
                    <a:pt x="17928" y="9620"/>
                  </a:cubicBezTo>
                  <a:lnTo>
                    <a:pt x="17928" y="21707"/>
                  </a:lnTo>
                  <a:lnTo>
                    <a:pt x="1409" y="21707"/>
                  </a:lnTo>
                  <a:lnTo>
                    <a:pt x="1409" y="9620"/>
                  </a:lnTo>
                  <a:cubicBezTo>
                    <a:pt x="1409" y="5096"/>
                    <a:pt x="5092" y="1413"/>
                    <a:pt x="9620" y="1413"/>
                  </a:cubicBezTo>
                  <a:close/>
                  <a:moveTo>
                    <a:pt x="9620" y="0"/>
                  </a:moveTo>
                  <a:cubicBezTo>
                    <a:pt x="4316" y="0"/>
                    <a:pt x="0" y="4316"/>
                    <a:pt x="0" y="9620"/>
                  </a:cubicBezTo>
                  <a:lnTo>
                    <a:pt x="0" y="23120"/>
                  </a:lnTo>
                  <a:lnTo>
                    <a:pt x="19341" y="23120"/>
                  </a:lnTo>
                  <a:lnTo>
                    <a:pt x="19341" y="9620"/>
                  </a:lnTo>
                  <a:cubicBezTo>
                    <a:pt x="19341" y="4316"/>
                    <a:pt x="15025" y="0"/>
                    <a:pt x="9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1"/>
            <p:cNvSpPr/>
            <p:nvPr/>
          </p:nvSpPr>
          <p:spPr>
            <a:xfrm>
              <a:off x="3789373" y="1442307"/>
              <a:ext cx="273103" cy="326453"/>
            </a:xfrm>
            <a:custGeom>
              <a:avLst/>
              <a:gdLst/>
              <a:ahLst/>
              <a:cxnLst/>
              <a:rect l="l" t="t" r="r" b="b"/>
              <a:pathLst>
                <a:path w="19345" h="23124" extrusionOk="0">
                  <a:moveTo>
                    <a:pt x="17928" y="1413"/>
                  </a:moveTo>
                  <a:lnTo>
                    <a:pt x="17928" y="13446"/>
                  </a:lnTo>
                  <a:cubicBezTo>
                    <a:pt x="17932" y="18006"/>
                    <a:pt x="14233" y="21707"/>
                    <a:pt x="9674" y="21707"/>
                  </a:cubicBezTo>
                  <a:cubicBezTo>
                    <a:pt x="9671" y="21707"/>
                    <a:pt x="9669" y="21707"/>
                    <a:pt x="9667" y="21707"/>
                  </a:cubicBezTo>
                  <a:cubicBezTo>
                    <a:pt x="5115" y="21707"/>
                    <a:pt x="1413" y="18001"/>
                    <a:pt x="1413" y="13446"/>
                  </a:cubicBezTo>
                  <a:lnTo>
                    <a:pt x="1413" y="1413"/>
                  </a:lnTo>
                  <a:close/>
                  <a:moveTo>
                    <a:pt x="0" y="0"/>
                  </a:moveTo>
                  <a:lnTo>
                    <a:pt x="0" y="13446"/>
                  </a:lnTo>
                  <a:cubicBezTo>
                    <a:pt x="0" y="18781"/>
                    <a:pt x="4335" y="23124"/>
                    <a:pt x="9667" y="23124"/>
                  </a:cubicBezTo>
                  <a:cubicBezTo>
                    <a:pt x="15013" y="23124"/>
                    <a:pt x="19345" y="18789"/>
                    <a:pt x="19341" y="13446"/>
                  </a:cubicBezTo>
                  <a:lnTo>
                    <a:pt x="193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11"/>
          <p:cNvGrpSpPr/>
          <p:nvPr/>
        </p:nvGrpSpPr>
        <p:grpSpPr>
          <a:xfrm>
            <a:off x="5217391" y="4839369"/>
            <a:ext cx="268169" cy="175896"/>
            <a:chOff x="4277246" y="2003393"/>
            <a:chExt cx="464282" cy="304529"/>
          </a:xfrm>
        </p:grpSpPr>
        <p:sp>
          <p:nvSpPr>
            <p:cNvPr id="312" name="Google Shape;312;p11"/>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1"/>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1"/>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315;p11"/>
          <p:cNvGrpSpPr/>
          <p:nvPr/>
        </p:nvGrpSpPr>
        <p:grpSpPr>
          <a:xfrm>
            <a:off x="6544810" y="4506723"/>
            <a:ext cx="314159" cy="264688"/>
            <a:chOff x="4264060" y="1424745"/>
            <a:chExt cx="543905" cy="458254"/>
          </a:xfrm>
        </p:grpSpPr>
        <p:sp>
          <p:nvSpPr>
            <p:cNvPr id="316" name="Google Shape;316;p11"/>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1"/>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 name="Google Shape;318;p11"/>
          <p:cNvGrpSpPr/>
          <p:nvPr/>
        </p:nvGrpSpPr>
        <p:grpSpPr>
          <a:xfrm rot="454223">
            <a:off x="2626960" y="880795"/>
            <a:ext cx="280499" cy="281510"/>
            <a:chOff x="2694759" y="3017326"/>
            <a:chExt cx="485600" cy="487350"/>
          </a:xfrm>
        </p:grpSpPr>
        <p:sp>
          <p:nvSpPr>
            <p:cNvPr id="319" name="Google Shape;319;p11"/>
            <p:cNvSpPr/>
            <p:nvPr/>
          </p:nvSpPr>
          <p:spPr>
            <a:xfrm>
              <a:off x="2694759" y="3095960"/>
              <a:ext cx="485600" cy="408716"/>
            </a:xfrm>
            <a:custGeom>
              <a:avLst/>
              <a:gdLst/>
              <a:ahLst/>
              <a:cxnLst/>
              <a:rect l="l" t="t" r="r" b="b"/>
              <a:pathLst>
                <a:path w="34397" h="28951" extrusionOk="0">
                  <a:moveTo>
                    <a:pt x="26096" y="1414"/>
                  </a:moveTo>
                  <a:cubicBezTo>
                    <a:pt x="29895" y="1414"/>
                    <a:pt x="32983" y="4502"/>
                    <a:pt x="32983" y="8297"/>
                  </a:cubicBezTo>
                  <a:lnTo>
                    <a:pt x="32983" y="20650"/>
                  </a:lnTo>
                  <a:cubicBezTo>
                    <a:pt x="32983" y="24445"/>
                    <a:pt x="29895" y="27533"/>
                    <a:pt x="26096" y="27533"/>
                  </a:cubicBezTo>
                  <a:lnTo>
                    <a:pt x="8296" y="27533"/>
                  </a:lnTo>
                  <a:cubicBezTo>
                    <a:pt x="4498" y="27533"/>
                    <a:pt x="1409" y="24445"/>
                    <a:pt x="1409" y="20650"/>
                  </a:cubicBezTo>
                  <a:lnTo>
                    <a:pt x="1409" y="8297"/>
                  </a:lnTo>
                  <a:cubicBezTo>
                    <a:pt x="1409" y="4502"/>
                    <a:pt x="4498" y="1414"/>
                    <a:pt x="8296" y="1414"/>
                  </a:cubicBezTo>
                  <a:close/>
                  <a:moveTo>
                    <a:pt x="8296" y="1"/>
                  </a:moveTo>
                  <a:cubicBezTo>
                    <a:pt x="3722" y="1"/>
                    <a:pt x="0" y="3726"/>
                    <a:pt x="0" y="8297"/>
                  </a:cubicBezTo>
                  <a:lnTo>
                    <a:pt x="0" y="20650"/>
                  </a:lnTo>
                  <a:cubicBezTo>
                    <a:pt x="0" y="25225"/>
                    <a:pt x="3722" y="28950"/>
                    <a:pt x="8296" y="28950"/>
                  </a:cubicBezTo>
                  <a:lnTo>
                    <a:pt x="26096" y="28950"/>
                  </a:lnTo>
                  <a:cubicBezTo>
                    <a:pt x="30675" y="28950"/>
                    <a:pt x="34396" y="25225"/>
                    <a:pt x="34396" y="20650"/>
                  </a:cubicBezTo>
                  <a:lnTo>
                    <a:pt x="34396" y="8297"/>
                  </a:lnTo>
                  <a:cubicBezTo>
                    <a:pt x="34396" y="3726"/>
                    <a:pt x="30671" y="1"/>
                    <a:pt x="26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1"/>
            <p:cNvSpPr/>
            <p:nvPr/>
          </p:nvSpPr>
          <p:spPr>
            <a:xfrm>
              <a:off x="2884300" y="3202562"/>
              <a:ext cx="106460" cy="195457"/>
            </a:xfrm>
            <a:custGeom>
              <a:avLst/>
              <a:gdLst/>
              <a:ahLst/>
              <a:cxnLst/>
              <a:rect l="l" t="t" r="r" b="b"/>
              <a:pathLst>
                <a:path w="7541" h="13845" extrusionOk="0">
                  <a:moveTo>
                    <a:pt x="1" y="1"/>
                  </a:moveTo>
                  <a:lnTo>
                    <a:pt x="1" y="13844"/>
                  </a:lnTo>
                  <a:lnTo>
                    <a:pt x="7540" y="13844"/>
                  </a:lnTo>
                  <a:lnTo>
                    <a:pt x="754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1"/>
            <p:cNvSpPr/>
            <p:nvPr/>
          </p:nvSpPr>
          <p:spPr>
            <a:xfrm>
              <a:off x="2839830" y="3247088"/>
              <a:ext cx="195443" cy="106460"/>
            </a:xfrm>
            <a:custGeom>
              <a:avLst/>
              <a:gdLst/>
              <a:ahLst/>
              <a:cxnLst/>
              <a:rect l="l" t="t" r="r" b="b"/>
              <a:pathLst>
                <a:path w="13844" h="7541" extrusionOk="0">
                  <a:moveTo>
                    <a:pt x="1" y="1"/>
                  </a:moveTo>
                  <a:lnTo>
                    <a:pt x="1" y="7540"/>
                  </a:lnTo>
                  <a:lnTo>
                    <a:pt x="13844" y="7540"/>
                  </a:lnTo>
                  <a:lnTo>
                    <a:pt x="13844"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1"/>
            <p:cNvSpPr/>
            <p:nvPr/>
          </p:nvSpPr>
          <p:spPr>
            <a:xfrm>
              <a:off x="2829863" y="3017326"/>
              <a:ext cx="215391" cy="98597"/>
            </a:xfrm>
            <a:custGeom>
              <a:avLst/>
              <a:gdLst/>
              <a:ahLst/>
              <a:cxnLst/>
              <a:rect l="l" t="t" r="r" b="b"/>
              <a:pathLst>
                <a:path w="15257" h="6984" extrusionOk="0">
                  <a:moveTo>
                    <a:pt x="11300" y="1413"/>
                  </a:moveTo>
                  <a:cubicBezTo>
                    <a:pt x="12701" y="1413"/>
                    <a:pt x="13840" y="2552"/>
                    <a:pt x="13844" y="3957"/>
                  </a:cubicBezTo>
                  <a:lnTo>
                    <a:pt x="13844" y="5571"/>
                  </a:lnTo>
                  <a:lnTo>
                    <a:pt x="1413" y="5571"/>
                  </a:lnTo>
                  <a:lnTo>
                    <a:pt x="1413" y="3957"/>
                  </a:lnTo>
                  <a:cubicBezTo>
                    <a:pt x="1413" y="2552"/>
                    <a:pt x="2552" y="1413"/>
                    <a:pt x="3957" y="1413"/>
                  </a:cubicBezTo>
                  <a:close/>
                  <a:moveTo>
                    <a:pt x="3957" y="0"/>
                  </a:moveTo>
                  <a:cubicBezTo>
                    <a:pt x="1772" y="0"/>
                    <a:pt x="0" y="1772"/>
                    <a:pt x="0" y="3957"/>
                  </a:cubicBezTo>
                  <a:lnTo>
                    <a:pt x="0" y="6984"/>
                  </a:lnTo>
                  <a:lnTo>
                    <a:pt x="15256" y="6984"/>
                  </a:lnTo>
                  <a:lnTo>
                    <a:pt x="15256" y="3957"/>
                  </a:lnTo>
                  <a:cubicBezTo>
                    <a:pt x="15253" y="1772"/>
                    <a:pt x="13481" y="0"/>
                    <a:pt x="113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 name="Google Shape;323;p11"/>
          <p:cNvGrpSpPr/>
          <p:nvPr/>
        </p:nvGrpSpPr>
        <p:grpSpPr>
          <a:xfrm rot="-817059">
            <a:off x="1632570" y="4491222"/>
            <a:ext cx="336312" cy="454084"/>
            <a:chOff x="3743647" y="3305789"/>
            <a:chExt cx="582220" cy="786105"/>
          </a:xfrm>
        </p:grpSpPr>
        <p:sp>
          <p:nvSpPr>
            <p:cNvPr id="324" name="Google Shape;324;p11"/>
            <p:cNvSpPr/>
            <p:nvPr/>
          </p:nvSpPr>
          <p:spPr>
            <a:xfrm>
              <a:off x="3855909" y="3305789"/>
              <a:ext cx="215122" cy="399059"/>
            </a:xfrm>
            <a:custGeom>
              <a:avLst/>
              <a:gdLst/>
              <a:ahLst/>
              <a:cxnLst/>
              <a:rect l="l" t="t" r="r" b="b"/>
              <a:pathLst>
                <a:path w="15238" h="28267" extrusionOk="0">
                  <a:moveTo>
                    <a:pt x="13825" y="1413"/>
                  </a:moveTo>
                  <a:lnTo>
                    <a:pt x="13825" y="26853"/>
                  </a:lnTo>
                  <a:lnTo>
                    <a:pt x="1410" y="26853"/>
                  </a:lnTo>
                  <a:lnTo>
                    <a:pt x="1410" y="1413"/>
                  </a:lnTo>
                  <a:close/>
                  <a:moveTo>
                    <a:pt x="1" y="1"/>
                  </a:moveTo>
                  <a:lnTo>
                    <a:pt x="1" y="28266"/>
                  </a:lnTo>
                  <a:lnTo>
                    <a:pt x="15238" y="28266"/>
                  </a:lnTo>
                  <a:lnTo>
                    <a:pt x="1523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1"/>
            <p:cNvSpPr/>
            <p:nvPr/>
          </p:nvSpPr>
          <p:spPr>
            <a:xfrm>
              <a:off x="3900549" y="3684886"/>
              <a:ext cx="125843" cy="89717"/>
            </a:xfrm>
            <a:custGeom>
              <a:avLst/>
              <a:gdLst/>
              <a:ahLst/>
              <a:cxnLst/>
              <a:rect l="l" t="t" r="r" b="b"/>
              <a:pathLst>
                <a:path w="8914" h="6355" extrusionOk="0">
                  <a:moveTo>
                    <a:pt x="7501" y="1413"/>
                  </a:moveTo>
                  <a:lnTo>
                    <a:pt x="7501" y="4942"/>
                  </a:lnTo>
                  <a:lnTo>
                    <a:pt x="1413" y="4942"/>
                  </a:lnTo>
                  <a:lnTo>
                    <a:pt x="1413" y="1413"/>
                  </a:lnTo>
                  <a:close/>
                  <a:moveTo>
                    <a:pt x="0" y="0"/>
                  </a:moveTo>
                  <a:lnTo>
                    <a:pt x="0" y="6355"/>
                  </a:lnTo>
                  <a:lnTo>
                    <a:pt x="8914" y="6355"/>
                  </a:lnTo>
                  <a:lnTo>
                    <a:pt x="89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1"/>
            <p:cNvSpPr/>
            <p:nvPr/>
          </p:nvSpPr>
          <p:spPr>
            <a:xfrm>
              <a:off x="3816183" y="3413477"/>
              <a:ext cx="294576" cy="19962"/>
            </a:xfrm>
            <a:custGeom>
              <a:avLst/>
              <a:gdLst/>
              <a:ahLst/>
              <a:cxnLst/>
              <a:rect l="l" t="t" r="r" b="b"/>
              <a:pathLst>
                <a:path w="20866" h="1414" extrusionOk="0">
                  <a:moveTo>
                    <a:pt x="0" y="1"/>
                  </a:moveTo>
                  <a:lnTo>
                    <a:pt x="0" y="1414"/>
                  </a:lnTo>
                  <a:lnTo>
                    <a:pt x="20866" y="1414"/>
                  </a:lnTo>
                  <a:lnTo>
                    <a:pt x="208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1"/>
            <p:cNvSpPr/>
            <p:nvPr/>
          </p:nvSpPr>
          <p:spPr>
            <a:xfrm>
              <a:off x="3816183" y="3305789"/>
              <a:ext cx="294576" cy="19962"/>
            </a:xfrm>
            <a:custGeom>
              <a:avLst/>
              <a:gdLst/>
              <a:ahLst/>
              <a:cxnLst/>
              <a:rect l="l" t="t" r="r" b="b"/>
              <a:pathLst>
                <a:path w="20866" h="1414" extrusionOk="0">
                  <a:moveTo>
                    <a:pt x="0" y="1"/>
                  </a:moveTo>
                  <a:lnTo>
                    <a:pt x="0" y="1413"/>
                  </a:lnTo>
                  <a:lnTo>
                    <a:pt x="20866" y="1413"/>
                  </a:lnTo>
                  <a:lnTo>
                    <a:pt x="208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1"/>
            <p:cNvSpPr/>
            <p:nvPr/>
          </p:nvSpPr>
          <p:spPr>
            <a:xfrm>
              <a:off x="3817114" y="3519429"/>
              <a:ext cx="508752" cy="433492"/>
            </a:xfrm>
            <a:custGeom>
              <a:avLst/>
              <a:gdLst/>
              <a:ahLst/>
              <a:cxnLst/>
              <a:rect l="l" t="t" r="r" b="b"/>
              <a:pathLst>
                <a:path w="36037" h="30706" extrusionOk="0">
                  <a:moveTo>
                    <a:pt x="10369" y="0"/>
                  </a:moveTo>
                  <a:lnTo>
                    <a:pt x="10369" y="1413"/>
                  </a:lnTo>
                  <a:lnTo>
                    <a:pt x="20680" y="1413"/>
                  </a:lnTo>
                  <a:cubicBezTo>
                    <a:pt x="28370" y="1413"/>
                    <a:pt x="34624" y="7667"/>
                    <a:pt x="34624" y="15353"/>
                  </a:cubicBezTo>
                  <a:cubicBezTo>
                    <a:pt x="34624" y="23043"/>
                    <a:pt x="28370" y="29297"/>
                    <a:pt x="20680" y="29297"/>
                  </a:cubicBezTo>
                  <a:lnTo>
                    <a:pt x="0" y="29297"/>
                  </a:lnTo>
                  <a:lnTo>
                    <a:pt x="0" y="30706"/>
                  </a:lnTo>
                  <a:lnTo>
                    <a:pt x="20680" y="30706"/>
                  </a:lnTo>
                  <a:cubicBezTo>
                    <a:pt x="29146" y="30706"/>
                    <a:pt x="36037" y="23819"/>
                    <a:pt x="36037" y="15353"/>
                  </a:cubicBezTo>
                  <a:cubicBezTo>
                    <a:pt x="36037" y="6887"/>
                    <a:pt x="29146" y="0"/>
                    <a:pt x="206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1"/>
            <p:cNvSpPr/>
            <p:nvPr/>
          </p:nvSpPr>
          <p:spPr>
            <a:xfrm>
              <a:off x="3900605" y="3466502"/>
              <a:ext cx="125745" cy="125745"/>
            </a:xfrm>
            <a:custGeom>
              <a:avLst/>
              <a:gdLst/>
              <a:ahLst/>
              <a:cxnLst/>
              <a:rect l="l" t="t" r="r" b="b"/>
              <a:pathLst>
                <a:path w="8907" h="8907" extrusionOk="0">
                  <a:moveTo>
                    <a:pt x="4455" y="1"/>
                  </a:moveTo>
                  <a:cubicBezTo>
                    <a:pt x="1996" y="1"/>
                    <a:pt x="0" y="1993"/>
                    <a:pt x="0" y="4452"/>
                  </a:cubicBezTo>
                  <a:cubicBezTo>
                    <a:pt x="0" y="6911"/>
                    <a:pt x="1996" y="8907"/>
                    <a:pt x="4455" y="8907"/>
                  </a:cubicBezTo>
                  <a:cubicBezTo>
                    <a:pt x="6914" y="8907"/>
                    <a:pt x="8906" y="6911"/>
                    <a:pt x="8906" y="4452"/>
                  </a:cubicBezTo>
                  <a:cubicBezTo>
                    <a:pt x="8906" y="1993"/>
                    <a:pt x="6914" y="1"/>
                    <a:pt x="4455" y="1"/>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1"/>
            <p:cNvSpPr/>
            <p:nvPr/>
          </p:nvSpPr>
          <p:spPr>
            <a:xfrm>
              <a:off x="3786860" y="3851331"/>
              <a:ext cx="353220" cy="51952"/>
            </a:xfrm>
            <a:custGeom>
              <a:avLst/>
              <a:gdLst/>
              <a:ahLst/>
              <a:cxnLst/>
              <a:rect l="l" t="t" r="r" b="b"/>
              <a:pathLst>
                <a:path w="25020" h="3680" extrusionOk="0">
                  <a:moveTo>
                    <a:pt x="1" y="0"/>
                  </a:moveTo>
                  <a:lnTo>
                    <a:pt x="1" y="3679"/>
                  </a:lnTo>
                  <a:lnTo>
                    <a:pt x="25020" y="3679"/>
                  </a:lnTo>
                  <a:lnTo>
                    <a:pt x="25020"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1"/>
            <p:cNvSpPr/>
            <p:nvPr/>
          </p:nvSpPr>
          <p:spPr>
            <a:xfrm>
              <a:off x="3743647" y="4005777"/>
              <a:ext cx="437854" cy="86117"/>
            </a:xfrm>
            <a:custGeom>
              <a:avLst/>
              <a:gdLst/>
              <a:ahLst/>
              <a:cxnLst/>
              <a:rect l="l" t="t" r="r" b="b"/>
              <a:pathLst>
                <a:path w="31015" h="6100" extrusionOk="0">
                  <a:moveTo>
                    <a:pt x="22668" y="1417"/>
                  </a:moveTo>
                  <a:cubicBezTo>
                    <a:pt x="25112" y="1417"/>
                    <a:pt x="27390" y="2649"/>
                    <a:pt x="28733" y="4691"/>
                  </a:cubicBezTo>
                  <a:lnTo>
                    <a:pt x="2282" y="4691"/>
                  </a:lnTo>
                  <a:cubicBezTo>
                    <a:pt x="3625" y="2649"/>
                    <a:pt x="5903" y="1417"/>
                    <a:pt x="8346" y="1417"/>
                  </a:cubicBezTo>
                  <a:close/>
                  <a:moveTo>
                    <a:pt x="8346" y="0"/>
                  </a:moveTo>
                  <a:cubicBezTo>
                    <a:pt x="4938" y="4"/>
                    <a:pt x="1849" y="2000"/>
                    <a:pt x="448" y="5104"/>
                  </a:cubicBezTo>
                  <a:lnTo>
                    <a:pt x="0" y="6100"/>
                  </a:lnTo>
                  <a:lnTo>
                    <a:pt x="31015" y="6100"/>
                  </a:lnTo>
                  <a:lnTo>
                    <a:pt x="30567" y="5104"/>
                  </a:lnTo>
                  <a:cubicBezTo>
                    <a:pt x="29165" y="2000"/>
                    <a:pt x="26077" y="4"/>
                    <a:pt x="226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1"/>
            <p:cNvSpPr/>
            <p:nvPr/>
          </p:nvSpPr>
          <p:spPr>
            <a:xfrm>
              <a:off x="3925339" y="3933015"/>
              <a:ext cx="76206" cy="92724"/>
            </a:xfrm>
            <a:custGeom>
              <a:avLst/>
              <a:gdLst/>
              <a:ahLst/>
              <a:cxnLst/>
              <a:rect l="l" t="t" r="r" b="b"/>
              <a:pathLst>
                <a:path w="5398" h="6568" extrusionOk="0">
                  <a:moveTo>
                    <a:pt x="3985" y="1410"/>
                  </a:moveTo>
                  <a:lnTo>
                    <a:pt x="3985" y="5154"/>
                  </a:lnTo>
                  <a:lnTo>
                    <a:pt x="1414" y="5154"/>
                  </a:lnTo>
                  <a:lnTo>
                    <a:pt x="1414" y="1410"/>
                  </a:lnTo>
                  <a:close/>
                  <a:moveTo>
                    <a:pt x="1" y="1"/>
                  </a:moveTo>
                  <a:lnTo>
                    <a:pt x="1" y="6567"/>
                  </a:lnTo>
                  <a:lnTo>
                    <a:pt x="5398" y="6567"/>
                  </a:lnTo>
                  <a:lnTo>
                    <a:pt x="53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 name="Google Shape;333;p11"/>
          <p:cNvGrpSpPr/>
          <p:nvPr/>
        </p:nvGrpSpPr>
        <p:grpSpPr>
          <a:xfrm rot="755989" flipH="1">
            <a:off x="8715011" y="1073580"/>
            <a:ext cx="225804" cy="296829"/>
            <a:chOff x="2574478" y="1600508"/>
            <a:chExt cx="390928" cy="513891"/>
          </a:xfrm>
        </p:grpSpPr>
        <p:sp>
          <p:nvSpPr>
            <p:cNvPr id="334" name="Google Shape;334;p11"/>
            <p:cNvSpPr/>
            <p:nvPr/>
          </p:nvSpPr>
          <p:spPr>
            <a:xfrm>
              <a:off x="2637583" y="1681175"/>
              <a:ext cx="264717" cy="352570"/>
            </a:xfrm>
            <a:custGeom>
              <a:avLst/>
              <a:gdLst/>
              <a:ahLst/>
              <a:cxnLst/>
              <a:rect l="l" t="t" r="r" b="b"/>
              <a:pathLst>
                <a:path w="18751" h="24974" extrusionOk="0">
                  <a:moveTo>
                    <a:pt x="9374" y="0"/>
                  </a:moveTo>
                  <a:cubicBezTo>
                    <a:pt x="4251" y="0"/>
                    <a:pt x="90" y="10192"/>
                    <a:pt x="1" y="15426"/>
                  </a:cubicBezTo>
                  <a:cubicBezTo>
                    <a:pt x="474" y="15212"/>
                    <a:pt x="969" y="15111"/>
                    <a:pt x="1454" y="15111"/>
                  </a:cubicBezTo>
                  <a:cubicBezTo>
                    <a:pt x="2867" y="15111"/>
                    <a:pt x="4207" y="15965"/>
                    <a:pt x="4753" y="17372"/>
                  </a:cubicBezTo>
                  <a:cubicBezTo>
                    <a:pt x="5486" y="19263"/>
                    <a:pt x="4479" y="21383"/>
                    <a:pt x="2549" y="22012"/>
                  </a:cubicBezTo>
                  <a:cubicBezTo>
                    <a:pt x="4337" y="23917"/>
                    <a:pt x="6822" y="24974"/>
                    <a:pt x="9392" y="24974"/>
                  </a:cubicBezTo>
                  <a:cubicBezTo>
                    <a:pt x="9890" y="24974"/>
                    <a:pt x="10391" y="24934"/>
                    <a:pt x="10891" y="24853"/>
                  </a:cubicBezTo>
                  <a:cubicBezTo>
                    <a:pt x="15350" y="24128"/>
                    <a:pt x="18751" y="20256"/>
                    <a:pt x="18751" y="15596"/>
                  </a:cubicBezTo>
                  <a:cubicBezTo>
                    <a:pt x="18751" y="10937"/>
                    <a:pt x="15350" y="2023"/>
                    <a:pt x="10891" y="297"/>
                  </a:cubicBezTo>
                  <a:cubicBezTo>
                    <a:pt x="10408" y="100"/>
                    <a:pt x="9895" y="0"/>
                    <a:pt x="9374"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1"/>
            <p:cNvSpPr/>
            <p:nvPr/>
          </p:nvSpPr>
          <p:spPr>
            <a:xfrm>
              <a:off x="2574478" y="1600508"/>
              <a:ext cx="390928" cy="513891"/>
            </a:xfrm>
            <a:custGeom>
              <a:avLst/>
              <a:gdLst/>
              <a:ahLst/>
              <a:cxnLst/>
              <a:rect l="l" t="t" r="r" b="b"/>
              <a:pathLst>
                <a:path w="27691" h="36401" extrusionOk="0">
                  <a:moveTo>
                    <a:pt x="13844" y="1414"/>
                  </a:moveTo>
                  <a:cubicBezTo>
                    <a:pt x="14485" y="1414"/>
                    <a:pt x="15122" y="1541"/>
                    <a:pt x="15712" y="1784"/>
                  </a:cubicBezTo>
                  <a:cubicBezTo>
                    <a:pt x="18322" y="2792"/>
                    <a:pt x="21043" y="6004"/>
                    <a:pt x="23178" y="10594"/>
                  </a:cubicBezTo>
                  <a:cubicBezTo>
                    <a:pt x="25058" y="14639"/>
                    <a:pt x="26274" y="19334"/>
                    <a:pt x="26274" y="22557"/>
                  </a:cubicBezTo>
                  <a:cubicBezTo>
                    <a:pt x="26274" y="28687"/>
                    <a:pt x="21893" y="33845"/>
                    <a:pt x="15851" y="34825"/>
                  </a:cubicBezTo>
                  <a:cubicBezTo>
                    <a:pt x="15187" y="34933"/>
                    <a:pt x="14515" y="34988"/>
                    <a:pt x="13844" y="34988"/>
                  </a:cubicBezTo>
                  <a:cubicBezTo>
                    <a:pt x="6992" y="34988"/>
                    <a:pt x="1413" y="29409"/>
                    <a:pt x="1413" y="22557"/>
                  </a:cubicBezTo>
                  <a:cubicBezTo>
                    <a:pt x="1413" y="15593"/>
                    <a:pt x="7169" y="1414"/>
                    <a:pt x="13844" y="1414"/>
                  </a:cubicBezTo>
                  <a:close/>
                  <a:moveTo>
                    <a:pt x="13844" y="1"/>
                  </a:moveTo>
                  <a:cubicBezTo>
                    <a:pt x="5984" y="1"/>
                    <a:pt x="0" y="15033"/>
                    <a:pt x="0" y="22557"/>
                  </a:cubicBezTo>
                  <a:cubicBezTo>
                    <a:pt x="0" y="30189"/>
                    <a:pt x="6212" y="36400"/>
                    <a:pt x="13844" y="36400"/>
                  </a:cubicBezTo>
                  <a:cubicBezTo>
                    <a:pt x="14593" y="36400"/>
                    <a:pt x="15342" y="36343"/>
                    <a:pt x="16083" y="36219"/>
                  </a:cubicBezTo>
                  <a:cubicBezTo>
                    <a:pt x="22808" y="35126"/>
                    <a:pt x="27691" y="29382"/>
                    <a:pt x="27691" y="22557"/>
                  </a:cubicBezTo>
                  <a:cubicBezTo>
                    <a:pt x="27691" y="15612"/>
                    <a:pt x="22765" y="2996"/>
                    <a:pt x="16229" y="472"/>
                  </a:cubicBezTo>
                  <a:cubicBezTo>
                    <a:pt x="15473" y="163"/>
                    <a:pt x="14662" y="5"/>
                    <a:pt x="138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6" name="Google Shape;336;p11"/>
          <p:cNvGrpSpPr/>
          <p:nvPr/>
        </p:nvGrpSpPr>
        <p:grpSpPr>
          <a:xfrm>
            <a:off x="1751097" y="591215"/>
            <a:ext cx="334283" cy="219291"/>
            <a:chOff x="4277246" y="2003393"/>
            <a:chExt cx="464282" cy="304529"/>
          </a:xfrm>
        </p:grpSpPr>
        <p:sp>
          <p:nvSpPr>
            <p:cNvPr id="337" name="Google Shape;337;p11"/>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1"/>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1"/>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0" name="Google Shape;340;p11"/>
          <p:cNvSpPr/>
          <p:nvPr/>
        </p:nvSpPr>
        <p:spPr>
          <a:xfrm>
            <a:off x="2504000" y="470816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1"/>
          <p:cNvSpPr/>
          <p:nvPr/>
        </p:nvSpPr>
        <p:spPr>
          <a:xfrm>
            <a:off x="5488976" y="422539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1"/>
          <p:cNvSpPr/>
          <p:nvPr/>
        </p:nvSpPr>
        <p:spPr>
          <a:xfrm>
            <a:off x="6071000" y="466816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1"/>
          <p:cNvSpPr/>
          <p:nvPr/>
        </p:nvSpPr>
        <p:spPr>
          <a:xfrm>
            <a:off x="4031200" y="436687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1"/>
          <p:cNvSpPr/>
          <p:nvPr/>
        </p:nvSpPr>
        <p:spPr>
          <a:xfrm>
            <a:off x="978100" y="484087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1"/>
          <p:cNvSpPr/>
          <p:nvPr/>
        </p:nvSpPr>
        <p:spPr>
          <a:xfrm>
            <a:off x="7041100" y="421968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1"/>
          <p:cNvSpPr/>
          <p:nvPr/>
        </p:nvSpPr>
        <p:spPr>
          <a:xfrm>
            <a:off x="352725" y="418741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1"/>
          <p:cNvSpPr/>
          <p:nvPr/>
        </p:nvSpPr>
        <p:spPr>
          <a:xfrm>
            <a:off x="8685350" y="477702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1"/>
          <p:cNvSpPr/>
          <p:nvPr/>
        </p:nvSpPr>
        <p:spPr>
          <a:xfrm>
            <a:off x="3284700" y="429976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1"/>
          <p:cNvSpPr/>
          <p:nvPr/>
        </p:nvSpPr>
        <p:spPr>
          <a:xfrm>
            <a:off x="1997400" y="423045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1"/>
          <p:cNvSpPr/>
          <p:nvPr/>
        </p:nvSpPr>
        <p:spPr>
          <a:xfrm>
            <a:off x="4183950" y="487721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51"/>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
  <p:cSld name="CUSTOM_2">
    <p:spTree>
      <p:nvGrpSpPr>
        <p:cNvPr id="1" name="Shape 413"/>
        <p:cNvGrpSpPr/>
        <p:nvPr/>
      </p:nvGrpSpPr>
      <p:grpSpPr>
        <a:xfrm>
          <a:off x="0" y="0"/>
          <a:ext cx="0" cy="0"/>
          <a:chOff x="0" y="0"/>
          <a:chExt cx="0" cy="0"/>
        </a:xfrm>
      </p:grpSpPr>
      <p:sp>
        <p:nvSpPr>
          <p:cNvPr id="414" name="Google Shape;414;p14"/>
          <p:cNvSpPr txBox="1">
            <a:spLocks noGrp="1"/>
          </p:cNvSpPr>
          <p:nvPr>
            <p:ph type="title"/>
          </p:nvPr>
        </p:nvSpPr>
        <p:spPr>
          <a:xfrm>
            <a:off x="856800" y="3393163"/>
            <a:ext cx="3478500" cy="387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400"/>
              <a:buNone/>
              <a:defRPr sz="2400" b="1">
                <a:solidFill>
                  <a:schemeClr val="lt1"/>
                </a:solidFill>
                <a:latin typeface="Work Sans"/>
                <a:ea typeface="Work Sans"/>
                <a:cs typeface="Work Sans"/>
                <a:sym typeface="Work Sans"/>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15" name="Google Shape;415;p14"/>
          <p:cNvSpPr txBox="1">
            <a:spLocks noGrp="1"/>
          </p:cNvSpPr>
          <p:nvPr>
            <p:ph type="subTitle" idx="1"/>
          </p:nvPr>
        </p:nvSpPr>
        <p:spPr>
          <a:xfrm>
            <a:off x="723775" y="994675"/>
            <a:ext cx="4973700" cy="216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3600"/>
              <a:buFont typeface="Anaheim"/>
              <a:buNone/>
              <a:defRPr sz="30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3600"/>
              <a:buFont typeface="Anaheim"/>
              <a:buNone/>
              <a:defRPr sz="3600">
                <a:solidFill>
                  <a:schemeClr val="dk1"/>
                </a:solidFill>
                <a:latin typeface="Anaheim"/>
                <a:ea typeface="Anaheim"/>
                <a:cs typeface="Anaheim"/>
                <a:sym typeface="Anaheim"/>
              </a:defRPr>
            </a:lvl2pPr>
            <a:lvl3pPr lvl="2" rtl="0">
              <a:spcBef>
                <a:spcPts val="0"/>
              </a:spcBef>
              <a:spcAft>
                <a:spcPts val="0"/>
              </a:spcAft>
              <a:buClr>
                <a:schemeClr val="dk1"/>
              </a:buClr>
              <a:buSzPts val="3600"/>
              <a:buFont typeface="Anaheim"/>
              <a:buNone/>
              <a:defRPr sz="3600">
                <a:solidFill>
                  <a:schemeClr val="dk1"/>
                </a:solidFill>
                <a:latin typeface="Anaheim"/>
                <a:ea typeface="Anaheim"/>
                <a:cs typeface="Anaheim"/>
                <a:sym typeface="Anaheim"/>
              </a:defRPr>
            </a:lvl3pPr>
            <a:lvl4pPr lvl="3" rtl="0">
              <a:spcBef>
                <a:spcPts val="0"/>
              </a:spcBef>
              <a:spcAft>
                <a:spcPts val="0"/>
              </a:spcAft>
              <a:buClr>
                <a:schemeClr val="dk1"/>
              </a:buClr>
              <a:buSzPts val="3600"/>
              <a:buFont typeface="Anaheim"/>
              <a:buNone/>
              <a:defRPr sz="3600">
                <a:solidFill>
                  <a:schemeClr val="dk1"/>
                </a:solidFill>
                <a:latin typeface="Anaheim"/>
                <a:ea typeface="Anaheim"/>
                <a:cs typeface="Anaheim"/>
                <a:sym typeface="Anaheim"/>
              </a:defRPr>
            </a:lvl4pPr>
            <a:lvl5pPr lvl="4" rtl="0">
              <a:spcBef>
                <a:spcPts val="0"/>
              </a:spcBef>
              <a:spcAft>
                <a:spcPts val="0"/>
              </a:spcAft>
              <a:buClr>
                <a:schemeClr val="dk1"/>
              </a:buClr>
              <a:buSzPts val="3600"/>
              <a:buFont typeface="Anaheim"/>
              <a:buNone/>
              <a:defRPr sz="3600">
                <a:solidFill>
                  <a:schemeClr val="dk1"/>
                </a:solidFill>
                <a:latin typeface="Anaheim"/>
                <a:ea typeface="Anaheim"/>
                <a:cs typeface="Anaheim"/>
                <a:sym typeface="Anaheim"/>
              </a:defRPr>
            </a:lvl5pPr>
            <a:lvl6pPr lvl="5" rtl="0">
              <a:spcBef>
                <a:spcPts val="0"/>
              </a:spcBef>
              <a:spcAft>
                <a:spcPts val="0"/>
              </a:spcAft>
              <a:buClr>
                <a:schemeClr val="dk1"/>
              </a:buClr>
              <a:buSzPts val="3600"/>
              <a:buFont typeface="Anaheim"/>
              <a:buNone/>
              <a:defRPr sz="3600">
                <a:solidFill>
                  <a:schemeClr val="dk1"/>
                </a:solidFill>
                <a:latin typeface="Anaheim"/>
                <a:ea typeface="Anaheim"/>
                <a:cs typeface="Anaheim"/>
                <a:sym typeface="Anaheim"/>
              </a:defRPr>
            </a:lvl6pPr>
            <a:lvl7pPr lvl="6" rtl="0">
              <a:spcBef>
                <a:spcPts val="0"/>
              </a:spcBef>
              <a:spcAft>
                <a:spcPts val="0"/>
              </a:spcAft>
              <a:buClr>
                <a:schemeClr val="dk1"/>
              </a:buClr>
              <a:buSzPts val="3600"/>
              <a:buFont typeface="Anaheim"/>
              <a:buNone/>
              <a:defRPr sz="3600">
                <a:solidFill>
                  <a:schemeClr val="dk1"/>
                </a:solidFill>
                <a:latin typeface="Anaheim"/>
                <a:ea typeface="Anaheim"/>
                <a:cs typeface="Anaheim"/>
                <a:sym typeface="Anaheim"/>
              </a:defRPr>
            </a:lvl7pPr>
            <a:lvl8pPr lvl="7" rtl="0">
              <a:spcBef>
                <a:spcPts val="0"/>
              </a:spcBef>
              <a:spcAft>
                <a:spcPts val="0"/>
              </a:spcAft>
              <a:buClr>
                <a:schemeClr val="dk1"/>
              </a:buClr>
              <a:buSzPts val="3600"/>
              <a:buFont typeface="Anaheim"/>
              <a:buNone/>
              <a:defRPr sz="3600">
                <a:solidFill>
                  <a:schemeClr val="dk1"/>
                </a:solidFill>
                <a:latin typeface="Anaheim"/>
                <a:ea typeface="Anaheim"/>
                <a:cs typeface="Anaheim"/>
                <a:sym typeface="Anaheim"/>
              </a:defRPr>
            </a:lvl8pPr>
            <a:lvl9pPr lvl="8" rtl="0">
              <a:spcBef>
                <a:spcPts val="0"/>
              </a:spcBef>
              <a:spcAft>
                <a:spcPts val="0"/>
              </a:spcAft>
              <a:buClr>
                <a:schemeClr val="dk1"/>
              </a:buClr>
              <a:buSzPts val="3600"/>
              <a:buFont typeface="Anaheim"/>
              <a:buNone/>
              <a:defRPr sz="3600">
                <a:solidFill>
                  <a:schemeClr val="dk1"/>
                </a:solidFill>
                <a:latin typeface="Anaheim"/>
                <a:ea typeface="Anaheim"/>
                <a:cs typeface="Anaheim"/>
                <a:sym typeface="Anaheim"/>
              </a:defRPr>
            </a:lvl9pPr>
          </a:lstStyle>
          <a:p>
            <a:endParaRPr/>
          </a:p>
        </p:txBody>
      </p:sp>
      <p:grpSp>
        <p:nvGrpSpPr>
          <p:cNvPr id="416" name="Google Shape;416;p14"/>
          <p:cNvGrpSpPr/>
          <p:nvPr/>
        </p:nvGrpSpPr>
        <p:grpSpPr>
          <a:xfrm rot="-1318768" flipH="1">
            <a:off x="638976" y="4769421"/>
            <a:ext cx="349569" cy="229287"/>
            <a:chOff x="4277246" y="2003393"/>
            <a:chExt cx="464282" cy="304529"/>
          </a:xfrm>
        </p:grpSpPr>
        <p:sp>
          <p:nvSpPr>
            <p:cNvPr id="417" name="Google Shape;417;p14"/>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4"/>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4"/>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14"/>
          <p:cNvGrpSpPr/>
          <p:nvPr/>
        </p:nvGrpSpPr>
        <p:grpSpPr>
          <a:xfrm rot="1319231">
            <a:off x="1988646" y="4741321"/>
            <a:ext cx="235123" cy="434241"/>
            <a:chOff x="4848722" y="2011765"/>
            <a:chExt cx="394754" cy="728943"/>
          </a:xfrm>
        </p:grpSpPr>
        <p:sp>
          <p:nvSpPr>
            <p:cNvPr id="421" name="Google Shape;421;p14"/>
            <p:cNvSpPr/>
            <p:nvPr/>
          </p:nvSpPr>
          <p:spPr>
            <a:xfrm>
              <a:off x="4858689" y="2393361"/>
              <a:ext cx="89773" cy="231146"/>
            </a:xfrm>
            <a:custGeom>
              <a:avLst/>
              <a:gdLst/>
              <a:ahLst/>
              <a:cxnLst/>
              <a:rect l="l" t="t" r="r" b="b"/>
              <a:pathLst>
                <a:path w="6359" h="16373" extrusionOk="0">
                  <a:moveTo>
                    <a:pt x="1" y="1"/>
                  </a:moveTo>
                  <a:lnTo>
                    <a:pt x="1" y="16373"/>
                  </a:lnTo>
                  <a:lnTo>
                    <a:pt x="6359" y="16373"/>
                  </a:lnTo>
                  <a:lnTo>
                    <a:pt x="6359"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4"/>
            <p:cNvSpPr/>
            <p:nvPr/>
          </p:nvSpPr>
          <p:spPr>
            <a:xfrm>
              <a:off x="5020278" y="2393361"/>
              <a:ext cx="213217" cy="231146"/>
            </a:xfrm>
            <a:custGeom>
              <a:avLst/>
              <a:gdLst/>
              <a:ahLst/>
              <a:cxnLst/>
              <a:rect l="l" t="t" r="r" b="b"/>
              <a:pathLst>
                <a:path w="15103" h="16373" extrusionOk="0">
                  <a:moveTo>
                    <a:pt x="1" y="1"/>
                  </a:moveTo>
                  <a:lnTo>
                    <a:pt x="1" y="16373"/>
                  </a:lnTo>
                  <a:lnTo>
                    <a:pt x="15103" y="16373"/>
                  </a:lnTo>
                  <a:lnTo>
                    <a:pt x="1510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4"/>
            <p:cNvSpPr/>
            <p:nvPr/>
          </p:nvSpPr>
          <p:spPr>
            <a:xfrm>
              <a:off x="4848722" y="2126215"/>
              <a:ext cx="394754" cy="614492"/>
            </a:xfrm>
            <a:custGeom>
              <a:avLst/>
              <a:gdLst/>
              <a:ahLst/>
              <a:cxnLst/>
              <a:rect l="l" t="t" r="r" b="b"/>
              <a:pathLst>
                <a:path w="27962" h="43527" extrusionOk="0">
                  <a:moveTo>
                    <a:pt x="19248" y="1417"/>
                  </a:moveTo>
                  <a:lnTo>
                    <a:pt x="19248" y="3050"/>
                  </a:lnTo>
                  <a:cubicBezTo>
                    <a:pt x="19248" y="7107"/>
                    <a:pt x="21796" y="10798"/>
                    <a:pt x="25591" y="12234"/>
                  </a:cubicBezTo>
                  <a:cubicBezTo>
                    <a:pt x="26166" y="12454"/>
                    <a:pt x="26544" y="13002"/>
                    <a:pt x="26548" y="13620"/>
                  </a:cubicBezTo>
                  <a:lnTo>
                    <a:pt x="26548" y="39006"/>
                  </a:lnTo>
                  <a:cubicBezTo>
                    <a:pt x="26544" y="40720"/>
                    <a:pt x="25155" y="42113"/>
                    <a:pt x="23437" y="42113"/>
                  </a:cubicBezTo>
                  <a:lnTo>
                    <a:pt x="4521" y="42113"/>
                  </a:lnTo>
                  <a:cubicBezTo>
                    <a:pt x="2807" y="42113"/>
                    <a:pt x="1413" y="40720"/>
                    <a:pt x="1413" y="39006"/>
                  </a:cubicBezTo>
                  <a:lnTo>
                    <a:pt x="1413" y="13623"/>
                  </a:lnTo>
                  <a:cubicBezTo>
                    <a:pt x="1413" y="13006"/>
                    <a:pt x="1795" y="12454"/>
                    <a:pt x="2371" y="12234"/>
                  </a:cubicBezTo>
                  <a:cubicBezTo>
                    <a:pt x="6165" y="10798"/>
                    <a:pt x="8713" y="7107"/>
                    <a:pt x="8713" y="3054"/>
                  </a:cubicBezTo>
                  <a:lnTo>
                    <a:pt x="8713" y="1417"/>
                  </a:lnTo>
                  <a:close/>
                  <a:moveTo>
                    <a:pt x="7300" y="0"/>
                  </a:moveTo>
                  <a:lnTo>
                    <a:pt x="7300" y="3046"/>
                  </a:lnTo>
                  <a:cubicBezTo>
                    <a:pt x="7300" y="6520"/>
                    <a:pt x="5119" y="9682"/>
                    <a:pt x="1869" y="10913"/>
                  </a:cubicBezTo>
                  <a:cubicBezTo>
                    <a:pt x="745" y="11342"/>
                    <a:pt x="4" y="12419"/>
                    <a:pt x="0" y="13620"/>
                  </a:cubicBezTo>
                  <a:lnTo>
                    <a:pt x="0" y="39002"/>
                  </a:lnTo>
                  <a:cubicBezTo>
                    <a:pt x="4" y="41499"/>
                    <a:pt x="2027" y="43522"/>
                    <a:pt x="4521" y="43526"/>
                  </a:cubicBezTo>
                  <a:lnTo>
                    <a:pt x="23437" y="43526"/>
                  </a:lnTo>
                  <a:cubicBezTo>
                    <a:pt x="25934" y="43522"/>
                    <a:pt x="27957" y="41499"/>
                    <a:pt x="27961" y="39002"/>
                  </a:cubicBezTo>
                  <a:lnTo>
                    <a:pt x="27961" y="13620"/>
                  </a:lnTo>
                  <a:cubicBezTo>
                    <a:pt x="27953" y="12419"/>
                    <a:pt x="27212" y="11346"/>
                    <a:pt x="26093" y="10917"/>
                  </a:cubicBezTo>
                  <a:cubicBezTo>
                    <a:pt x="22842" y="9686"/>
                    <a:pt x="20661" y="6528"/>
                    <a:pt x="20661" y="3054"/>
                  </a:cubicBezTo>
                  <a:lnTo>
                    <a:pt x="206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4"/>
            <p:cNvSpPr/>
            <p:nvPr/>
          </p:nvSpPr>
          <p:spPr>
            <a:xfrm>
              <a:off x="4904966" y="2011765"/>
              <a:ext cx="282265" cy="134455"/>
            </a:xfrm>
            <a:custGeom>
              <a:avLst/>
              <a:gdLst/>
              <a:ahLst/>
              <a:cxnLst/>
              <a:rect l="l" t="t" r="r" b="b"/>
              <a:pathLst>
                <a:path w="19994" h="9524" extrusionOk="0">
                  <a:moveTo>
                    <a:pt x="18580" y="1413"/>
                  </a:moveTo>
                  <a:lnTo>
                    <a:pt x="18580" y="8111"/>
                  </a:lnTo>
                  <a:lnTo>
                    <a:pt x="1409" y="8111"/>
                  </a:lnTo>
                  <a:lnTo>
                    <a:pt x="1409" y="1413"/>
                  </a:lnTo>
                  <a:close/>
                  <a:moveTo>
                    <a:pt x="0" y="0"/>
                  </a:moveTo>
                  <a:lnTo>
                    <a:pt x="0" y="9524"/>
                  </a:lnTo>
                  <a:lnTo>
                    <a:pt x="19993" y="9524"/>
                  </a:lnTo>
                  <a:lnTo>
                    <a:pt x="199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4"/>
            <p:cNvSpPr/>
            <p:nvPr/>
          </p:nvSpPr>
          <p:spPr>
            <a:xfrm>
              <a:off x="4968185"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4"/>
            <p:cNvSpPr/>
            <p:nvPr/>
          </p:nvSpPr>
          <p:spPr>
            <a:xfrm>
              <a:off x="5036090"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4"/>
            <p:cNvSpPr/>
            <p:nvPr/>
          </p:nvSpPr>
          <p:spPr>
            <a:xfrm>
              <a:off x="5104051"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14"/>
          <p:cNvSpPr/>
          <p:nvPr/>
        </p:nvSpPr>
        <p:spPr>
          <a:xfrm flipH="1">
            <a:off x="1762400" y="471232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4"/>
          <p:cNvSpPr/>
          <p:nvPr/>
        </p:nvSpPr>
        <p:spPr>
          <a:xfrm flipH="1">
            <a:off x="101950" y="474302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4"/>
          <p:cNvSpPr/>
          <p:nvPr/>
        </p:nvSpPr>
        <p:spPr>
          <a:xfrm flipH="1">
            <a:off x="4223975" y="481034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4"/>
          <p:cNvSpPr/>
          <p:nvPr/>
        </p:nvSpPr>
        <p:spPr>
          <a:xfrm flipH="1">
            <a:off x="1342863" y="4759573"/>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4"/>
          <p:cNvSpPr/>
          <p:nvPr/>
        </p:nvSpPr>
        <p:spPr>
          <a:xfrm flipH="1">
            <a:off x="8966675" y="450837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4"/>
          <p:cNvSpPr/>
          <p:nvPr/>
        </p:nvSpPr>
        <p:spPr>
          <a:xfrm flipH="1">
            <a:off x="3097825" y="495560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4"/>
          <p:cNvSpPr/>
          <p:nvPr/>
        </p:nvSpPr>
        <p:spPr>
          <a:xfrm>
            <a:off x="8641526" y="4759586"/>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4"/>
          <p:cNvSpPr/>
          <p:nvPr/>
        </p:nvSpPr>
        <p:spPr>
          <a:xfrm>
            <a:off x="8338475" y="490833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4"/>
          <p:cNvSpPr/>
          <p:nvPr/>
        </p:nvSpPr>
        <p:spPr>
          <a:xfrm flipH="1">
            <a:off x="7532775" y="49556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4"/>
          <p:cNvSpPr/>
          <p:nvPr/>
        </p:nvSpPr>
        <p:spPr>
          <a:xfrm flipH="1">
            <a:off x="383275" y="49556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8" name="Google Shape;438;p14"/>
          <p:cNvGrpSpPr/>
          <p:nvPr/>
        </p:nvGrpSpPr>
        <p:grpSpPr>
          <a:xfrm rot="-1074396">
            <a:off x="7831321" y="4604280"/>
            <a:ext cx="308807" cy="377705"/>
            <a:chOff x="3410431" y="2717682"/>
            <a:chExt cx="441412" cy="539896"/>
          </a:xfrm>
        </p:grpSpPr>
        <p:sp>
          <p:nvSpPr>
            <p:cNvPr id="439" name="Google Shape;439;p14"/>
            <p:cNvSpPr/>
            <p:nvPr/>
          </p:nvSpPr>
          <p:spPr>
            <a:xfrm>
              <a:off x="3493499" y="3040112"/>
              <a:ext cx="281771" cy="140893"/>
            </a:xfrm>
            <a:custGeom>
              <a:avLst/>
              <a:gdLst/>
              <a:ahLst/>
              <a:cxnLst/>
              <a:rect l="l" t="t" r="r" b="b"/>
              <a:pathLst>
                <a:path w="19959" h="9980" extrusionOk="0">
                  <a:moveTo>
                    <a:pt x="0" y="0"/>
                  </a:moveTo>
                  <a:cubicBezTo>
                    <a:pt x="0" y="5513"/>
                    <a:pt x="4467" y="9979"/>
                    <a:pt x="9979" y="9979"/>
                  </a:cubicBezTo>
                  <a:cubicBezTo>
                    <a:pt x="15492" y="9979"/>
                    <a:pt x="19958" y="5513"/>
                    <a:pt x="19958"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4"/>
            <p:cNvSpPr/>
            <p:nvPr/>
          </p:nvSpPr>
          <p:spPr>
            <a:xfrm>
              <a:off x="3410431" y="2717682"/>
              <a:ext cx="441412" cy="539896"/>
            </a:xfrm>
            <a:custGeom>
              <a:avLst/>
              <a:gdLst/>
              <a:ahLst/>
              <a:cxnLst/>
              <a:rect l="l" t="t" r="r" b="b"/>
              <a:pathLst>
                <a:path w="31267" h="38243" extrusionOk="0">
                  <a:moveTo>
                    <a:pt x="18967" y="1414"/>
                  </a:moveTo>
                  <a:lnTo>
                    <a:pt x="18967" y="6900"/>
                  </a:lnTo>
                  <a:cubicBezTo>
                    <a:pt x="18971" y="8177"/>
                    <a:pt x="19751" y="9328"/>
                    <a:pt x="20943" y="9803"/>
                  </a:cubicBezTo>
                  <a:cubicBezTo>
                    <a:pt x="26356" y="11910"/>
                    <a:pt x="29857" y="17029"/>
                    <a:pt x="29857" y="22839"/>
                  </a:cubicBezTo>
                  <a:cubicBezTo>
                    <a:pt x="29865" y="26588"/>
                    <a:pt x="28363" y="30182"/>
                    <a:pt x="25684" y="32803"/>
                  </a:cubicBezTo>
                  <a:cubicBezTo>
                    <a:pt x="23058" y="35391"/>
                    <a:pt x="19598" y="36832"/>
                    <a:pt x="15928" y="36832"/>
                  </a:cubicBezTo>
                  <a:cubicBezTo>
                    <a:pt x="15837" y="36832"/>
                    <a:pt x="15746" y="36831"/>
                    <a:pt x="15655" y="36829"/>
                  </a:cubicBezTo>
                  <a:cubicBezTo>
                    <a:pt x="8474" y="36725"/>
                    <a:pt x="2437" y="31046"/>
                    <a:pt x="1912" y="23901"/>
                  </a:cubicBezTo>
                  <a:cubicBezTo>
                    <a:pt x="1456" y="17705"/>
                    <a:pt x="5027" y="12038"/>
                    <a:pt x="10798" y="9795"/>
                  </a:cubicBezTo>
                  <a:cubicBezTo>
                    <a:pt x="11972" y="9339"/>
                    <a:pt x="12759" y="8173"/>
                    <a:pt x="12759" y="6896"/>
                  </a:cubicBezTo>
                  <a:lnTo>
                    <a:pt x="12759" y="1414"/>
                  </a:lnTo>
                  <a:close/>
                  <a:moveTo>
                    <a:pt x="11350" y="1"/>
                  </a:moveTo>
                  <a:lnTo>
                    <a:pt x="11350" y="6900"/>
                  </a:lnTo>
                  <a:cubicBezTo>
                    <a:pt x="11350" y="7602"/>
                    <a:pt x="10922" y="8235"/>
                    <a:pt x="10289" y="8482"/>
                  </a:cubicBezTo>
                  <a:cubicBezTo>
                    <a:pt x="3935" y="10949"/>
                    <a:pt x="1" y="17191"/>
                    <a:pt x="503" y="24009"/>
                  </a:cubicBezTo>
                  <a:cubicBezTo>
                    <a:pt x="1082" y="31872"/>
                    <a:pt x="7729" y="38126"/>
                    <a:pt x="15635" y="38242"/>
                  </a:cubicBezTo>
                  <a:lnTo>
                    <a:pt x="15863" y="38242"/>
                  </a:lnTo>
                  <a:cubicBezTo>
                    <a:pt x="24371" y="38238"/>
                    <a:pt x="31266" y="31344"/>
                    <a:pt x="31266" y="22839"/>
                  </a:cubicBezTo>
                  <a:cubicBezTo>
                    <a:pt x="31266" y="16439"/>
                    <a:pt x="27413" y="10806"/>
                    <a:pt x="21453" y="8482"/>
                  </a:cubicBezTo>
                  <a:cubicBezTo>
                    <a:pt x="20804" y="8224"/>
                    <a:pt x="20380" y="7594"/>
                    <a:pt x="20380" y="6896"/>
                  </a:cubicBezTo>
                  <a:lnTo>
                    <a:pt x="203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4"/>
            <p:cNvSpPr/>
            <p:nvPr/>
          </p:nvSpPr>
          <p:spPr>
            <a:xfrm>
              <a:off x="3539592" y="2717682"/>
              <a:ext cx="189513" cy="19962"/>
            </a:xfrm>
            <a:custGeom>
              <a:avLst/>
              <a:gdLst/>
              <a:ahLst/>
              <a:cxnLst/>
              <a:rect l="l" t="t" r="r" b="b"/>
              <a:pathLst>
                <a:path w="13424" h="1414" extrusionOk="0">
                  <a:moveTo>
                    <a:pt x="1" y="1"/>
                  </a:moveTo>
                  <a:lnTo>
                    <a:pt x="1" y="1414"/>
                  </a:lnTo>
                  <a:lnTo>
                    <a:pt x="13424" y="1414"/>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2" name="Google Shape;442;p14"/>
          <p:cNvGrpSpPr/>
          <p:nvPr/>
        </p:nvGrpSpPr>
        <p:grpSpPr>
          <a:xfrm rot="971035">
            <a:off x="5280237" y="4669673"/>
            <a:ext cx="248957" cy="327265"/>
            <a:chOff x="2574478" y="1600508"/>
            <a:chExt cx="390928" cy="513891"/>
          </a:xfrm>
        </p:grpSpPr>
        <p:sp>
          <p:nvSpPr>
            <p:cNvPr id="443" name="Google Shape;443;p14"/>
            <p:cNvSpPr/>
            <p:nvPr/>
          </p:nvSpPr>
          <p:spPr>
            <a:xfrm>
              <a:off x="2637583" y="1681175"/>
              <a:ext cx="264717" cy="352570"/>
            </a:xfrm>
            <a:custGeom>
              <a:avLst/>
              <a:gdLst/>
              <a:ahLst/>
              <a:cxnLst/>
              <a:rect l="l" t="t" r="r" b="b"/>
              <a:pathLst>
                <a:path w="18751" h="24974" extrusionOk="0">
                  <a:moveTo>
                    <a:pt x="9374" y="0"/>
                  </a:moveTo>
                  <a:cubicBezTo>
                    <a:pt x="4251" y="0"/>
                    <a:pt x="90" y="10192"/>
                    <a:pt x="1" y="15426"/>
                  </a:cubicBezTo>
                  <a:cubicBezTo>
                    <a:pt x="474" y="15212"/>
                    <a:pt x="969" y="15111"/>
                    <a:pt x="1454" y="15111"/>
                  </a:cubicBezTo>
                  <a:cubicBezTo>
                    <a:pt x="2867" y="15111"/>
                    <a:pt x="4207" y="15965"/>
                    <a:pt x="4753" y="17372"/>
                  </a:cubicBezTo>
                  <a:cubicBezTo>
                    <a:pt x="5486" y="19263"/>
                    <a:pt x="4479" y="21383"/>
                    <a:pt x="2549" y="22012"/>
                  </a:cubicBezTo>
                  <a:cubicBezTo>
                    <a:pt x="4337" y="23917"/>
                    <a:pt x="6822" y="24974"/>
                    <a:pt x="9392" y="24974"/>
                  </a:cubicBezTo>
                  <a:cubicBezTo>
                    <a:pt x="9890" y="24974"/>
                    <a:pt x="10391" y="24934"/>
                    <a:pt x="10891" y="24853"/>
                  </a:cubicBezTo>
                  <a:cubicBezTo>
                    <a:pt x="15350" y="24128"/>
                    <a:pt x="18751" y="20256"/>
                    <a:pt x="18751" y="15596"/>
                  </a:cubicBezTo>
                  <a:cubicBezTo>
                    <a:pt x="18751" y="10937"/>
                    <a:pt x="15350" y="2023"/>
                    <a:pt x="10891" y="297"/>
                  </a:cubicBezTo>
                  <a:cubicBezTo>
                    <a:pt x="10408" y="100"/>
                    <a:pt x="9895" y="0"/>
                    <a:pt x="9374"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4"/>
            <p:cNvSpPr/>
            <p:nvPr/>
          </p:nvSpPr>
          <p:spPr>
            <a:xfrm>
              <a:off x="2574478" y="1600508"/>
              <a:ext cx="390928" cy="513891"/>
            </a:xfrm>
            <a:custGeom>
              <a:avLst/>
              <a:gdLst/>
              <a:ahLst/>
              <a:cxnLst/>
              <a:rect l="l" t="t" r="r" b="b"/>
              <a:pathLst>
                <a:path w="27691" h="36401" extrusionOk="0">
                  <a:moveTo>
                    <a:pt x="13844" y="1414"/>
                  </a:moveTo>
                  <a:cubicBezTo>
                    <a:pt x="14485" y="1414"/>
                    <a:pt x="15122" y="1541"/>
                    <a:pt x="15712" y="1784"/>
                  </a:cubicBezTo>
                  <a:cubicBezTo>
                    <a:pt x="18322" y="2792"/>
                    <a:pt x="21043" y="6004"/>
                    <a:pt x="23178" y="10594"/>
                  </a:cubicBezTo>
                  <a:cubicBezTo>
                    <a:pt x="25058" y="14639"/>
                    <a:pt x="26274" y="19334"/>
                    <a:pt x="26274" y="22557"/>
                  </a:cubicBezTo>
                  <a:cubicBezTo>
                    <a:pt x="26274" y="28687"/>
                    <a:pt x="21893" y="33845"/>
                    <a:pt x="15851" y="34825"/>
                  </a:cubicBezTo>
                  <a:cubicBezTo>
                    <a:pt x="15187" y="34933"/>
                    <a:pt x="14515" y="34988"/>
                    <a:pt x="13844" y="34988"/>
                  </a:cubicBezTo>
                  <a:cubicBezTo>
                    <a:pt x="6992" y="34988"/>
                    <a:pt x="1413" y="29409"/>
                    <a:pt x="1413" y="22557"/>
                  </a:cubicBezTo>
                  <a:cubicBezTo>
                    <a:pt x="1413" y="15593"/>
                    <a:pt x="7169" y="1414"/>
                    <a:pt x="13844" y="1414"/>
                  </a:cubicBezTo>
                  <a:close/>
                  <a:moveTo>
                    <a:pt x="13844" y="1"/>
                  </a:moveTo>
                  <a:cubicBezTo>
                    <a:pt x="5984" y="1"/>
                    <a:pt x="0" y="15033"/>
                    <a:pt x="0" y="22557"/>
                  </a:cubicBezTo>
                  <a:cubicBezTo>
                    <a:pt x="0" y="30189"/>
                    <a:pt x="6212" y="36400"/>
                    <a:pt x="13844" y="36400"/>
                  </a:cubicBezTo>
                  <a:cubicBezTo>
                    <a:pt x="14593" y="36400"/>
                    <a:pt x="15342" y="36343"/>
                    <a:pt x="16083" y="36219"/>
                  </a:cubicBezTo>
                  <a:cubicBezTo>
                    <a:pt x="22808" y="35126"/>
                    <a:pt x="27691" y="29382"/>
                    <a:pt x="27691" y="22557"/>
                  </a:cubicBezTo>
                  <a:cubicBezTo>
                    <a:pt x="27691" y="15612"/>
                    <a:pt x="22765" y="2996"/>
                    <a:pt x="16229" y="472"/>
                  </a:cubicBezTo>
                  <a:cubicBezTo>
                    <a:pt x="15473" y="163"/>
                    <a:pt x="14662" y="5"/>
                    <a:pt x="138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 name="Google Shape;445;p14"/>
          <p:cNvSpPr/>
          <p:nvPr/>
        </p:nvSpPr>
        <p:spPr>
          <a:xfrm flipH="1">
            <a:off x="2647062" y="490833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4"/>
          <p:cNvSpPr/>
          <p:nvPr/>
        </p:nvSpPr>
        <p:spPr>
          <a:xfrm flipH="1">
            <a:off x="3513425" y="488471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4"/>
          <p:cNvSpPr/>
          <p:nvPr/>
        </p:nvSpPr>
        <p:spPr>
          <a:xfrm flipH="1">
            <a:off x="5925950" y="483396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4"/>
          <p:cNvSpPr/>
          <p:nvPr/>
        </p:nvSpPr>
        <p:spPr>
          <a:xfrm flipH="1">
            <a:off x="4704050" y="495558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4"/>
          <p:cNvSpPr/>
          <p:nvPr/>
        </p:nvSpPr>
        <p:spPr>
          <a:xfrm flipH="1">
            <a:off x="6550837" y="4833973"/>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4"/>
          <p:cNvSpPr/>
          <p:nvPr/>
        </p:nvSpPr>
        <p:spPr>
          <a:xfrm rot="10800000" flipH="1">
            <a:off x="-230566" y="-216213"/>
            <a:ext cx="1087378" cy="1096617"/>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CUSTOM_3">
    <p:spTree>
      <p:nvGrpSpPr>
        <p:cNvPr id="1" name="Shape 451"/>
        <p:cNvGrpSpPr/>
        <p:nvPr/>
      </p:nvGrpSpPr>
      <p:grpSpPr>
        <a:xfrm>
          <a:off x="0" y="0"/>
          <a:ext cx="0" cy="0"/>
          <a:chOff x="0" y="0"/>
          <a:chExt cx="0" cy="0"/>
        </a:xfrm>
      </p:grpSpPr>
      <p:sp>
        <p:nvSpPr>
          <p:cNvPr id="452" name="Google Shape;452;p15"/>
          <p:cNvSpPr txBox="1">
            <a:spLocks noGrp="1"/>
          </p:cNvSpPr>
          <p:nvPr>
            <p:ph type="title"/>
          </p:nvPr>
        </p:nvSpPr>
        <p:spPr>
          <a:xfrm>
            <a:off x="713225" y="539500"/>
            <a:ext cx="7717500" cy="692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600"/>
              <a:buNone/>
              <a:defRPr/>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sp>
        <p:nvSpPr>
          <p:cNvPr id="453" name="Google Shape;453;p15"/>
          <p:cNvSpPr txBox="1">
            <a:spLocks noGrp="1"/>
          </p:cNvSpPr>
          <p:nvPr>
            <p:ph type="title" idx="2" hasCustomPrompt="1"/>
          </p:nvPr>
        </p:nvSpPr>
        <p:spPr>
          <a:xfrm>
            <a:off x="1024850" y="3122625"/>
            <a:ext cx="1815000" cy="477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4600"/>
              <a:buNone/>
              <a:defRPr sz="3600"/>
            </a:lvl1pPr>
            <a:lvl2pPr lvl="1" algn="l" rtl="0">
              <a:spcBef>
                <a:spcPts val="0"/>
              </a:spcBef>
              <a:spcAft>
                <a:spcPts val="0"/>
              </a:spcAft>
              <a:buClr>
                <a:schemeClr val="accent2"/>
              </a:buClr>
              <a:buSzPts val="4600"/>
              <a:buNone/>
              <a:defRPr>
                <a:solidFill>
                  <a:schemeClr val="accent2"/>
                </a:solidFill>
              </a:defRPr>
            </a:lvl2pPr>
            <a:lvl3pPr lvl="2" algn="l" rtl="0">
              <a:spcBef>
                <a:spcPts val="0"/>
              </a:spcBef>
              <a:spcAft>
                <a:spcPts val="0"/>
              </a:spcAft>
              <a:buClr>
                <a:schemeClr val="accent2"/>
              </a:buClr>
              <a:buSzPts val="4600"/>
              <a:buNone/>
              <a:defRPr>
                <a:solidFill>
                  <a:schemeClr val="accent2"/>
                </a:solidFill>
              </a:defRPr>
            </a:lvl3pPr>
            <a:lvl4pPr lvl="3" algn="l" rtl="0">
              <a:spcBef>
                <a:spcPts val="0"/>
              </a:spcBef>
              <a:spcAft>
                <a:spcPts val="0"/>
              </a:spcAft>
              <a:buClr>
                <a:schemeClr val="accent2"/>
              </a:buClr>
              <a:buSzPts val="4600"/>
              <a:buNone/>
              <a:defRPr>
                <a:solidFill>
                  <a:schemeClr val="accent2"/>
                </a:solidFill>
              </a:defRPr>
            </a:lvl4pPr>
            <a:lvl5pPr lvl="4" algn="l" rtl="0">
              <a:spcBef>
                <a:spcPts val="0"/>
              </a:spcBef>
              <a:spcAft>
                <a:spcPts val="0"/>
              </a:spcAft>
              <a:buClr>
                <a:schemeClr val="accent2"/>
              </a:buClr>
              <a:buSzPts val="4600"/>
              <a:buNone/>
              <a:defRPr>
                <a:solidFill>
                  <a:schemeClr val="accent2"/>
                </a:solidFill>
              </a:defRPr>
            </a:lvl5pPr>
            <a:lvl6pPr lvl="5" algn="l" rtl="0">
              <a:spcBef>
                <a:spcPts val="0"/>
              </a:spcBef>
              <a:spcAft>
                <a:spcPts val="0"/>
              </a:spcAft>
              <a:buClr>
                <a:schemeClr val="accent2"/>
              </a:buClr>
              <a:buSzPts val="4600"/>
              <a:buNone/>
              <a:defRPr>
                <a:solidFill>
                  <a:schemeClr val="accent2"/>
                </a:solidFill>
              </a:defRPr>
            </a:lvl6pPr>
            <a:lvl7pPr lvl="6" algn="l" rtl="0">
              <a:spcBef>
                <a:spcPts val="0"/>
              </a:spcBef>
              <a:spcAft>
                <a:spcPts val="0"/>
              </a:spcAft>
              <a:buClr>
                <a:schemeClr val="accent2"/>
              </a:buClr>
              <a:buSzPts val="4600"/>
              <a:buNone/>
              <a:defRPr>
                <a:solidFill>
                  <a:schemeClr val="accent2"/>
                </a:solidFill>
              </a:defRPr>
            </a:lvl7pPr>
            <a:lvl8pPr lvl="7" algn="l" rtl="0">
              <a:spcBef>
                <a:spcPts val="0"/>
              </a:spcBef>
              <a:spcAft>
                <a:spcPts val="0"/>
              </a:spcAft>
              <a:buClr>
                <a:schemeClr val="accent2"/>
              </a:buClr>
              <a:buSzPts val="4600"/>
              <a:buNone/>
              <a:defRPr>
                <a:solidFill>
                  <a:schemeClr val="accent2"/>
                </a:solidFill>
              </a:defRPr>
            </a:lvl8pPr>
            <a:lvl9pPr lvl="8" algn="l" rtl="0">
              <a:spcBef>
                <a:spcPts val="0"/>
              </a:spcBef>
              <a:spcAft>
                <a:spcPts val="0"/>
              </a:spcAft>
              <a:buClr>
                <a:schemeClr val="accent2"/>
              </a:buClr>
              <a:buSzPts val="4600"/>
              <a:buNone/>
              <a:defRPr>
                <a:solidFill>
                  <a:schemeClr val="accent2"/>
                </a:solidFill>
              </a:defRPr>
            </a:lvl9pPr>
          </a:lstStyle>
          <a:p>
            <a:r>
              <a:t>xx%</a:t>
            </a:r>
          </a:p>
        </p:txBody>
      </p:sp>
      <p:sp>
        <p:nvSpPr>
          <p:cNvPr id="454" name="Google Shape;454;p15"/>
          <p:cNvSpPr txBox="1">
            <a:spLocks noGrp="1"/>
          </p:cNvSpPr>
          <p:nvPr>
            <p:ph type="subTitle" idx="1"/>
          </p:nvPr>
        </p:nvSpPr>
        <p:spPr>
          <a:xfrm>
            <a:off x="1024850" y="3811325"/>
            <a:ext cx="1815000" cy="3720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Abel" panose="02000506030000020004"/>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2pPr>
            <a:lvl3pPr lvl="2"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3pPr>
            <a:lvl4pPr lvl="3"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4pPr>
            <a:lvl5pPr lvl="4"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5pPr>
            <a:lvl6pPr lvl="5"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6pPr>
            <a:lvl7pPr lvl="6"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7pPr>
            <a:lvl8pPr lvl="7"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8pPr>
            <a:lvl9pPr lvl="8"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9pPr>
          </a:lstStyle>
          <a:p>
            <a:endParaRPr/>
          </a:p>
        </p:txBody>
      </p:sp>
      <p:sp>
        <p:nvSpPr>
          <p:cNvPr id="455" name="Google Shape;455;p15"/>
          <p:cNvSpPr txBox="1">
            <a:spLocks noGrp="1"/>
          </p:cNvSpPr>
          <p:nvPr>
            <p:ph type="body" idx="3"/>
          </p:nvPr>
        </p:nvSpPr>
        <p:spPr>
          <a:xfrm>
            <a:off x="1024850" y="4064975"/>
            <a:ext cx="1815000" cy="543600"/>
          </a:xfrm>
          <a:prstGeom prst="rect">
            <a:avLst/>
          </a:prstGeom>
          <a:noFill/>
          <a:ln>
            <a:noFill/>
          </a:ln>
        </p:spPr>
        <p:txBody>
          <a:bodyPr spcFirstLastPara="1" wrap="square" lIns="91425" tIns="91425" rIns="91425" bIns="91425" anchor="t" anchorCtr="0">
            <a:noAutofit/>
          </a:bodyPr>
          <a:lstStyle>
            <a:lvl1pPr marL="457200" lvl="0" indent="-317500" algn="ctr">
              <a:spcBef>
                <a:spcPts val="0"/>
              </a:spcBef>
              <a:spcAft>
                <a:spcPts val="0"/>
              </a:spcAft>
              <a:buClr>
                <a:schemeClr val="dk1"/>
              </a:buClr>
              <a:buSzPts val="1400"/>
              <a:buFont typeface="Raleway"/>
              <a:buChar char="●"/>
              <a:defRPr sz="1600">
                <a:solidFill>
                  <a:schemeClr val="dk1"/>
                </a:solidFill>
                <a:latin typeface="Barlow" panose="00000500000000000000"/>
                <a:ea typeface="Barlow" panose="00000500000000000000"/>
                <a:cs typeface="Barlow" panose="00000500000000000000"/>
                <a:sym typeface="Barlow" panose="00000500000000000000"/>
              </a:defRPr>
            </a:lvl1pPr>
            <a:lvl2pPr marL="914400" lvl="1" indent="-31750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marL="1371600" lvl="2" indent="-31750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marL="1828800" lvl="3" indent="-31750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marL="2286000" lvl="4" indent="-31750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marL="2743200" lvl="5" indent="-31750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marL="3200400" lvl="6" indent="-31750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marL="3657600" lvl="7" indent="-31750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marL="4114800" lvl="8" indent="-31750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a:endParaRPr/>
          </a:p>
        </p:txBody>
      </p:sp>
      <p:sp>
        <p:nvSpPr>
          <p:cNvPr id="456" name="Google Shape;456;p15"/>
          <p:cNvSpPr txBox="1">
            <a:spLocks noGrp="1"/>
          </p:cNvSpPr>
          <p:nvPr>
            <p:ph type="title" idx="4" hasCustomPrompt="1"/>
          </p:nvPr>
        </p:nvSpPr>
        <p:spPr>
          <a:xfrm>
            <a:off x="3664500" y="3122625"/>
            <a:ext cx="1815000" cy="477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4600"/>
              <a:buNone/>
              <a:defRPr sz="3600">
                <a:solidFill>
                  <a:schemeClr val="accent3"/>
                </a:solidFill>
              </a:defRPr>
            </a:lvl1pPr>
            <a:lvl2pPr lvl="1" algn="l" rtl="0">
              <a:spcBef>
                <a:spcPts val="0"/>
              </a:spcBef>
              <a:spcAft>
                <a:spcPts val="0"/>
              </a:spcAft>
              <a:buClr>
                <a:schemeClr val="accent2"/>
              </a:buClr>
              <a:buSzPts val="4600"/>
              <a:buNone/>
              <a:defRPr>
                <a:solidFill>
                  <a:schemeClr val="accent2"/>
                </a:solidFill>
              </a:defRPr>
            </a:lvl2pPr>
            <a:lvl3pPr lvl="2" algn="l" rtl="0">
              <a:spcBef>
                <a:spcPts val="0"/>
              </a:spcBef>
              <a:spcAft>
                <a:spcPts val="0"/>
              </a:spcAft>
              <a:buClr>
                <a:schemeClr val="accent2"/>
              </a:buClr>
              <a:buSzPts val="4600"/>
              <a:buNone/>
              <a:defRPr>
                <a:solidFill>
                  <a:schemeClr val="accent2"/>
                </a:solidFill>
              </a:defRPr>
            </a:lvl3pPr>
            <a:lvl4pPr lvl="3" algn="l" rtl="0">
              <a:spcBef>
                <a:spcPts val="0"/>
              </a:spcBef>
              <a:spcAft>
                <a:spcPts val="0"/>
              </a:spcAft>
              <a:buClr>
                <a:schemeClr val="accent2"/>
              </a:buClr>
              <a:buSzPts val="4600"/>
              <a:buNone/>
              <a:defRPr>
                <a:solidFill>
                  <a:schemeClr val="accent2"/>
                </a:solidFill>
              </a:defRPr>
            </a:lvl4pPr>
            <a:lvl5pPr lvl="4" algn="l" rtl="0">
              <a:spcBef>
                <a:spcPts val="0"/>
              </a:spcBef>
              <a:spcAft>
                <a:spcPts val="0"/>
              </a:spcAft>
              <a:buClr>
                <a:schemeClr val="accent2"/>
              </a:buClr>
              <a:buSzPts val="4600"/>
              <a:buNone/>
              <a:defRPr>
                <a:solidFill>
                  <a:schemeClr val="accent2"/>
                </a:solidFill>
              </a:defRPr>
            </a:lvl5pPr>
            <a:lvl6pPr lvl="5" algn="l" rtl="0">
              <a:spcBef>
                <a:spcPts val="0"/>
              </a:spcBef>
              <a:spcAft>
                <a:spcPts val="0"/>
              </a:spcAft>
              <a:buClr>
                <a:schemeClr val="accent2"/>
              </a:buClr>
              <a:buSzPts val="4600"/>
              <a:buNone/>
              <a:defRPr>
                <a:solidFill>
                  <a:schemeClr val="accent2"/>
                </a:solidFill>
              </a:defRPr>
            </a:lvl6pPr>
            <a:lvl7pPr lvl="6" algn="l" rtl="0">
              <a:spcBef>
                <a:spcPts val="0"/>
              </a:spcBef>
              <a:spcAft>
                <a:spcPts val="0"/>
              </a:spcAft>
              <a:buClr>
                <a:schemeClr val="accent2"/>
              </a:buClr>
              <a:buSzPts val="4600"/>
              <a:buNone/>
              <a:defRPr>
                <a:solidFill>
                  <a:schemeClr val="accent2"/>
                </a:solidFill>
              </a:defRPr>
            </a:lvl7pPr>
            <a:lvl8pPr lvl="7" algn="l" rtl="0">
              <a:spcBef>
                <a:spcPts val="0"/>
              </a:spcBef>
              <a:spcAft>
                <a:spcPts val="0"/>
              </a:spcAft>
              <a:buClr>
                <a:schemeClr val="accent2"/>
              </a:buClr>
              <a:buSzPts val="4600"/>
              <a:buNone/>
              <a:defRPr>
                <a:solidFill>
                  <a:schemeClr val="accent2"/>
                </a:solidFill>
              </a:defRPr>
            </a:lvl8pPr>
            <a:lvl9pPr lvl="8" algn="l" rtl="0">
              <a:spcBef>
                <a:spcPts val="0"/>
              </a:spcBef>
              <a:spcAft>
                <a:spcPts val="0"/>
              </a:spcAft>
              <a:buClr>
                <a:schemeClr val="accent2"/>
              </a:buClr>
              <a:buSzPts val="4600"/>
              <a:buNone/>
              <a:defRPr>
                <a:solidFill>
                  <a:schemeClr val="accent2"/>
                </a:solidFill>
              </a:defRPr>
            </a:lvl9pPr>
          </a:lstStyle>
          <a:p>
            <a:r>
              <a:t>xx%</a:t>
            </a:r>
          </a:p>
        </p:txBody>
      </p:sp>
      <p:sp>
        <p:nvSpPr>
          <p:cNvPr id="457" name="Google Shape;457;p15"/>
          <p:cNvSpPr txBox="1">
            <a:spLocks noGrp="1"/>
          </p:cNvSpPr>
          <p:nvPr>
            <p:ph type="subTitle" idx="5"/>
          </p:nvPr>
        </p:nvSpPr>
        <p:spPr>
          <a:xfrm>
            <a:off x="3664500" y="3811325"/>
            <a:ext cx="1815000" cy="3720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Abel" panose="02000506030000020004"/>
              <a:buNone/>
              <a:defRPr sz="2200" b="1">
                <a:solidFill>
                  <a:schemeClr val="accent3"/>
                </a:solidFill>
                <a:latin typeface="Work Sans"/>
                <a:ea typeface="Work Sans"/>
                <a:cs typeface="Work Sans"/>
                <a:sym typeface="Work Sans"/>
              </a:defRPr>
            </a:lvl1pPr>
            <a:lvl2pPr lvl="1"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2pPr>
            <a:lvl3pPr lvl="2"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3pPr>
            <a:lvl4pPr lvl="3"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4pPr>
            <a:lvl5pPr lvl="4"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5pPr>
            <a:lvl6pPr lvl="5"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6pPr>
            <a:lvl7pPr lvl="6"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7pPr>
            <a:lvl8pPr lvl="7"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8pPr>
            <a:lvl9pPr lvl="8"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9pPr>
          </a:lstStyle>
          <a:p>
            <a:endParaRPr/>
          </a:p>
        </p:txBody>
      </p:sp>
      <p:sp>
        <p:nvSpPr>
          <p:cNvPr id="458" name="Google Shape;458;p15"/>
          <p:cNvSpPr txBox="1">
            <a:spLocks noGrp="1"/>
          </p:cNvSpPr>
          <p:nvPr>
            <p:ph type="body" idx="6"/>
          </p:nvPr>
        </p:nvSpPr>
        <p:spPr>
          <a:xfrm>
            <a:off x="3664500" y="4064975"/>
            <a:ext cx="1815000" cy="543600"/>
          </a:xfrm>
          <a:prstGeom prst="rect">
            <a:avLst/>
          </a:prstGeom>
          <a:noFill/>
          <a:ln>
            <a:noFill/>
          </a:ln>
        </p:spPr>
        <p:txBody>
          <a:bodyPr spcFirstLastPara="1" wrap="square" lIns="91425" tIns="91425" rIns="91425" bIns="91425" anchor="t" anchorCtr="0">
            <a:noAutofit/>
          </a:bodyPr>
          <a:lstStyle>
            <a:lvl1pPr marL="457200" lvl="0" indent="-317500" algn="ctr" rtl="0">
              <a:spcBef>
                <a:spcPts val="0"/>
              </a:spcBef>
              <a:spcAft>
                <a:spcPts val="0"/>
              </a:spcAft>
              <a:buClr>
                <a:schemeClr val="dk1"/>
              </a:buClr>
              <a:buSzPts val="1400"/>
              <a:buFont typeface="Raleway"/>
              <a:buChar char="●"/>
              <a:defRPr sz="1600">
                <a:solidFill>
                  <a:schemeClr val="dk1"/>
                </a:solidFill>
                <a:latin typeface="Barlow" panose="00000500000000000000"/>
                <a:ea typeface="Barlow" panose="00000500000000000000"/>
                <a:cs typeface="Barlow" panose="00000500000000000000"/>
                <a:sym typeface="Barlow" panose="00000500000000000000"/>
              </a:defRPr>
            </a:lvl1pPr>
            <a:lvl2pPr marL="914400" lvl="1"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marL="1371600" lvl="2"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marL="1828800" lvl="3"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marL="2286000" lvl="4"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marL="2743200" lvl="5"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marL="3200400" lvl="6"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marL="3657600" lvl="7"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marL="4114800" lvl="8"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a:endParaRPr/>
          </a:p>
        </p:txBody>
      </p:sp>
      <p:grpSp>
        <p:nvGrpSpPr>
          <p:cNvPr id="459" name="Google Shape;459;p15"/>
          <p:cNvGrpSpPr/>
          <p:nvPr/>
        </p:nvGrpSpPr>
        <p:grpSpPr>
          <a:xfrm rot="1318768">
            <a:off x="8180279" y="351746"/>
            <a:ext cx="349569" cy="229287"/>
            <a:chOff x="4277246" y="2003393"/>
            <a:chExt cx="464282" cy="304529"/>
          </a:xfrm>
        </p:grpSpPr>
        <p:sp>
          <p:nvSpPr>
            <p:cNvPr id="460" name="Google Shape;460;p15"/>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5"/>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5"/>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3" name="Google Shape;463;p15"/>
          <p:cNvSpPr/>
          <p:nvPr/>
        </p:nvSpPr>
        <p:spPr>
          <a:xfrm>
            <a:off x="8966675" y="32535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5"/>
          <p:cNvSpPr/>
          <p:nvPr/>
        </p:nvSpPr>
        <p:spPr>
          <a:xfrm>
            <a:off x="8610976" y="9069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5"/>
          <p:cNvSpPr/>
          <p:nvPr/>
        </p:nvSpPr>
        <p:spPr>
          <a:xfrm>
            <a:off x="101950" y="907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5"/>
          <p:cNvSpPr/>
          <p:nvPr/>
        </p:nvSpPr>
        <p:spPr>
          <a:xfrm flipH="1">
            <a:off x="27575" y="46356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5"/>
          <p:cNvSpPr/>
          <p:nvPr/>
        </p:nvSpPr>
        <p:spPr>
          <a:xfrm flipH="1">
            <a:off x="730149" y="49066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5"/>
          <p:cNvSpPr/>
          <p:nvPr/>
        </p:nvSpPr>
        <p:spPr>
          <a:xfrm>
            <a:off x="8685350" y="53792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9" name="Google Shape;469;p15"/>
          <p:cNvGrpSpPr/>
          <p:nvPr/>
        </p:nvGrpSpPr>
        <p:grpSpPr>
          <a:xfrm rot="1074396" flipH="1">
            <a:off x="370746" y="129030"/>
            <a:ext cx="308807" cy="377705"/>
            <a:chOff x="3410431" y="2717682"/>
            <a:chExt cx="441412" cy="539896"/>
          </a:xfrm>
        </p:grpSpPr>
        <p:sp>
          <p:nvSpPr>
            <p:cNvPr id="470" name="Google Shape;470;p15"/>
            <p:cNvSpPr/>
            <p:nvPr/>
          </p:nvSpPr>
          <p:spPr>
            <a:xfrm>
              <a:off x="3493499" y="3040112"/>
              <a:ext cx="281771" cy="140893"/>
            </a:xfrm>
            <a:custGeom>
              <a:avLst/>
              <a:gdLst/>
              <a:ahLst/>
              <a:cxnLst/>
              <a:rect l="l" t="t" r="r" b="b"/>
              <a:pathLst>
                <a:path w="19959" h="9980" extrusionOk="0">
                  <a:moveTo>
                    <a:pt x="0" y="0"/>
                  </a:moveTo>
                  <a:cubicBezTo>
                    <a:pt x="0" y="5513"/>
                    <a:pt x="4467" y="9979"/>
                    <a:pt x="9979" y="9979"/>
                  </a:cubicBezTo>
                  <a:cubicBezTo>
                    <a:pt x="15492" y="9979"/>
                    <a:pt x="19958" y="5513"/>
                    <a:pt x="19958"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5"/>
            <p:cNvSpPr/>
            <p:nvPr/>
          </p:nvSpPr>
          <p:spPr>
            <a:xfrm>
              <a:off x="3410431" y="2717682"/>
              <a:ext cx="441412" cy="539896"/>
            </a:xfrm>
            <a:custGeom>
              <a:avLst/>
              <a:gdLst/>
              <a:ahLst/>
              <a:cxnLst/>
              <a:rect l="l" t="t" r="r" b="b"/>
              <a:pathLst>
                <a:path w="31267" h="38243" extrusionOk="0">
                  <a:moveTo>
                    <a:pt x="18967" y="1414"/>
                  </a:moveTo>
                  <a:lnTo>
                    <a:pt x="18967" y="6900"/>
                  </a:lnTo>
                  <a:cubicBezTo>
                    <a:pt x="18971" y="8177"/>
                    <a:pt x="19751" y="9328"/>
                    <a:pt x="20943" y="9803"/>
                  </a:cubicBezTo>
                  <a:cubicBezTo>
                    <a:pt x="26356" y="11910"/>
                    <a:pt x="29857" y="17029"/>
                    <a:pt x="29857" y="22839"/>
                  </a:cubicBezTo>
                  <a:cubicBezTo>
                    <a:pt x="29865" y="26588"/>
                    <a:pt x="28363" y="30182"/>
                    <a:pt x="25684" y="32803"/>
                  </a:cubicBezTo>
                  <a:cubicBezTo>
                    <a:pt x="23058" y="35391"/>
                    <a:pt x="19598" y="36832"/>
                    <a:pt x="15928" y="36832"/>
                  </a:cubicBezTo>
                  <a:cubicBezTo>
                    <a:pt x="15837" y="36832"/>
                    <a:pt x="15746" y="36831"/>
                    <a:pt x="15655" y="36829"/>
                  </a:cubicBezTo>
                  <a:cubicBezTo>
                    <a:pt x="8474" y="36725"/>
                    <a:pt x="2437" y="31046"/>
                    <a:pt x="1912" y="23901"/>
                  </a:cubicBezTo>
                  <a:cubicBezTo>
                    <a:pt x="1456" y="17705"/>
                    <a:pt x="5027" y="12038"/>
                    <a:pt x="10798" y="9795"/>
                  </a:cubicBezTo>
                  <a:cubicBezTo>
                    <a:pt x="11972" y="9339"/>
                    <a:pt x="12759" y="8173"/>
                    <a:pt x="12759" y="6896"/>
                  </a:cubicBezTo>
                  <a:lnTo>
                    <a:pt x="12759" y="1414"/>
                  </a:lnTo>
                  <a:close/>
                  <a:moveTo>
                    <a:pt x="11350" y="1"/>
                  </a:moveTo>
                  <a:lnTo>
                    <a:pt x="11350" y="6900"/>
                  </a:lnTo>
                  <a:cubicBezTo>
                    <a:pt x="11350" y="7602"/>
                    <a:pt x="10922" y="8235"/>
                    <a:pt x="10289" y="8482"/>
                  </a:cubicBezTo>
                  <a:cubicBezTo>
                    <a:pt x="3935" y="10949"/>
                    <a:pt x="1" y="17191"/>
                    <a:pt x="503" y="24009"/>
                  </a:cubicBezTo>
                  <a:cubicBezTo>
                    <a:pt x="1082" y="31872"/>
                    <a:pt x="7729" y="38126"/>
                    <a:pt x="15635" y="38242"/>
                  </a:cubicBezTo>
                  <a:lnTo>
                    <a:pt x="15863" y="38242"/>
                  </a:lnTo>
                  <a:cubicBezTo>
                    <a:pt x="24371" y="38238"/>
                    <a:pt x="31266" y="31344"/>
                    <a:pt x="31266" y="22839"/>
                  </a:cubicBezTo>
                  <a:cubicBezTo>
                    <a:pt x="31266" y="16439"/>
                    <a:pt x="27413" y="10806"/>
                    <a:pt x="21453" y="8482"/>
                  </a:cubicBezTo>
                  <a:cubicBezTo>
                    <a:pt x="20804" y="8224"/>
                    <a:pt x="20380" y="7594"/>
                    <a:pt x="20380" y="6896"/>
                  </a:cubicBezTo>
                  <a:lnTo>
                    <a:pt x="203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5"/>
            <p:cNvSpPr/>
            <p:nvPr/>
          </p:nvSpPr>
          <p:spPr>
            <a:xfrm>
              <a:off x="3539592" y="2717682"/>
              <a:ext cx="189513" cy="19962"/>
            </a:xfrm>
            <a:custGeom>
              <a:avLst/>
              <a:gdLst/>
              <a:ahLst/>
              <a:cxnLst/>
              <a:rect l="l" t="t" r="r" b="b"/>
              <a:pathLst>
                <a:path w="13424" h="1414" extrusionOk="0">
                  <a:moveTo>
                    <a:pt x="1" y="1"/>
                  </a:moveTo>
                  <a:lnTo>
                    <a:pt x="1" y="1414"/>
                  </a:lnTo>
                  <a:lnTo>
                    <a:pt x="13424" y="1414"/>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3" name="Google Shape;473;p15"/>
          <p:cNvSpPr/>
          <p:nvPr/>
        </p:nvSpPr>
        <p:spPr>
          <a:xfrm>
            <a:off x="8943800" y="450837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5"/>
          <p:cNvSpPr/>
          <p:nvPr/>
        </p:nvSpPr>
        <p:spPr>
          <a:xfrm flipH="1">
            <a:off x="8685350" y="471171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5"/>
          <p:cNvSpPr/>
          <p:nvPr/>
        </p:nvSpPr>
        <p:spPr>
          <a:xfrm>
            <a:off x="202150" y="496065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5"/>
          <p:cNvSpPr/>
          <p:nvPr/>
        </p:nvSpPr>
        <p:spPr>
          <a:xfrm flipH="1">
            <a:off x="360950" y="471171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5"/>
          <p:cNvSpPr txBox="1">
            <a:spLocks noGrp="1"/>
          </p:cNvSpPr>
          <p:nvPr>
            <p:ph type="title" idx="7" hasCustomPrompt="1"/>
          </p:nvPr>
        </p:nvSpPr>
        <p:spPr>
          <a:xfrm>
            <a:off x="6304150" y="3122625"/>
            <a:ext cx="1815000" cy="477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4600"/>
              <a:buNone/>
              <a:defRPr sz="3600">
                <a:solidFill>
                  <a:schemeClr val="accent2"/>
                </a:solidFill>
              </a:defRPr>
            </a:lvl1pPr>
            <a:lvl2pPr lvl="1" algn="l" rtl="0">
              <a:spcBef>
                <a:spcPts val="0"/>
              </a:spcBef>
              <a:spcAft>
                <a:spcPts val="0"/>
              </a:spcAft>
              <a:buClr>
                <a:schemeClr val="accent2"/>
              </a:buClr>
              <a:buSzPts val="4600"/>
              <a:buNone/>
              <a:defRPr>
                <a:solidFill>
                  <a:schemeClr val="accent2"/>
                </a:solidFill>
              </a:defRPr>
            </a:lvl2pPr>
            <a:lvl3pPr lvl="2" algn="l" rtl="0">
              <a:spcBef>
                <a:spcPts val="0"/>
              </a:spcBef>
              <a:spcAft>
                <a:spcPts val="0"/>
              </a:spcAft>
              <a:buClr>
                <a:schemeClr val="accent2"/>
              </a:buClr>
              <a:buSzPts val="4600"/>
              <a:buNone/>
              <a:defRPr>
                <a:solidFill>
                  <a:schemeClr val="accent2"/>
                </a:solidFill>
              </a:defRPr>
            </a:lvl3pPr>
            <a:lvl4pPr lvl="3" algn="l" rtl="0">
              <a:spcBef>
                <a:spcPts val="0"/>
              </a:spcBef>
              <a:spcAft>
                <a:spcPts val="0"/>
              </a:spcAft>
              <a:buClr>
                <a:schemeClr val="accent2"/>
              </a:buClr>
              <a:buSzPts val="4600"/>
              <a:buNone/>
              <a:defRPr>
                <a:solidFill>
                  <a:schemeClr val="accent2"/>
                </a:solidFill>
              </a:defRPr>
            </a:lvl4pPr>
            <a:lvl5pPr lvl="4" algn="l" rtl="0">
              <a:spcBef>
                <a:spcPts val="0"/>
              </a:spcBef>
              <a:spcAft>
                <a:spcPts val="0"/>
              </a:spcAft>
              <a:buClr>
                <a:schemeClr val="accent2"/>
              </a:buClr>
              <a:buSzPts val="4600"/>
              <a:buNone/>
              <a:defRPr>
                <a:solidFill>
                  <a:schemeClr val="accent2"/>
                </a:solidFill>
              </a:defRPr>
            </a:lvl5pPr>
            <a:lvl6pPr lvl="5" algn="l" rtl="0">
              <a:spcBef>
                <a:spcPts val="0"/>
              </a:spcBef>
              <a:spcAft>
                <a:spcPts val="0"/>
              </a:spcAft>
              <a:buClr>
                <a:schemeClr val="accent2"/>
              </a:buClr>
              <a:buSzPts val="4600"/>
              <a:buNone/>
              <a:defRPr>
                <a:solidFill>
                  <a:schemeClr val="accent2"/>
                </a:solidFill>
              </a:defRPr>
            </a:lvl6pPr>
            <a:lvl7pPr lvl="6" algn="l" rtl="0">
              <a:spcBef>
                <a:spcPts val="0"/>
              </a:spcBef>
              <a:spcAft>
                <a:spcPts val="0"/>
              </a:spcAft>
              <a:buClr>
                <a:schemeClr val="accent2"/>
              </a:buClr>
              <a:buSzPts val="4600"/>
              <a:buNone/>
              <a:defRPr>
                <a:solidFill>
                  <a:schemeClr val="accent2"/>
                </a:solidFill>
              </a:defRPr>
            </a:lvl7pPr>
            <a:lvl8pPr lvl="7" algn="l" rtl="0">
              <a:spcBef>
                <a:spcPts val="0"/>
              </a:spcBef>
              <a:spcAft>
                <a:spcPts val="0"/>
              </a:spcAft>
              <a:buClr>
                <a:schemeClr val="accent2"/>
              </a:buClr>
              <a:buSzPts val="4600"/>
              <a:buNone/>
              <a:defRPr>
                <a:solidFill>
                  <a:schemeClr val="accent2"/>
                </a:solidFill>
              </a:defRPr>
            </a:lvl8pPr>
            <a:lvl9pPr lvl="8" algn="l" rtl="0">
              <a:spcBef>
                <a:spcPts val="0"/>
              </a:spcBef>
              <a:spcAft>
                <a:spcPts val="0"/>
              </a:spcAft>
              <a:buClr>
                <a:schemeClr val="accent2"/>
              </a:buClr>
              <a:buSzPts val="4600"/>
              <a:buNone/>
              <a:defRPr>
                <a:solidFill>
                  <a:schemeClr val="accent2"/>
                </a:solidFill>
              </a:defRPr>
            </a:lvl9pPr>
          </a:lstStyle>
          <a:p>
            <a:r>
              <a:t>xx%</a:t>
            </a:r>
          </a:p>
        </p:txBody>
      </p:sp>
      <p:sp>
        <p:nvSpPr>
          <p:cNvPr id="478" name="Google Shape;478;p15"/>
          <p:cNvSpPr txBox="1">
            <a:spLocks noGrp="1"/>
          </p:cNvSpPr>
          <p:nvPr>
            <p:ph type="subTitle" idx="8"/>
          </p:nvPr>
        </p:nvSpPr>
        <p:spPr>
          <a:xfrm>
            <a:off x="6304150" y="3811325"/>
            <a:ext cx="1815000" cy="3720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Abel" panose="02000506030000020004"/>
              <a:buNone/>
              <a:defRPr sz="2200" b="1">
                <a:solidFill>
                  <a:schemeClr val="accent2"/>
                </a:solidFill>
                <a:latin typeface="Work Sans"/>
                <a:ea typeface="Work Sans"/>
                <a:cs typeface="Work Sans"/>
                <a:sym typeface="Work Sans"/>
              </a:defRPr>
            </a:lvl1pPr>
            <a:lvl2pPr lvl="1"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2pPr>
            <a:lvl3pPr lvl="2"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3pPr>
            <a:lvl4pPr lvl="3"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4pPr>
            <a:lvl5pPr lvl="4"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5pPr>
            <a:lvl6pPr lvl="5"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6pPr>
            <a:lvl7pPr lvl="6"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7pPr>
            <a:lvl8pPr lvl="7"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8pPr>
            <a:lvl9pPr lvl="8" rtl="0">
              <a:spcBef>
                <a:spcPts val="0"/>
              </a:spcBef>
              <a:spcAft>
                <a:spcPts val="0"/>
              </a:spcAft>
              <a:buClr>
                <a:schemeClr val="dk1"/>
              </a:buClr>
              <a:buSzPts val="2400"/>
              <a:buFont typeface="Abel" panose="02000506030000020004"/>
              <a:buNone/>
              <a:defRPr sz="2400">
                <a:solidFill>
                  <a:schemeClr val="dk1"/>
                </a:solidFill>
                <a:latin typeface="Abel" panose="02000506030000020004"/>
                <a:ea typeface="Abel" panose="02000506030000020004"/>
                <a:cs typeface="Abel" panose="02000506030000020004"/>
                <a:sym typeface="Abel" panose="02000506030000020004"/>
              </a:defRPr>
            </a:lvl9pPr>
          </a:lstStyle>
          <a:p>
            <a:endParaRPr/>
          </a:p>
        </p:txBody>
      </p:sp>
      <p:sp>
        <p:nvSpPr>
          <p:cNvPr id="479" name="Google Shape;479;p15"/>
          <p:cNvSpPr txBox="1">
            <a:spLocks noGrp="1"/>
          </p:cNvSpPr>
          <p:nvPr>
            <p:ph type="body" idx="9"/>
          </p:nvPr>
        </p:nvSpPr>
        <p:spPr>
          <a:xfrm>
            <a:off x="6304150" y="4064975"/>
            <a:ext cx="1815000" cy="543600"/>
          </a:xfrm>
          <a:prstGeom prst="rect">
            <a:avLst/>
          </a:prstGeom>
          <a:noFill/>
          <a:ln>
            <a:noFill/>
          </a:ln>
        </p:spPr>
        <p:txBody>
          <a:bodyPr spcFirstLastPara="1" wrap="square" lIns="91425" tIns="91425" rIns="91425" bIns="91425" anchor="t" anchorCtr="0">
            <a:noAutofit/>
          </a:bodyPr>
          <a:lstStyle>
            <a:lvl1pPr marL="457200" lvl="0" indent="-317500" algn="ctr" rtl="0">
              <a:spcBef>
                <a:spcPts val="0"/>
              </a:spcBef>
              <a:spcAft>
                <a:spcPts val="0"/>
              </a:spcAft>
              <a:buClr>
                <a:schemeClr val="dk1"/>
              </a:buClr>
              <a:buSzPts val="1400"/>
              <a:buFont typeface="Raleway"/>
              <a:buChar char="●"/>
              <a:defRPr sz="1600">
                <a:solidFill>
                  <a:schemeClr val="dk1"/>
                </a:solidFill>
                <a:latin typeface="Barlow" panose="00000500000000000000"/>
                <a:ea typeface="Barlow" panose="00000500000000000000"/>
                <a:cs typeface="Barlow" panose="00000500000000000000"/>
                <a:sym typeface="Barlow" panose="00000500000000000000"/>
              </a:defRPr>
            </a:lvl1pPr>
            <a:lvl2pPr marL="914400" lvl="1"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marL="1371600" lvl="2"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marL="1828800" lvl="3"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marL="2286000" lvl="4"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marL="2743200" lvl="5"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marL="3200400" lvl="6"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marL="3657600" lvl="7"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marL="4114800" lvl="8" indent="-317500" rtl="0">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umbers and text 1">
  <p:cSld name="CUSTOM_3_1">
    <p:spTree>
      <p:nvGrpSpPr>
        <p:cNvPr id="1" name="Shape 480"/>
        <p:cNvGrpSpPr/>
        <p:nvPr/>
      </p:nvGrpSpPr>
      <p:grpSpPr>
        <a:xfrm>
          <a:off x="0" y="0"/>
          <a:ext cx="0" cy="0"/>
          <a:chOff x="0" y="0"/>
          <a:chExt cx="0" cy="0"/>
        </a:xfrm>
      </p:grpSpPr>
      <p:sp>
        <p:nvSpPr>
          <p:cNvPr id="481" name="Google Shape;481;p16"/>
          <p:cNvSpPr txBox="1">
            <a:spLocks noGrp="1"/>
          </p:cNvSpPr>
          <p:nvPr>
            <p:ph type="title" hasCustomPrompt="1"/>
          </p:nvPr>
        </p:nvSpPr>
        <p:spPr>
          <a:xfrm>
            <a:off x="2272750" y="872375"/>
            <a:ext cx="4829100" cy="52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600"/>
              <a:buNone/>
              <a:defRPr sz="6000"/>
            </a:lvl1pPr>
            <a:lvl2pPr lvl="1" algn="r" rtl="0">
              <a:spcBef>
                <a:spcPts val="0"/>
              </a:spcBef>
              <a:spcAft>
                <a:spcPts val="0"/>
              </a:spcAft>
              <a:buSzPts val="4600"/>
              <a:buNone/>
              <a:defRPr/>
            </a:lvl2pPr>
            <a:lvl3pPr lvl="2" algn="r" rtl="0">
              <a:spcBef>
                <a:spcPts val="0"/>
              </a:spcBef>
              <a:spcAft>
                <a:spcPts val="0"/>
              </a:spcAft>
              <a:buSzPts val="4600"/>
              <a:buNone/>
              <a:defRPr/>
            </a:lvl3pPr>
            <a:lvl4pPr lvl="3" algn="r" rtl="0">
              <a:spcBef>
                <a:spcPts val="0"/>
              </a:spcBef>
              <a:spcAft>
                <a:spcPts val="0"/>
              </a:spcAft>
              <a:buSzPts val="4600"/>
              <a:buNone/>
              <a:defRPr/>
            </a:lvl4pPr>
            <a:lvl5pPr lvl="4" algn="r" rtl="0">
              <a:spcBef>
                <a:spcPts val="0"/>
              </a:spcBef>
              <a:spcAft>
                <a:spcPts val="0"/>
              </a:spcAft>
              <a:buSzPts val="4600"/>
              <a:buNone/>
              <a:defRPr/>
            </a:lvl5pPr>
            <a:lvl6pPr lvl="5" algn="r" rtl="0">
              <a:spcBef>
                <a:spcPts val="0"/>
              </a:spcBef>
              <a:spcAft>
                <a:spcPts val="0"/>
              </a:spcAft>
              <a:buSzPts val="4600"/>
              <a:buNone/>
              <a:defRPr/>
            </a:lvl6pPr>
            <a:lvl7pPr lvl="6" algn="r" rtl="0">
              <a:spcBef>
                <a:spcPts val="0"/>
              </a:spcBef>
              <a:spcAft>
                <a:spcPts val="0"/>
              </a:spcAft>
              <a:buSzPts val="4600"/>
              <a:buNone/>
              <a:defRPr/>
            </a:lvl7pPr>
            <a:lvl8pPr lvl="7" algn="r" rtl="0">
              <a:spcBef>
                <a:spcPts val="0"/>
              </a:spcBef>
              <a:spcAft>
                <a:spcPts val="0"/>
              </a:spcAft>
              <a:buSzPts val="4600"/>
              <a:buNone/>
              <a:defRPr/>
            </a:lvl8pPr>
            <a:lvl9pPr lvl="8" algn="r" rtl="0">
              <a:spcBef>
                <a:spcPts val="0"/>
              </a:spcBef>
              <a:spcAft>
                <a:spcPts val="0"/>
              </a:spcAft>
              <a:buSzPts val="4600"/>
              <a:buNone/>
              <a:defRPr/>
            </a:lvl9pPr>
          </a:lstStyle>
          <a:p>
            <a:r>
              <a:t>xx%</a:t>
            </a:r>
          </a:p>
        </p:txBody>
      </p:sp>
      <p:sp>
        <p:nvSpPr>
          <p:cNvPr id="482" name="Google Shape;482;p16"/>
          <p:cNvSpPr txBox="1">
            <a:spLocks noGrp="1"/>
          </p:cNvSpPr>
          <p:nvPr>
            <p:ph type="subTitle" idx="1"/>
          </p:nvPr>
        </p:nvSpPr>
        <p:spPr>
          <a:xfrm>
            <a:off x="2272750" y="1451527"/>
            <a:ext cx="4829100" cy="363000"/>
          </a:xfrm>
          <a:prstGeom prst="rect">
            <a:avLst/>
          </a:prstGeom>
          <a:noFill/>
          <a:ln>
            <a:noFill/>
          </a:ln>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600"/>
              <a:buFont typeface="Anaheim"/>
              <a:buNone/>
              <a:defRPr>
                <a:solidFill>
                  <a:schemeClr val="dk1"/>
                </a:solidFill>
                <a:latin typeface="Raleway"/>
                <a:ea typeface="Raleway"/>
                <a:cs typeface="Raleway"/>
                <a:sym typeface="Raleway"/>
              </a:defRPr>
            </a:lvl1pPr>
            <a:lvl2pPr lvl="1"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2pPr>
            <a:lvl3pPr lvl="2"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3pPr>
            <a:lvl4pPr lvl="3"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4pPr>
            <a:lvl5pPr lvl="4"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5pPr>
            <a:lvl6pPr lvl="5"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6pPr>
            <a:lvl7pPr lvl="6"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7pPr>
            <a:lvl8pPr lvl="7"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8pPr>
            <a:lvl9pPr lvl="8"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9pPr>
          </a:lstStyle>
          <a:p>
            <a:endParaRPr/>
          </a:p>
        </p:txBody>
      </p:sp>
      <p:sp>
        <p:nvSpPr>
          <p:cNvPr id="483" name="Google Shape;483;p16"/>
          <p:cNvSpPr txBox="1">
            <a:spLocks noGrp="1"/>
          </p:cNvSpPr>
          <p:nvPr>
            <p:ph type="title" idx="2" hasCustomPrompt="1"/>
          </p:nvPr>
        </p:nvSpPr>
        <p:spPr>
          <a:xfrm>
            <a:off x="2272750" y="2185670"/>
            <a:ext cx="4829100" cy="52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600"/>
              <a:buNone/>
              <a:defRPr sz="6000"/>
            </a:lvl1pPr>
            <a:lvl2pPr lvl="1" algn="r" rtl="0">
              <a:spcBef>
                <a:spcPts val="0"/>
              </a:spcBef>
              <a:spcAft>
                <a:spcPts val="0"/>
              </a:spcAft>
              <a:buSzPts val="4600"/>
              <a:buNone/>
              <a:defRPr/>
            </a:lvl2pPr>
            <a:lvl3pPr lvl="2" algn="r" rtl="0">
              <a:spcBef>
                <a:spcPts val="0"/>
              </a:spcBef>
              <a:spcAft>
                <a:spcPts val="0"/>
              </a:spcAft>
              <a:buSzPts val="4600"/>
              <a:buNone/>
              <a:defRPr/>
            </a:lvl3pPr>
            <a:lvl4pPr lvl="3" algn="r" rtl="0">
              <a:spcBef>
                <a:spcPts val="0"/>
              </a:spcBef>
              <a:spcAft>
                <a:spcPts val="0"/>
              </a:spcAft>
              <a:buSzPts val="4600"/>
              <a:buNone/>
              <a:defRPr/>
            </a:lvl4pPr>
            <a:lvl5pPr lvl="4" algn="r" rtl="0">
              <a:spcBef>
                <a:spcPts val="0"/>
              </a:spcBef>
              <a:spcAft>
                <a:spcPts val="0"/>
              </a:spcAft>
              <a:buSzPts val="4600"/>
              <a:buNone/>
              <a:defRPr/>
            </a:lvl5pPr>
            <a:lvl6pPr lvl="5" algn="r" rtl="0">
              <a:spcBef>
                <a:spcPts val="0"/>
              </a:spcBef>
              <a:spcAft>
                <a:spcPts val="0"/>
              </a:spcAft>
              <a:buSzPts val="4600"/>
              <a:buNone/>
              <a:defRPr/>
            </a:lvl6pPr>
            <a:lvl7pPr lvl="6" algn="r" rtl="0">
              <a:spcBef>
                <a:spcPts val="0"/>
              </a:spcBef>
              <a:spcAft>
                <a:spcPts val="0"/>
              </a:spcAft>
              <a:buSzPts val="4600"/>
              <a:buNone/>
              <a:defRPr/>
            </a:lvl7pPr>
            <a:lvl8pPr lvl="7" algn="r" rtl="0">
              <a:spcBef>
                <a:spcPts val="0"/>
              </a:spcBef>
              <a:spcAft>
                <a:spcPts val="0"/>
              </a:spcAft>
              <a:buSzPts val="4600"/>
              <a:buNone/>
              <a:defRPr/>
            </a:lvl8pPr>
            <a:lvl9pPr lvl="8" algn="r" rtl="0">
              <a:spcBef>
                <a:spcPts val="0"/>
              </a:spcBef>
              <a:spcAft>
                <a:spcPts val="0"/>
              </a:spcAft>
              <a:buSzPts val="4600"/>
              <a:buNone/>
              <a:defRPr/>
            </a:lvl9pPr>
          </a:lstStyle>
          <a:p>
            <a:r>
              <a:t>xx%</a:t>
            </a:r>
          </a:p>
        </p:txBody>
      </p:sp>
      <p:sp>
        <p:nvSpPr>
          <p:cNvPr id="484" name="Google Shape;484;p16"/>
          <p:cNvSpPr txBox="1">
            <a:spLocks noGrp="1"/>
          </p:cNvSpPr>
          <p:nvPr>
            <p:ph type="subTitle" idx="3"/>
          </p:nvPr>
        </p:nvSpPr>
        <p:spPr>
          <a:xfrm>
            <a:off x="2272750" y="2764764"/>
            <a:ext cx="4829100" cy="363000"/>
          </a:xfrm>
          <a:prstGeom prst="rect">
            <a:avLst/>
          </a:prstGeom>
          <a:noFill/>
          <a:ln>
            <a:noFill/>
          </a:ln>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600"/>
              <a:buFont typeface="Anaheim"/>
              <a:buNone/>
              <a:defRPr>
                <a:solidFill>
                  <a:schemeClr val="dk1"/>
                </a:solidFill>
                <a:latin typeface="Raleway"/>
                <a:ea typeface="Raleway"/>
                <a:cs typeface="Raleway"/>
                <a:sym typeface="Raleway"/>
              </a:defRPr>
            </a:lvl1pPr>
            <a:lvl2pPr lvl="1"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2pPr>
            <a:lvl3pPr lvl="2"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3pPr>
            <a:lvl4pPr lvl="3"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4pPr>
            <a:lvl5pPr lvl="4"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5pPr>
            <a:lvl6pPr lvl="5"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6pPr>
            <a:lvl7pPr lvl="6"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7pPr>
            <a:lvl8pPr lvl="7"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8pPr>
            <a:lvl9pPr lvl="8"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9pPr>
          </a:lstStyle>
          <a:p>
            <a:endParaRPr/>
          </a:p>
        </p:txBody>
      </p:sp>
      <p:sp>
        <p:nvSpPr>
          <p:cNvPr id="485" name="Google Shape;485;p16"/>
          <p:cNvSpPr txBox="1">
            <a:spLocks noGrp="1"/>
          </p:cNvSpPr>
          <p:nvPr>
            <p:ph type="title" idx="4" hasCustomPrompt="1"/>
          </p:nvPr>
        </p:nvSpPr>
        <p:spPr>
          <a:xfrm>
            <a:off x="2272750" y="3498965"/>
            <a:ext cx="4829100" cy="52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600"/>
              <a:buNone/>
              <a:defRPr sz="6000"/>
            </a:lvl1pPr>
            <a:lvl2pPr lvl="1" algn="r" rtl="0">
              <a:spcBef>
                <a:spcPts val="0"/>
              </a:spcBef>
              <a:spcAft>
                <a:spcPts val="0"/>
              </a:spcAft>
              <a:buSzPts val="4600"/>
              <a:buNone/>
              <a:defRPr/>
            </a:lvl2pPr>
            <a:lvl3pPr lvl="2" algn="r" rtl="0">
              <a:spcBef>
                <a:spcPts val="0"/>
              </a:spcBef>
              <a:spcAft>
                <a:spcPts val="0"/>
              </a:spcAft>
              <a:buSzPts val="4600"/>
              <a:buNone/>
              <a:defRPr/>
            </a:lvl3pPr>
            <a:lvl4pPr lvl="3" algn="r" rtl="0">
              <a:spcBef>
                <a:spcPts val="0"/>
              </a:spcBef>
              <a:spcAft>
                <a:spcPts val="0"/>
              </a:spcAft>
              <a:buSzPts val="4600"/>
              <a:buNone/>
              <a:defRPr/>
            </a:lvl4pPr>
            <a:lvl5pPr lvl="4" algn="r" rtl="0">
              <a:spcBef>
                <a:spcPts val="0"/>
              </a:spcBef>
              <a:spcAft>
                <a:spcPts val="0"/>
              </a:spcAft>
              <a:buSzPts val="4600"/>
              <a:buNone/>
              <a:defRPr/>
            </a:lvl5pPr>
            <a:lvl6pPr lvl="5" algn="r" rtl="0">
              <a:spcBef>
                <a:spcPts val="0"/>
              </a:spcBef>
              <a:spcAft>
                <a:spcPts val="0"/>
              </a:spcAft>
              <a:buSzPts val="4600"/>
              <a:buNone/>
              <a:defRPr/>
            </a:lvl6pPr>
            <a:lvl7pPr lvl="6" algn="r" rtl="0">
              <a:spcBef>
                <a:spcPts val="0"/>
              </a:spcBef>
              <a:spcAft>
                <a:spcPts val="0"/>
              </a:spcAft>
              <a:buSzPts val="4600"/>
              <a:buNone/>
              <a:defRPr/>
            </a:lvl7pPr>
            <a:lvl8pPr lvl="7" algn="r" rtl="0">
              <a:spcBef>
                <a:spcPts val="0"/>
              </a:spcBef>
              <a:spcAft>
                <a:spcPts val="0"/>
              </a:spcAft>
              <a:buSzPts val="4600"/>
              <a:buNone/>
              <a:defRPr/>
            </a:lvl8pPr>
            <a:lvl9pPr lvl="8" algn="r" rtl="0">
              <a:spcBef>
                <a:spcPts val="0"/>
              </a:spcBef>
              <a:spcAft>
                <a:spcPts val="0"/>
              </a:spcAft>
              <a:buSzPts val="4600"/>
              <a:buNone/>
              <a:defRPr/>
            </a:lvl9pPr>
          </a:lstStyle>
          <a:p>
            <a:r>
              <a:t>xx%</a:t>
            </a:r>
          </a:p>
        </p:txBody>
      </p:sp>
      <p:sp>
        <p:nvSpPr>
          <p:cNvPr id="486" name="Google Shape;486;p16"/>
          <p:cNvSpPr txBox="1">
            <a:spLocks noGrp="1"/>
          </p:cNvSpPr>
          <p:nvPr>
            <p:ph type="subTitle" idx="5"/>
          </p:nvPr>
        </p:nvSpPr>
        <p:spPr>
          <a:xfrm>
            <a:off x="2272750" y="4078000"/>
            <a:ext cx="4829100" cy="363000"/>
          </a:xfrm>
          <a:prstGeom prst="rect">
            <a:avLst/>
          </a:prstGeom>
          <a:noFill/>
          <a:ln>
            <a:noFill/>
          </a:ln>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600"/>
              <a:buFont typeface="Anaheim"/>
              <a:buNone/>
              <a:defRPr>
                <a:solidFill>
                  <a:schemeClr val="dk1"/>
                </a:solidFill>
                <a:latin typeface="Raleway"/>
                <a:ea typeface="Raleway"/>
                <a:cs typeface="Raleway"/>
                <a:sym typeface="Raleway"/>
              </a:defRPr>
            </a:lvl1pPr>
            <a:lvl2pPr lvl="1"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2pPr>
            <a:lvl3pPr lvl="2"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3pPr>
            <a:lvl4pPr lvl="3"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4pPr>
            <a:lvl5pPr lvl="4"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5pPr>
            <a:lvl6pPr lvl="5"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6pPr>
            <a:lvl7pPr lvl="6"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7pPr>
            <a:lvl8pPr lvl="7"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8pPr>
            <a:lvl9pPr lvl="8" algn="r" rtl="0">
              <a:spcBef>
                <a:spcPts val="0"/>
              </a:spcBef>
              <a:spcAft>
                <a:spcPts val="0"/>
              </a:spcAft>
              <a:buClr>
                <a:schemeClr val="dk1"/>
              </a:buClr>
              <a:buSzPts val="1600"/>
              <a:buFont typeface="Anaheim"/>
              <a:buNone/>
              <a:defRPr sz="1600">
                <a:solidFill>
                  <a:schemeClr val="dk1"/>
                </a:solidFill>
                <a:latin typeface="Anaheim"/>
                <a:ea typeface="Anaheim"/>
                <a:cs typeface="Anaheim"/>
                <a:sym typeface="Anaheim"/>
              </a:defRPr>
            </a:lvl9pPr>
          </a:lstStyle>
          <a:p>
            <a:endParaRPr/>
          </a:p>
        </p:txBody>
      </p:sp>
      <p:sp>
        <p:nvSpPr>
          <p:cNvPr id="487" name="Google Shape;487;p16"/>
          <p:cNvSpPr/>
          <p:nvPr/>
        </p:nvSpPr>
        <p:spPr>
          <a:xfrm>
            <a:off x="8723075" y="6965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6"/>
          <p:cNvSpPr/>
          <p:nvPr/>
        </p:nvSpPr>
        <p:spPr>
          <a:xfrm>
            <a:off x="8972025" y="4945500"/>
            <a:ext cx="100200" cy="1002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6"/>
          <p:cNvSpPr/>
          <p:nvPr/>
        </p:nvSpPr>
        <p:spPr>
          <a:xfrm>
            <a:off x="340301" y="479674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6"/>
          <p:cNvSpPr/>
          <p:nvPr/>
        </p:nvSpPr>
        <p:spPr>
          <a:xfrm>
            <a:off x="239301" y="6964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6"/>
          <p:cNvSpPr/>
          <p:nvPr/>
        </p:nvSpPr>
        <p:spPr>
          <a:xfrm>
            <a:off x="139100" y="4393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6"/>
          <p:cNvSpPr/>
          <p:nvPr/>
        </p:nvSpPr>
        <p:spPr>
          <a:xfrm>
            <a:off x="8823276" y="29054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6"/>
          <p:cNvSpPr/>
          <p:nvPr/>
        </p:nvSpPr>
        <p:spPr>
          <a:xfrm>
            <a:off x="139100" y="4653875"/>
            <a:ext cx="100200" cy="1002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6"/>
          <p:cNvSpPr/>
          <p:nvPr/>
        </p:nvSpPr>
        <p:spPr>
          <a:xfrm>
            <a:off x="8579426" y="469654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5">
    <p:spTree>
      <p:nvGrpSpPr>
        <p:cNvPr id="1" name="Shape 495"/>
        <p:cNvGrpSpPr/>
        <p:nvPr/>
      </p:nvGrpSpPr>
      <p:grpSpPr>
        <a:xfrm>
          <a:off x="0" y="0"/>
          <a:ext cx="0" cy="0"/>
          <a:chOff x="0" y="0"/>
          <a:chExt cx="0" cy="0"/>
        </a:xfrm>
      </p:grpSpPr>
      <p:sp>
        <p:nvSpPr>
          <p:cNvPr id="496" name="Google Shape;496;p17"/>
          <p:cNvSpPr txBox="1">
            <a:spLocks noGrp="1"/>
          </p:cNvSpPr>
          <p:nvPr>
            <p:ph type="subTitle" idx="1"/>
          </p:nvPr>
        </p:nvSpPr>
        <p:spPr>
          <a:xfrm>
            <a:off x="1057188" y="2904575"/>
            <a:ext cx="2868300" cy="1162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Anaheim"/>
              <a:buChar char="●"/>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97" name="Google Shape;497;p17"/>
          <p:cNvSpPr txBox="1">
            <a:spLocks noGrp="1"/>
          </p:cNvSpPr>
          <p:nvPr>
            <p:ph type="title"/>
          </p:nvPr>
        </p:nvSpPr>
        <p:spPr>
          <a:xfrm>
            <a:off x="1057188" y="1509725"/>
            <a:ext cx="2868300" cy="1249500"/>
          </a:xfrm>
          <a:prstGeom prst="rect">
            <a:avLst/>
          </a:prstGeom>
        </p:spPr>
        <p:txBody>
          <a:bodyPr spcFirstLastPara="1" wrap="square" lIns="91425" tIns="91425" rIns="91425" bIns="91425" anchor="t" anchorCtr="0">
            <a:noAutofit/>
          </a:bodyPr>
          <a:lstStyle>
            <a:lvl1pPr lvl="0" algn="l" rtl="0">
              <a:lnSpc>
                <a:spcPct val="90000"/>
              </a:lnSpc>
              <a:spcBef>
                <a:spcPts val="0"/>
              </a:spcBef>
              <a:spcAft>
                <a:spcPts val="0"/>
              </a:spcAft>
              <a:buSzPts val="4600"/>
              <a:buNone/>
              <a:defRPr/>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grpSp>
        <p:nvGrpSpPr>
          <p:cNvPr id="498" name="Google Shape;498;p17"/>
          <p:cNvGrpSpPr/>
          <p:nvPr/>
        </p:nvGrpSpPr>
        <p:grpSpPr>
          <a:xfrm>
            <a:off x="8262310" y="191073"/>
            <a:ext cx="336918" cy="317407"/>
            <a:chOff x="3522327" y="1976386"/>
            <a:chExt cx="510715" cy="481139"/>
          </a:xfrm>
        </p:grpSpPr>
        <p:sp>
          <p:nvSpPr>
            <p:cNvPr id="499" name="Google Shape;499;p17"/>
            <p:cNvSpPr/>
            <p:nvPr/>
          </p:nvSpPr>
          <p:spPr>
            <a:xfrm>
              <a:off x="3525644" y="1976386"/>
              <a:ext cx="504136" cy="481139"/>
            </a:xfrm>
            <a:custGeom>
              <a:avLst/>
              <a:gdLst/>
              <a:ahLst/>
              <a:cxnLst/>
              <a:rect l="l" t="t" r="r" b="b"/>
              <a:pathLst>
                <a:path w="35710" h="34081" extrusionOk="0">
                  <a:moveTo>
                    <a:pt x="11756" y="1414"/>
                  </a:moveTo>
                  <a:cubicBezTo>
                    <a:pt x="14265" y="1414"/>
                    <a:pt x="16670" y="2417"/>
                    <a:pt x="18438" y="4205"/>
                  </a:cubicBezTo>
                  <a:lnTo>
                    <a:pt x="30695" y="16539"/>
                  </a:lnTo>
                  <a:cubicBezTo>
                    <a:pt x="34377" y="20245"/>
                    <a:pt x="34358" y="26236"/>
                    <a:pt x="30652" y="29919"/>
                  </a:cubicBezTo>
                  <a:cubicBezTo>
                    <a:pt x="28891" y="31680"/>
                    <a:pt x="26502" y="32668"/>
                    <a:pt x="24014" y="32668"/>
                  </a:cubicBezTo>
                  <a:cubicBezTo>
                    <a:pt x="24005" y="32668"/>
                    <a:pt x="23995" y="32668"/>
                    <a:pt x="23985" y="32668"/>
                  </a:cubicBezTo>
                  <a:lnTo>
                    <a:pt x="23954" y="32668"/>
                  </a:lnTo>
                  <a:cubicBezTo>
                    <a:pt x="21441" y="32668"/>
                    <a:pt x="19036" y="31664"/>
                    <a:pt x="17272" y="29876"/>
                  </a:cubicBezTo>
                  <a:lnTo>
                    <a:pt x="5015" y="17543"/>
                  </a:lnTo>
                  <a:cubicBezTo>
                    <a:pt x="2321" y="14833"/>
                    <a:pt x="1522" y="10768"/>
                    <a:pt x="2989" y="7239"/>
                  </a:cubicBezTo>
                  <a:cubicBezTo>
                    <a:pt x="4456" y="3711"/>
                    <a:pt x="7903" y="1414"/>
                    <a:pt x="11725" y="1414"/>
                  </a:cubicBezTo>
                  <a:close/>
                  <a:moveTo>
                    <a:pt x="11725" y="1"/>
                  </a:moveTo>
                  <a:cubicBezTo>
                    <a:pt x="7335" y="1"/>
                    <a:pt x="3375" y="2645"/>
                    <a:pt x="1688" y="6699"/>
                  </a:cubicBezTo>
                  <a:cubicBezTo>
                    <a:pt x="1" y="10752"/>
                    <a:pt x="919" y="15423"/>
                    <a:pt x="4016" y="18539"/>
                  </a:cubicBezTo>
                  <a:lnTo>
                    <a:pt x="16272" y="30872"/>
                  </a:lnTo>
                  <a:cubicBezTo>
                    <a:pt x="18299" y="32926"/>
                    <a:pt x="21063" y="34080"/>
                    <a:pt x="23951" y="34080"/>
                  </a:cubicBezTo>
                  <a:lnTo>
                    <a:pt x="23985" y="34080"/>
                  </a:lnTo>
                  <a:cubicBezTo>
                    <a:pt x="28375" y="34080"/>
                    <a:pt x="32335" y="31440"/>
                    <a:pt x="34022" y="27387"/>
                  </a:cubicBezTo>
                  <a:cubicBezTo>
                    <a:pt x="35709" y="23329"/>
                    <a:pt x="34790" y="18658"/>
                    <a:pt x="31694" y="15547"/>
                  </a:cubicBezTo>
                  <a:lnTo>
                    <a:pt x="19438" y="3209"/>
                  </a:lnTo>
                  <a:cubicBezTo>
                    <a:pt x="17411" y="1159"/>
                    <a:pt x="14643" y="1"/>
                    <a:pt x="117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7"/>
            <p:cNvSpPr/>
            <p:nvPr/>
          </p:nvSpPr>
          <p:spPr>
            <a:xfrm>
              <a:off x="3669742" y="2113396"/>
              <a:ext cx="215941" cy="207146"/>
            </a:xfrm>
            <a:custGeom>
              <a:avLst/>
              <a:gdLst/>
              <a:ahLst/>
              <a:cxnLst/>
              <a:rect l="l" t="t" r="r" b="b"/>
              <a:pathLst>
                <a:path w="15296" h="14673" extrusionOk="0">
                  <a:moveTo>
                    <a:pt x="7661" y="0"/>
                  </a:moveTo>
                  <a:cubicBezTo>
                    <a:pt x="6856" y="0"/>
                    <a:pt x="6051" y="306"/>
                    <a:pt x="5436" y="920"/>
                  </a:cubicBezTo>
                  <a:lnTo>
                    <a:pt x="1240" y="5085"/>
                  </a:lnTo>
                  <a:cubicBezTo>
                    <a:pt x="4" y="6313"/>
                    <a:pt x="1" y="8312"/>
                    <a:pt x="1228" y="9548"/>
                  </a:cubicBezTo>
                  <a:lnTo>
                    <a:pt x="5394" y="13740"/>
                  </a:lnTo>
                  <a:cubicBezTo>
                    <a:pt x="6012" y="14362"/>
                    <a:pt x="6822" y="14673"/>
                    <a:pt x="7633" y="14673"/>
                  </a:cubicBezTo>
                  <a:cubicBezTo>
                    <a:pt x="8437" y="14673"/>
                    <a:pt x="9241" y="14367"/>
                    <a:pt x="9856" y="13756"/>
                  </a:cubicBezTo>
                  <a:lnTo>
                    <a:pt x="14052" y="9590"/>
                  </a:lnTo>
                  <a:cubicBezTo>
                    <a:pt x="15288" y="8359"/>
                    <a:pt x="15295" y="6363"/>
                    <a:pt x="14064" y="5124"/>
                  </a:cubicBezTo>
                  <a:lnTo>
                    <a:pt x="9899" y="931"/>
                  </a:lnTo>
                  <a:cubicBezTo>
                    <a:pt x="9282" y="311"/>
                    <a:pt x="8472" y="0"/>
                    <a:pt x="7661"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7"/>
            <p:cNvSpPr/>
            <p:nvPr/>
          </p:nvSpPr>
          <p:spPr>
            <a:xfrm>
              <a:off x="3710838" y="2207701"/>
              <a:ext cx="35986" cy="26922"/>
            </a:xfrm>
            <a:custGeom>
              <a:avLst/>
              <a:gdLst/>
              <a:ahLst/>
              <a:cxnLst/>
              <a:rect l="l" t="t" r="r" b="b"/>
              <a:pathLst>
                <a:path w="2549" h="1907" extrusionOk="0">
                  <a:moveTo>
                    <a:pt x="1276" y="0"/>
                  </a:moveTo>
                  <a:cubicBezTo>
                    <a:pt x="1032" y="0"/>
                    <a:pt x="788" y="94"/>
                    <a:pt x="603" y="281"/>
                  </a:cubicBezTo>
                  <a:cubicBezTo>
                    <a:pt x="0" y="880"/>
                    <a:pt x="429" y="1906"/>
                    <a:pt x="1274" y="1906"/>
                  </a:cubicBezTo>
                  <a:cubicBezTo>
                    <a:pt x="2124" y="1906"/>
                    <a:pt x="2548" y="880"/>
                    <a:pt x="1950" y="281"/>
                  </a:cubicBezTo>
                  <a:cubicBezTo>
                    <a:pt x="1764" y="94"/>
                    <a:pt x="1520" y="0"/>
                    <a:pt x="12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7"/>
            <p:cNvSpPr/>
            <p:nvPr/>
          </p:nvSpPr>
          <p:spPr>
            <a:xfrm>
              <a:off x="3763920" y="2154676"/>
              <a:ext cx="35986" cy="26922"/>
            </a:xfrm>
            <a:custGeom>
              <a:avLst/>
              <a:gdLst/>
              <a:ahLst/>
              <a:cxnLst/>
              <a:rect l="l" t="t" r="r" b="b"/>
              <a:pathLst>
                <a:path w="2549" h="1907" extrusionOk="0">
                  <a:moveTo>
                    <a:pt x="1272" y="0"/>
                  </a:moveTo>
                  <a:cubicBezTo>
                    <a:pt x="1028" y="0"/>
                    <a:pt x="784" y="94"/>
                    <a:pt x="599" y="281"/>
                  </a:cubicBezTo>
                  <a:cubicBezTo>
                    <a:pt x="0" y="879"/>
                    <a:pt x="425" y="1906"/>
                    <a:pt x="1274" y="1906"/>
                  </a:cubicBezTo>
                  <a:cubicBezTo>
                    <a:pt x="2120" y="1906"/>
                    <a:pt x="2548" y="879"/>
                    <a:pt x="1946" y="281"/>
                  </a:cubicBezTo>
                  <a:cubicBezTo>
                    <a:pt x="1761" y="94"/>
                    <a:pt x="1516" y="0"/>
                    <a:pt x="12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7"/>
            <p:cNvSpPr/>
            <p:nvPr/>
          </p:nvSpPr>
          <p:spPr>
            <a:xfrm>
              <a:off x="3760051" y="2252369"/>
              <a:ext cx="26880" cy="26894"/>
            </a:xfrm>
            <a:custGeom>
              <a:avLst/>
              <a:gdLst/>
              <a:ahLst/>
              <a:cxnLst/>
              <a:rect l="l" t="t" r="r" b="b"/>
              <a:pathLst>
                <a:path w="1904" h="1905" extrusionOk="0">
                  <a:moveTo>
                    <a:pt x="954" y="1"/>
                  </a:moveTo>
                  <a:cubicBezTo>
                    <a:pt x="425" y="1"/>
                    <a:pt x="0" y="426"/>
                    <a:pt x="0" y="954"/>
                  </a:cubicBezTo>
                  <a:cubicBezTo>
                    <a:pt x="0" y="1479"/>
                    <a:pt x="425" y="1904"/>
                    <a:pt x="954" y="1904"/>
                  </a:cubicBezTo>
                  <a:cubicBezTo>
                    <a:pt x="1479" y="1904"/>
                    <a:pt x="1903" y="1479"/>
                    <a:pt x="1903" y="954"/>
                  </a:cubicBezTo>
                  <a:cubicBezTo>
                    <a:pt x="1903" y="426"/>
                    <a:pt x="1479" y="1"/>
                    <a:pt x="9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7"/>
            <p:cNvSpPr/>
            <p:nvPr/>
          </p:nvSpPr>
          <p:spPr>
            <a:xfrm>
              <a:off x="3808545" y="2199301"/>
              <a:ext cx="35986" cy="26922"/>
            </a:xfrm>
            <a:custGeom>
              <a:avLst/>
              <a:gdLst/>
              <a:ahLst/>
              <a:cxnLst/>
              <a:rect l="l" t="t" r="r" b="b"/>
              <a:pathLst>
                <a:path w="2549" h="1907" extrusionOk="0">
                  <a:moveTo>
                    <a:pt x="1274" y="1"/>
                  </a:moveTo>
                  <a:cubicBezTo>
                    <a:pt x="1031" y="1"/>
                    <a:pt x="787" y="94"/>
                    <a:pt x="599" y="282"/>
                  </a:cubicBezTo>
                  <a:cubicBezTo>
                    <a:pt x="1" y="880"/>
                    <a:pt x="426" y="1907"/>
                    <a:pt x="1275" y="1907"/>
                  </a:cubicBezTo>
                  <a:cubicBezTo>
                    <a:pt x="2124" y="1907"/>
                    <a:pt x="2549" y="880"/>
                    <a:pt x="1947" y="282"/>
                  </a:cubicBezTo>
                  <a:cubicBezTo>
                    <a:pt x="1761" y="94"/>
                    <a:pt x="1518" y="1"/>
                    <a:pt x="12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7"/>
            <p:cNvSpPr/>
            <p:nvPr/>
          </p:nvSpPr>
          <p:spPr>
            <a:xfrm>
              <a:off x="3761844" y="1977191"/>
              <a:ext cx="271197" cy="256826"/>
            </a:xfrm>
            <a:custGeom>
              <a:avLst/>
              <a:gdLst/>
              <a:ahLst/>
              <a:cxnLst/>
              <a:rect l="l" t="t" r="r" b="b"/>
              <a:pathLst>
                <a:path w="19210" h="18192" extrusionOk="0">
                  <a:moveTo>
                    <a:pt x="7289" y="1407"/>
                  </a:moveTo>
                  <a:cubicBezTo>
                    <a:pt x="9737" y="1407"/>
                    <a:pt x="12173" y="2347"/>
                    <a:pt x="13998" y="4186"/>
                  </a:cubicBezTo>
                  <a:cubicBezTo>
                    <a:pt x="17102" y="7310"/>
                    <a:pt x="17604" y="12181"/>
                    <a:pt x="15307" y="15856"/>
                  </a:cubicBezTo>
                  <a:cubicBezTo>
                    <a:pt x="15191" y="15725"/>
                    <a:pt x="15079" y="15606"/>
                    <a:pt x="14960" y="15486"/>
                  </a:cubicBezTo>
                  <a:lnTo>
                    <a:pt x="2703" y="3152"/>
                  </a:lnTo>
                  <a:cubicBezTo>
                    <a:pt x="2587" y="3036"/>
                    <a:pt x="2467" y="2920"/>
                    <a:pt x="2336" y="2804"/>
                  </a:cubicBezTo>
                  <a:cubicBezTo>
                    <a:pt x="3856" y="1868"/>
                    <a:pt x="5576" y="1407"/>
                    <a:pt x="7289" y="1407"/>
                  </a:cubicBezTo>
                  <a:close/>
                  <a:moveTo>
                    <a:pt x="7290" y="0"/>
                  </a:moveTo>
                  <a:cubicBezTo>
                    <a:pt x="4991" y="0"/>
                    <a:pt x="2683" y="722"/>
                    <a:pt x="742" y="2191"/>
                  </a:cubicBezTo>
                  <a:lnTo>
                    <a:pt x="1" y="2750"/>
                  </a:lnTo>
                  <a:lnTo>
                    <a:pt x="738" y="3314"/>
                  </a:lnTo>
                  <a:cubicBezTo>
                    <a:pt x="1078" y="3569"/>
                    <a:pt x="1402" y="3851"/>
                    <a:pt x="1703" y="4152"/>
                  </a:cubicBezTo>
                  <a:lnTo>
                    <a:pt x="13964" y="16482"/>
                  </a:lnTo>
                  <a:cubicBezTo>
                    <a:pt x="14261" y="16787"/>
                    <a:pt x="14539" y="17111"/>
                    <a:pt x="14794" y="17455"/>
                  </a:cubicBezTo>
                  <a:lnTo>
                    <a:pt x="15350" y="18192"/>
                  </a:lnTo>
                  <a:lnTo>
                    <a:pt x="15913" y="17462"/>
                  </a:lnTo>
                  <a:cubicBezTo>
                    <a:pt x="19210" y="13166"/>
                    <a:pt x="18816" y="7032"/>
                    <a:pt x="15002" y="3194"/>
                  </a:cubicBezTo>
                  <a:cubicBezTo>
                    <a:pt x="12903" y="1081"/>
                    <a:pt x="10103" y="0"/>
                    <a:pt x="72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7"/>
            <p:cNvSpPr/>
            <p:nvPr/>
          </p:nvSpPr>
          <p:spPr>
            <a:xfrm>
              <a:off x="3522327" y="2199894"/>
              <a:ext cx="271141" cy="256924"/>
            </a:xfrm>
            <a:custGeom>
              <a:avLst/>
              <a:gdLst/>
              <a:ahLst/>
              <a:cxnLst/>
              <a:rect l="l" t="t" r="r" b="b"/>
              <a:pathLst>
                <a:path w="19206" h="18199" extrusionOk="0">
                  <a:moveTo>
                    <a:pt x="3903" y="2336"/>
                  </a:moveTo>
                  <a:cubicBezTo>
                    <a:pt x="4019" y="2467"/>
                    <a:pt x="4131" y="2591"/>
                    <a:pt x="4251" y="2707"/>
                  </a:cubicBezTo>
                  <a:lnTo>
                    <a:pt x="16507" y="15044"/>
                  </a:lnTo>
                  <a:cubicBezTo>
                    <a:pt x="16623" y="15160"/>
                    <a:pt x="16743" y="15272"/>
                    <a:pt x="16870" y="15392"/>
                  </a:cubicBezTo>
                  <a:cubicBezTo>
                    <a:pt x="15353" y="16326"/>
                    <a:pt x="13635" y="16786"/>
                    <a:pt x="11923" y="16786"/>
                  </a:cubicBezTo>
                  <a:cubicBezTo>
                    <a:pt x="9475" y="16786"/>
                    <a:pt x="7038" y="15846"/>
                    <a:pt x="5212" y="14006"/>
                  </a:cubicBezTo>
                  <a:cubicBezTo>
                    <a:pt x="2104" y="10883"/>
                    <a:pt x="1606" y="6011"/>
                    <a:pt x="3903" y="2340"/>
                  </a:cubicBezTo>
                  <a:lnTo>
                    <a:pt x="3903" y="2336"/>
                  </a:lnTo>
                  <a:close/>
                  <a:moveTo>
                    <a:pt x="3861" y="0"/>
                  </a:moveTo>
                  <a:lnTo>
                    <a:pt x="3297" y="738"/>
                  </a:lnTo>
                  <a:cubicBezTo>
                    <a:pt x="0" y="5030"/>
                    <a:pt x="394" y="11165"/>
                    <a:pt x="4208" y="15006"/>
                  </a:cubicBezTo>
                  <a:cubicBezTo>
                    <a:pt x="6247" y="17052"/>
                    <a:pt x="9020" y="18198"/>
                    <a:pt x="11907" y="18198"/>
                  </a:cubicBezTo>
                  <a:cubicBezTo>
                    <a:pt x="11911" y="18198"/>
                    <a:pt x="11916" y="18198"/>
                    <a:pt x="11921" y="18198"/>
                  </a:cubicBezTo>
                  <a:cubicBezTo>
                    <a:pt x="14284" y="18198"/>
                    <a:pt x="16584" y="17430"/>
                    <a:pt x="18468" y="16006"/>
                  </a:cubicBezTo>
                  <a:lnTo>
                    <a:pt x="19206" y="15446"/>
                  </a:lnTo>
                  <a:lnTo>
                    <a:pt x="18472" y="14882"/>
                  </a:lnTo>
                  <a:cubicBezTo>
                    <a:pt x="18132" y="14624"/>
                    <a:pt x="17808" y="14346"/>
                    <a:pt x="17507" y="14044"/>
                  </a:cubicBezTo>
                  <a:lnTo>
                    <a:pt x="5250" y="1711"/>
                  </a:lnTo>
                  <a:cubicBezTo>
                    <a:pt x="4953" y="1406"/>
                    <a:pt x="4675" y="1081"/>
                    <a:pt x="4420" y="742"/>
                  </a:cubicBezTo>
                  <a:lnTo>
                    <a:pt x="38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 name="Google Shape;507;p17"/>
          <p:cNvGrpSpPr/>
          <p:nvPr/>
        </p:nvGrpSpPr>
        <p:grpSpPr>
          <a:xfrm rot="-592841">
            <a:off x="7856638" y="1002426"/>
            <a:ext cx="180162" cy="417516"/>
            <a:chOff x="3789373" y="1135858"/>
            <a:chExt cx="273103" cy="632902"/>
          </a:xfrm>
        </p:grpSpPr>
        <p:sp>
          <p:nvSpPr>
            <p:cNvPr id="508" name="Google Shape;508;p17"/>
            <p:cNvSpPr/>
            <p:nvPr/>
          </p:nvSpPr>
          <p:spPr>
            <a:xfrm>
              <a:off x="3864846" y="1452274"/>
              <a:ext cx="187664" cy="302157"/>
            </a:xfrm>
            <a:custGeom>
              <a:avLst/>
              <a:gdLst/>
              <a:ahLst/>
              <a:cxnLst/>
              <a:rect l="l" t="t" r="r" b="b"/>
              <a:pathLst>
                <a:path w="13293" h="21403" extrusionOk="0">
                  <a:moveTo>
                    <a:pt x="5" y="0"/>
                  </a:moveTo>
                  <a:lnTo>
                    <a:pt x="5" y="12740"/>
                  </a:lnTo>
                  <a:cubicBezTo>
                    <a:pt x="1" y="16797"/>
                    <a:pt x="2726" y="20349"/>
                    <a:pt x="6644" y="21402"/>
                  </a:cubicBezTo>
                  <a:cubicBezTo>
                    <a:pt x="10563" y="20352"/>
                    <a:pt x="13292" y="16797"/>
                    <a:pt x="13288" y="12740"/>
                  </a:cubicBezTo>
                  <a:lnTo>
                    <a:pt x="13288"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7"/>
            <p:cNvSpPr/>
            <p:nvPr/>
          </p:nvSpPr>
          <p:spPr>
            <a:xfrm>
              <a:off x="3789373" y="1135858"/>
              <a:ext cx="273047" cy="326397"/>
            </a:xfrm>
            <a:custGeom>
              <a:avLst/>
              <a:gdLst/>
              <a:ahLst/>
              <a:cxnLst/>
              <a:rect l="l" t="t" r="r" b="b"/>
              <a:pathLst>
                <a:path w="19341" h="23120" extrusionOk="0">
                  <a:moveTo>
                    <a:pt x="9721" y="1413"/>
                  </a:moveTo>
                  <a:cubicBezTo>
                    <a:pt x="14249" y="1413"/>
                    <a:pt x="17928" y="5096"/>
                    <a:pt x="17928" y="9620"/>
                  </a:cubicBezTo>
                  <a:lnTo>
                    <a:pt x="17928" y="21707"/>
                  </a:lnTo>
                  <a:lnTo>
                    <a:pt x="1409" y="21707"/>
                  </a:lnTo>
                  <a:lnTo>
                    <a:pt x="1409" y="9620"/>
                  </a:lnTo>
                  <a:cubicBezTo>
                    <a:pt x="1409" y="5096"/>
                    <a:pt x="5092" y="1413"/>
                    <a:pt x="9620" y="1413"/>
                  </a:cubicBezTo>
                  <a:close/>
                  <a:moveTo>
                    <a:pt x="9620" y="0"/>
                  </a:moveTo>
                  <a:cubicBezTo>
                    <a:pt x="4316" y="0"/>
                    <a:pt x="0" y="4316"/>
                    <a:pt x="0" y="9620"/>
                  </a:cubicBezTo>
                  <a:lnTo>
                    <a:pt x="0" y="23120"/>
                  </a:lnTo>
                  <a:lnTo>
                    <a:pt x="19341" y="23120"/>
                  </a:lnTo>
                  <a:lnTo>
                    <a:pt x="19341" y="9620"/>
                  </a:lnTo>
                  <a:cubicBezTo>
                    <a:pt x="19341" y="4316"/>
                    <a:pt x="15025" y="0"/>
                    <a:pt x="9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7"/>
            <p:cNvSpPr/>
            <p:nvPr/>
          </p:nvSpPr>
          <p:spPr>
            <a:xfrm>
              <a:off x="3789373" y="1442307"/>
              <a:ext cx="273103" cy="326453"/>
            </a:xfrm>
            <a:custGeom>
              <a:avLst/>
              <a:gdLst/>
              <a:ahLst/>
              <a:cxnLst/>
              <a:rect l="l" t="t" r="r" b="b"/>
              <a:pathLst>
                <a:path w="19345" h="23124" extrusionOk="0">
                  <a:moveTo>
                    <a:pt x="17928" y="1413"/>
                  </a:moveTo>
                  <a:lnTo>
                    <a:pt x="17928" y="13446"/>
                  </a:lnTo>
                  <a:cubicBezTo>
                    <a:pt x="17932" y="18006"/>
                    <a:pt x="14233" y="21707"/>
                    <a:pt x="9674" y="21707"/>
                  </a:cubicBezTo>
                  <a:cubicBezTo>
                    <a:pt x="9671" y="21707"/>
                    <a:pt x="9669" y="21707"/>
                    <a:pt x="9667" y="21707"/>
                  </a:cubicBezTo>
                  <a:cubicBezTo>
                    <a:pt x="5115" y="21707"/>
                    <a:pt x="1413" y="18001"/>
                    <a:pt x="1413" y="13446"/>
                  </a:cubicBezTo>
                  <a:lnTo>
                    <a:pt x="1413" y="1413"/>
                  </a:lnTo>
                  <a:close/>
                  <a:moveTo>
                    <a:pt x="0" y="0"/>
                  </a:moveTo>
                  <a:lnTo>
                    <a:pt x="0" y="13446"/>
                  </a:lnTo>
                  <a:cubicBezTo>
                    <a:pt x="0" y="18781"/>
                    <a:pt x="4335" y="23124"/>
                    <a:pt x="9667" y="23124"/>
                  </a:cubicBezTo>
                  <a:cubicBezTo>
                    <a:pt x="15013" y="23124"/>
                    <a:pt x="19345" y="18789"/>
                    <a:pt x="19341" y="13446"/>
                  </a:cubicBezTo>
                  <a:lnTo>
                    <a:pt x="193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 name="Google Shape;511;p17"/>
          <p:cNvGrpSpPr/>
          <p:nvPr/>
        </p:nvGrpSpPr>
        <p:grpSpPr>
          <a:xfrm>
            <a:off x="8430786" y="1639505"/>
            <a:ext cx="306287" cy="200898"/>
            <a:chOff x="4277246" y="2003393"/>
            <a:chExt cx="464282" cy="304529"/>
          </a:xfrm>
        </p:grpSpPr>
        <p:sp>
          <p:nvSpPr>
            <p:cNvPr id="512" name="Google Shape;512;p17"/>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7"/>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7"/>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 name="Google Shape;515;p17"/>
          <p:cNvGrpSpPr/>
          <p:nvPr/>
        </p:nvGrpSpPr>
        <p:grpSpPr>
          <a:xfrm rot="1332121">
            <a:off x="7944922" y="3533430"/>
            <a:ext cx="261900" cy="396890"/>
            <a:chOff x="3250805" y="3533264"/>
            <a:chExt cx="352189" cy="533783"/>
          </a:xfrm>
        </p:grpSpPr>
        <p:sp>
          <p:nvSpPr>
            <p:cNvPr id="516" name="Google Shape;516;p17"/>
            <p:cNvSpPr/>
            <p:nvPr/>
          </p:nvSpPr>
          <p:spPr>
            <a:xfrm>
              <a:off x="3343515" y="3654420"/>
              <a:ext cx="222421" cy="399878"/>
            </a:xfrm>
            <a:custGeom>
              <a:avLst/>
              <a:gdLst/>
              <a:ahLst/>
              <a:cxnLst/>
              <a:rect l="l" t="t" r="r" b="b"/>
              <a:pathLst>
                <a:path w="15755" h="28325" extrusionOk="0">
                  <a:moveTo>
                    <a:pt x="15751" y="0"/>
                  </a:moveTo>
                  <a:lnTo>
                    <a:pt x="0" y="4"/>
                  </a:lnTo>
                  <a:lnTo>
                    <a:pt x="0" y="18677"/>
                  </a:lnTo>
                  <a:cubicBezTo>
                    <a:pt x="0" y="23445"/>
                    <a:pt x="3386" y="27417"/>
                    <a:pt x="7879" y="28324"/>
                  </a:cubicBezTo>
                  <a:cubicBezTo>
                    <a:pt x="12462" y="27386"/>
                    <a:pt x="15755" y="23356"/>
                    <a:pt x="15751" y="18677"/>
                  </a:cubicBezTo>
                  <a:lnTo>
                    <a:pt x="1575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7"/>
            <p:cNvSpPr/>
            <p:nvPr/>
          </p:nvSpPr>
          <p:spPr>
            <a:xfrm>
              <a:off x="3454690" y="3724839"/>
              <a:ext cx="113039" cy="19948"/>
            </a:xfrm>
            <a:custGeom>
              <a:avLst/>
              <a:gdLst/>
              <a:ahLst/>
              <a:cxnLst/>
              <a:rect l="l" t="t" r="r" b="b"/>
              <a:pathLst>
                <a:path w="8007" h="1413" extrusionOk="0">
                  <a:moveTo>
                    <a:pt x="0" y="0"/>
                  </a:moveTo>
                  <a:lnTo>
                    <a:pt x="0" y="1413"/>
                  </a:lnTo>
                  <a:lnTo>
                    <a:pt x="8007" y="1413"/>
                  </a:lnTo>
                  <a:lnTo>
                    <a:pt x="80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7"/>
            <p:cNvSpPr/>
            <p:nvPr/>
          </p:nvSpPr>
          <p:spPr>
            <a:xfrm>
              <a:off x="3454690" y="3813609"/>
              <a:ext cx="113039" cy="19906"/>
            </a:xfrm>
            <a:custGeom>
              <a:avLst/>
              <a:gdLst/>
              <a:ahLst/>
              <a:cxnLst/>
              <a:rect l="l" t="t" r="r" b="b"/>
              <a:pathLst>
                <a:path w="8007" h="1410" extrusionOk="0">
                  <a:moveTo>
                    <a:pt x="0" y="1"/>
                  </a:moveTo>
                  <a:lnTo>
                    <a:pt x="0" y="1410"/>
                  </a:lnTo>
                  <a:lnTo>
                    <a:pt x="8007" y="1410"/>
                  </a:lnTo>
                  <a:lnTo>
                    <a:pt x="80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7"/>
            <p:cNvSpPr/>
            <p:nvPr/>
          </p:nvSpPr>
          <p:spPr>
            <a:xfrm>
              <a:off x="3454690" y="3902338"/>
              <a:ext cx="111189" cy="19962"/>
            </a:xfrm>
            <a:custGeom>
              <a:avLst/>
              <a:gdLst/>
              <a:ahLst/>
              <a:cxnLst/>
              <a:rect l="l" t="t" r="r" b="b"/>
              <a:pathLst>
                <a:path w="7876" h="1414" extrusionOk="0">
                  <a:moveTo>
                    <a:pt x="0" y="0"/>
                  </a:moveTo>
                  <a:lnTo>
                    <a:pt x="0" y="1413"/>
                  </a:lnTo>
                  <a:lnTo>
                    <a:pt x="7876" y="1413"/>
                  </a:lnTo>
                  <a:lnTo>
                    <a:pt x="78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7"/>
            <p:cNvSpPr/>
            <p:nvPr/>
          </p:nvSpPr>
          <p:spPr>
            <a:xfrm>
              <a:off x="3277953" y="3533264"/>
              <a:ext cx="297907" cy="533783"/>
            </a:xfrm>
            <a:custGeom>
              <a:avLst/>
              <a:gdLst/>
              <a:ahLst/>
              <a:cxnLst/>
              <a:rect l="l" t="t" r="r" b="b"/>
              <a:pathLst>
                <a:path w="21102" h="37810" extrusionOk="0">
                  <a:moveTo>
                    <a:pt x="19688" y="1414"/>
                  </a:moveTo>
                  <a:lnTo>
                    <a:pt x="19688" y="27259"/>
                  </a:lnTo>
                  <a:cubicBezTo>
                    <a:pt x="19688" y="31587"/>
                    <a:pt x="16619" y="35350"/>
                    <a:pt x="12381" y="36211"/>
                  </a:cubicBezTo>
                  <a:cubicBezTo>
                    <a:pt x="11778" y="36335"/>
                    <a:pt x="11164" y="36397"/>
                    <a:pt x="10551" y="36397"/>
                  </a:cubicBezTo>
                  <a:cubicBezTo>
                    <a:pt x="5513" y="36397"/>
                    <a:pt x="1413" y="32297"/>
                    <a:pt x="1413" y="27259"/>
                  </a:cubicBezTo>
                  <a:lnTo>
                    <a:pt x="1413" y="1414"/>
                  </a:lnTo>
                  <a:close/>
                  <a:moveTo>
                    <a:pt x="0" y="1"/>
                  </a:moveTo>
                  <a:lnTo>
                    <a:pt x="0" y="27259"/>
                  </a:lnTo>
                  <a:cubicBezTo>
                    <a:pt x="0" y="33077"/>
                    <a:pt x="4733" y="37810"/>
                    <a:pt x="10551" y="37810"/>
                  </a:cubicBezTo>
                  <a:cubicBezTo>
                    <a:pt x="11261" y="37810"/>
                    <a:pt x="11971" y="37740"/>
                    <a:pt x="12666" y="37593"/>
                  </a:cubicBezTo>
                  <a:cubicBezTo>
                    <a:pt x="17553" y="36601"/>
                    <a:pt x="21101" y="32254"/>
                    <a:pt x="21101" y="27259"/>
                  </a:cubicBezTo>
                  <a:lnTo>
                    <a:pt x="211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7"/>
            <p:cNvSpPr/>
            <p:nvPr/>
          </p:nvSpPr>
          <p:spPr>
            <a:xfrm>
              <a:off x="3250805" y="3533264"/>
              <a:ext cx="352189" cy="19962"/>
            </a:xfrm>
            <a:custGeom>
              <a:avLst/>
              <a:gdLst/>
              <a:ahLst/>
              <a:cxnLst/>
              <a:rect l="l" t="t" r="r" b="b"/>
              <a:pathLst>
                <a:path w="24947" h="1414" extrusionOk="0">
                  <a:moveTo>
                    <a:pt x="1" y="1"/>
                  </a:moveTo>
                  <a:lnTo>
                    <a:pt x="1" y="1414"/>
                  </a:lnTo>
                  <a:lnTo>
                    <a:pt x="24947" y="1414"/>
                  </a:lnTo>
                  <a:lnTo>
                    <a:pt x="2494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 name="Google Shape;522;p17"/>
          <p:cNvGrpSpPr/>
          <p:nvPr/>
        </p:nvGrpSpPr>
        <p:grpSpPr>
          <a:xfrm rot="-327346">
            <a:off x="8409193" y="4374076"/>
            <a:ext cx="349471" cy="469014"/>
            <a:chOff x="4106283" y="2500625"/>
            <a:chExt cx="522432" cy="701244"/>
          </a:xfrm>
        </p:grpSpPr>
        <p:sp>
          <p:nvSpPr>
            <p:cNvPr id="523" name="Google Shape;523;p17"/>
            <p:cNvSpPr/>
            <p:nvPr/>
          </p:nvSpPr>
          <p:spPr>
            <a:xfrm>
              <a:off x="4258653" y="2963863"/>
              <a:ext cx="108309" cy="91030"/>
            </a:xfrm>
            <a:custGeom>
              <a:avLst/>
              <a:gdLst/>
              <a:ahLst/>
              <a:cxnLst/>
              <a:rect l="l" t="t" r="r" b="b"/>
              <a:pathLst>
                <a:path w="7672" h="6448" extrusionOk="0">
                  <a:moveTo>
                    <a:pt x="6039" y="1413"/>
                  </a:moveTo>
                  <a:lnTo>
                    <a:pt x="5514" y="5034"/>
                  </a:lnTo>
                  <a:lnTo>
                    <a:pt x="2159" y="5034"/>
                  </a:lnTo>
                  <a:lnTo>
                    <a:pt x="1634" y="1413"/>
                  </a:lnTo>
                  <a:close/>
                  <a:moveTo>
                    <a:pt x="1" y="0"/>
                  </a:moveTo>
                  <a:lnTo>
                    <a:pt x="939" y="6447"/>
                  </a:lnTo>
                  <a:lnTo>
                    <a:pt x="6737" y="6447"/>
                  </a:lnTo>
                  <a:lnTo>
                    <a:pt x="76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7"/>
            <p:cNvSpPr/>
            <p:nvPr/>
          </p:nvSpPr>
          <p:spPr>
            <a:xfrm>
              <a:off x="4106283" y="2500625"/>
              <a:ext cx="413106" cy="483200"/>
            </a:xfrm>
            <a:custGeom>
              <a:avLst/>
              <a:gdLst/>
              <a:ahLst/>
              <a:cxnLst/>
              <a:rect l="l" t="t" r="r" b="b"/>
              <a:pathLst>
                <a:path w="29262" h="34227" extrusionOk="0">
                  <a:moveTo>
                    <a:pt x="24672" y="1409"/>
                  </a:moveTo>
                  <a:cubicBezTo>
                    <a:pt x="26425" y="1413"/>
                    <a:pt x="27845" y="2834"/>
                    <a:pt x="27849" y="4586"/>
                  </a:cubicBezTo>
                  <a:lnTo>
                    <a:pt x="27849" y="24494"/>
                  </a:lnTo>
                  <a:cubicBezTo>
                    <a:pt x="27849" y="29080"/>
                    <a:pt x="24116" y="32813"/>
                    <a:pt x="19530" y="32813"/>
                  </a:cubicBezTo>
                  <a:lnTo>
                    <a:pt x="9732" y="32813"/>
                  </a:lnTo>
                  <a:cubicBezTo>
                    <a:pt x="5146" y="32813"/>
                    <a:pt x="1413" y="29080"/>
                    <a:pt x="1413" y="24494"/>
                  </a:cubicBezTo>
                  <a:lnTo>
                    <a:pt x="1413" y="4590"/>
                  </a:lnTo>
                  <a:cubicBezTo>
                    <a:pt x="1417" y="2834"/>
                    <a:pt x="2838" y="1413"/>
                    <a:pt x="4590" y="1413"/>
                  </a:cubicBezTo>
                  <a:lnTo>
                    <a:pt x="24672" y="1409"/>
                  </a:lnTo>
                  <a:close/>
                  <a:moveTo>
                    <a:pt x="4590" y="0"/>
                  </a:moveTo>
                  <a:cubicBezTo>
                    <a:pt x="2058" y="0"/>
                    <a:pt x="4" y="2054"/>
                    <a:pt x="0" y="4586"/>
                  </a:cubicBezTo>
                  <a:lnTo>
                    <a:pt x="0" y="24490"/>
                  </a:lnTo>
                  <a:cubicBezTo>
                    <a:pt x="0" y="29860"/>
                    <a:pt x="4366" y="34226"/>
                    <a:pt x="9732" y="34226"/>
                  </a:cubicBezTo>
                  <a:lnTo>
                    <a:pt x="19530" y="34226"/>
                  </a:lnTo>
                  <a:cubicBezTo>
                    <a:pt x="24896" y="34226"/>
                    <a:pt x="29262" y="29860"/>
                    <a:pt x="29258" y="24490"/>
                  </a:cubicBezTo>
                  <a:lnTo>
                    <a:pt x="29258" y="4586"/>
                  </a:lnTo>
                  <a:cubicBezTo>
                    <a:pt x="29258" y="2054"/>
                    <a:pt x="27204" y="0"/>
                    <a:pt x="246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7"/>
            <p:cNvSpPr/>
            <p:nvPr/>
          </p:nvSpPr>
          <p:spPr>
            <a:xfrm>
              <a:off x="4178438" y="2642153"/>
              <a:ext cx="268854" cy="279922"/>
            </a:xfrm>
            <a:custGeom>
              <a:avLst/>
              <a:gdLst/>
              <a:ahLst/>
              <a:cxnLst/>
              <a:rect l="l" t="t" r="r" b="b"/>
              <a:pathLst>
                <a:path w="19044" h="19828" extrusionOk="0">
                  <a:moveTo>
                    <a:pt x="0" y="0"/>
                  </a:moveTo>
                  <a:lnTo>
                    <a:pt x="0" y="10806"/>
                  </a:lnTo>
                  <a:cubicBezTo>
                    <a:pt x="0" y="15786"/>
                    <a:pt x="4038" y="19827"/>
                    <a:pt x="9022" y="19827"/>
                  </a:cubicBezTo>
                  <a:lnTo>
                    <a:pt x="10018" y="19827"/>
                  </a:lnTo>
                  <a:cubicBezTo>
                    <a:pt x="15002" y="19827"/>
                    <a:pt x="19044" y="15786"/>
                    <a:pt x="19044" y="10806"/>
                  </a:cubicBezTo>
                  <a:lnTo>
                    <a:pt x="19044"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7"/>
            <p:cNvSpPr/>
            <p:nvPr/>
          </p:nvSpPr>
          <p:spPr>
            <a:xfrm>
              <a:off x="4221157" y="2571523"/>
              <a:ext cx="183302" cy="19962"/>
            </a:xfrm>
            <a:custGeom>
              <a:avLst/>
              <a:gdLst/>
              <a:ahLst/>
              <a:cxnLst/>
              <a:rect l="l" t="t" r="r" b="b"/>
              <a:pathLst>
                <a:path w="12984" h="1414" extrusionOk="0">
                  <a:moveTo>
                    <a:pt x="1" y="0"/>
                  </a:moveTo>
                  <a:lnTo>
                    <a:pt x="1" y="1413"/>
                  </a:lnTo>
                  <a:lnTo>
                    <a:pt x="12983" y="1413"/>
                  </a:lnTo>
                  <a:lnTo>
                    <a:pt x="12983"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7"/>
            <p:cNvSpPr/>
            <p:nvPr/>
          </p:nvSpPr>
          <p:spPr>
            <a:xfrm>
              <a:off x="4302855" y="2615499"/>
              <a:ext cx="325860" cy="586370"/>
            </a:xfrm>
            <a:custGeom>
              <a:avLst/>
              <a:gdLst/>
              <a:ahLst/>
              <a:cxnLst/>
              <a:rect l="l" t="t" r="r" b="b"/>
              <a:pathLst>
                <a:path w="23082" h="41535" extrusionOk="0">
                  <a:moveTo>
                    <a:pt x="21669" y="1"/>
                  </a:moveTo>
                  <a:lnTo>
                    <a:pt x="21669" y="30417"/>
                  </a:lnTo>
                  <a:cubicBezTo>
                    <a:pt x="21669" y="35767"/>
                    <a:pt x="17314" y="40122"/>
                    <a:pt x="11964" y="40122"/>
                  </a:cubicBezTo>
                  <a:lnTo>
                    <a:pt x="11119" y="40122"/>
                  </a:lnTo>
                  <a:cubicBezTo>
                    <a:pt x="5768" y="40122"/>
                    <a:pt x="1414" y="35767"/>
                    <a:pt x="1414" y="30417"/>
                  </a:cubicBezTo>
                  <a:lnTo>
                    <a:pt x="1" y="30417"/>
                  </a:lnTo>
                  <a:cubicBezTo>
                    <a:pt x="1" y="36547"/>
                    <a:pt x="4992" y="41535"/>
                    <a:pt x="11119" y="41535"/>
                  </a:cubicBezTo>
                  <a:lnTo>
                    <a:pt x="11964" y="41535"/>
                  </a:lnTo>
                  <a:cubicBezTo>
                    <a:pt x="18094" y="41535"/>
                    <a:pt x="23082" y="36547"/>
                    <a:pt x="23082" y="30417"/>
                  </a:cubicBezTo>
                  <a:lnTo>
                    <a:pt x="230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7"/>
            <p:cNvSpPr/>
            <p:nvPr/>
          </p:nvSpPr>
          <p:spPr>
            <a:xfrm>
              <a:off x="4379640" y="2665970"/>
              <a:ext cx="135288" cy="19962"/>
            </a:xfrm>
            <a:custGeom>
              <a:avLst/>
              <a:gdLst/>
              <a:ahLst/>
              <a:cxnLst/>
              <a:rect l="l" t="t" r="r" b="b"/>
              <a:pathLst>
                <a:path w="9583" h="1414" extrusionOk="0">
                  <a:moveTo>
                    <a:pt x="1" y="0"/>
                  </a:moveTo>
                  <a:lnTo>
                    <a:pt x="1" y="1413"/>
                  </a:lnTo>
                  <a:lnTo>
                    <a:pt x="9582" y="1413"/>
                  </a:lnTo>
                  <a:lnTo>
                    <a:pt x="95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7"/>
            <p:cNvSpPr/>
            <p:nvPr/>
          </p:nvSpPr>
          <p:spPr>
            <a:xfrm>
              <a:off x="4379640" y="2772133"/>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7"/>
            <p:cNvSpPr/>
            <p:nvPr/>
          </p:nvSpPr>
          <p:spPr>
            <a:xfrm>
              <a:off x="4379640" y="2878297"/>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1" name="Google Shape;531;p17"/>
          <p:cNvGrpSpPr/>
          <p:nvPr/>
        </p:nvGrpSpPr>
        <p:grpSpPr>
          <a:xfrm rot="-900125">
            <a:off x="8225165" y="2343455"/>
            <a:ext cx="274991" cy="490254"/>
            <a:chOff x="308050" y="960575"/>
            <a:chExt cx="360600" cy="642900"/>
          </a:xfrm>
        </p:grpSpPr>
        <p:sp>
          <p:nvSpPr>
            <p:cNvPr id="532" name="Google Shape;532;p17"/>
            <p:cNvSpPr/>
            <p:nvPr/>
          </p:nvSpPr>
          <p:spPr>
            <a:xfrm rot="380">
              <a:off x="397058" y="1130178"/>
              <a:ext cx="182601" cy="182601"/>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3" name="Google Shape;533;p17"/>
            <p:cNvGrpSpPr/>
            <p:nvPr/>
          </p:nvGrpSpPr>
          <p:grpSpPr>
            <a:xfrm>
              <a:off x="308050" y="960575"/>
              <a:ext cx="360600" cy="642900"/>
              <a:chOff x="839250" y="836025"/>
              <a:chExt cx="360600" cy="642900"/>
            </a:xfrm>
          </p:grpSpPr>
          <p:sp>
            <p:nvSpPr>
              <p:cNvPr id="534" name="Google Shape;534;p17"/>
              <p:cNvSpPr/>
              <p:nvPr/>
            </p:nvSpPr>
            <p:spPr>
              <a:xfrm>
                <a:off x="839250" y="836025"/>
                <a:ext cx="360600" cy="642900"/>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5" name="Google Shape;535;p17"/>
              <p:cNvCxnSpPr/>
              <p:nvPr/>
            </p:nvCxnSpPr>
            <p:spPr>
              <a:xfrm>
                <a:off x="839250" y="901900"/>
                <a:ext cx="359100" cy="0"/>
              </a:xfrm>
              <a:prstGeom prst="straightConnector1">
                <a:avLst/>
              </a:prstGeom>
              <a:noFill/>
              <a:ln w="9525" cap="flat" cmpd="sng">
                <a:solidFill>
                  <a:schemeClr val="lt1"/>
                </a:solidFill>
                <a:prstDash val="solid"/>
                <a:round/>
                <a:headEnd type="none" w="med" len="med"/>
                <a:tailEnd type="none" w="med" len="med"/>
              </a:ln>
            </p:spPr>
          </p:cxnSp>
          <p:cxnSp>
            <p:nvCxnSpPr>
              <p:cNvPr id="536" name="Google Shape;536;p17"/>
              <p:cNvCxnSpPr/>
              <p:nvPr/>
            </p:nvCxnSpPr>
            <p:spPr>
              <a:xfrm>
                <a:off x="839250" y="1377100"/>
                <a:ext cx="359100" cy="0"/>
              </a:xfrm>
              <a:prstGeom prst="straightConnector1">
                <a:avLst/>
              </a:prstGeom>
              <a:noFill/>
              <a:ln w="9525" cap="flat" cmpd="sng">
                <a:solidFill>
                  <a:schemeClr val="lt1"/>
                </a:solidFill>
                <a:prstDash val="solid"/>
                <a:round/>
                <a:headEnd type="none" w="med" len="med"/>
                <a:tailEnd type="none" w="med" len="med"/>
              </a:ln>
            </p:spPr>
          </p:cxnSp>
          <p:sp>
            <p:nvSpPr>
              <p:cNvPr id="537" name="Google Shape;537;p17"/>
              <p:cNvSpPr/>
              <p:nvPr/>
            </p:nvSpPr>
            <p:spPr>
              <a:xfrm>
                <a:off x="997950" y="1406425"/>
                <a:ext cx="43200" cy="43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8" name="Google Shape;538;p17"/>
          <p:cNvGrpSpPr/>
          <p:nvPr/>
        </p:nvGrpSpPr>
        <p:grpSpPr>
          <a:xfrm rot="1460501">
            <a:off x="214942" y="218939"/>
            <a:ext cx="210155" cy="347679"/>
            <a:chOff x="2994713" y="2224360"/>
            <a:chExt cx="333286" cy="551387"/>
          </a:xfrm>
        </p:grpSpPr>
        <p:sp>
          <p:nvSpPr>
            <p:cNvPr id="539" name="Google Shape;539;p17"/>
            <p:cNvSpPr/>
            <p:nvPr/>
          </p:nvSpPr>
          <p:spPr>
            <a:xfrm>
              <a:off x="3004751" y="2292053"/>
              <a:ext cx="313267" cy="19962"/>
            </a:xfrm>
            <a:custGeom>
              <a:avLst/>
              <a:gdLst/>
              <a:ahLst/>
              <a:cxnLst/>
              <a:rect l="l" t="t" r="r" b="b"/>
              <a:pathLst>
                <a:path w="22190" h="1414" extrusionOk="0">
                  <a:moveTo>
                    <a:pt x="0" y="0"/>
                  </a:moveTo>
                  <a:lnTo>
                    <a:pt x="0" y="1413"/>
                  </a:lnTo>
                  <a:lnTo>
                    <a:pt x="22190" y="1413"/>
                  </a:lnTo>
                  <a:lnTo>
                    <a:pt x="22190"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7"/>
            <p:cNvSpPr/>
            <p:nvPr/>
          </p:nvSpPr>
          <p:spPr>
            <a:xfrm>
              <a:off x="3008238" y="2384805"/>
              <a:ext cx="306293" cy="19962"/>
            </a:xfrm>
            <a:custGeom>
              <a:avLst/>
              <a:gdLst/>
              <a:ahLst/>
              <a:cxnLst/>
              <a:rect l="l" t="t" r="r" b="b"/>
              <a:pathLst>
                <a:path w="21696" h="1414" extrusionOk="0">
                  <a:moveTo>
                    <a:pt x="0" y="1"/>
                  </a:moveTo>
                  <a:lnTo>
                    <a:pt x="0" y="1414"/>
                  </a:lnTo>
                  <a:lnTo>
                    <a:pt x="21696" y="1414"/>
                  </a:lnTo>
                  <a:lnTo>
                    <a:pt x="21696"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7"/>
            <p:cNvSpPr/>
            <p:nvPr/>
          </p:nvSpPr>
          <p:spPr>
            <a:xfrm>
              <a:off x="3008944" y="2620412"/>
              <a:ext cx="300082" cy="19962"/>
            </a:xfrm>
            <a:custGeom>
              <a:avLst/>
              <a:gdLst/>
              <a:ahLst/>
              <a:cxnLst/>
              <a:rect l="l" t="t" r="r" b="b"/>
              <a:pathLst>
                <a:path w="21256" h="1414" extrusionOk="0">
                  <a:moveTo>
                    <a:pt x="0" y="0"/>
                  </a:moveTo>
                  <a:lnTo>
                    <a:pt x="0" y="1413"/>
                  </a:lnTo>
                  <a:lnTo>
                    <a:pt x="21256" y="1413"/>
                  </a:lnTo>
                  <a:lnTo>
                    <a:pt x="21256"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7"/>
            <p:cNvSpPr/>
            <p:nvPr/>
          </p:nvSpPr>
          <p:spPr>
            <a:xfrm>
              <a:off x="3004751" y="2713108"/>
              <a:ext cx="313267" cy="19962"/>
            </a:xfrm>
            <a:custGeom>
              <a:avLst/>
              <a:gdLst/>
              <a:ahLst/>
              <a:cxnLst/>
              <a:rect l="l" t="t" r="r" b="b"/>
              <a:pathLst>
                <a:path w="22190" h="1414" extrusionOk="0">
                  <a:moveTo>
                    <a:pt x="0" y="1"/>
                  </a:moveTo>
                  <a:lnTo>
                    <a:pt x="0" y="1414"/>
                  </a:lnTo>
                  <a:lnTo>
                    <a:pt x="22190" y="1414"/>
                  </a:lnTo>
                  <a:lnTo>
                    <a:pt x="2219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7"/>
            <p:cNvSpPr/>
            <p:nvPr/>
          </p:nvSpPr>
          <p:spPr>
            <a:xfrm>
              <a:off x="2994713" y="2224360"/>
              <a:ext cx="333286" cy="551387"/>
            </a:xfrm>
            <a:custGeom>
              <a:avLst/>
              <a:gdLst/>
              <a:ahLst/>
              <a:cxnLst/>
              <a:rect l="l" t="t" r="r" b="b"/>
              <a:pathLst>
                <a:path w="23608" h="39057" extrusionOk="0">
                  <a:moveTo>
                    <a:pt x="1" y="1"/>
                  </a:moveTo>
                  <a:lnTo>
                    <a:pt x="1" y="10196"/>
                  </a:lnTo>
                  <a:cubicBezTo>
                    <a:pt x="1" y="13141"/>
                    <a:pt x="1622" y="15851"/>
                    <a:pt x="4220" y="17241"/>
                  </a:cubicBezTo>
                  <a:lnTo>
                    <a:pt x="18720" y="25012"/>
                  </a:lnTo>
                  <a:cubicBezTo>
                    <a:pt x="20862" y="26159"/>
                    <a:pt x="22198" y="28386"/>
                    <a:pt x="22194" y="30814"/>
                  </a:cubicBezTo>
                  <a:lnTo>
                    <a:pt x="22194" y="39056"/>
                  </a:lnTo>
                  <a:lnTo>
                    <a:pt x="23607" y="39056"/>
                  </a:lnTo>
                  <a:lnTo>
                    <a:pt x="23607" y="30814"/>
                  </a:lnTo>
                  <a:cubicBezTo>
                    <a:pt x="23607" y="27865"/>
                    <a:pt x="21986" y="25159"/>
                    <a:pt x="19388" y="23769"/>
                  </a:cubicBezTo>
                  <a:lnTo>
                    <a:pt x="4888" y="15998"/>
                  </a:lnTo>
                  <a:cubicBezTo>
                    <a:pt x="2749" y="14852"/>
                    <a:pt x="1414" y="12620"/>
                    <a:pt x="1414" y="10192"/>
                  </a:cubicBezTo>
                  <a:lnTo>
                    <a:pt x="14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7"/>
            <p:cNvSpPr/>
            <p:nvPr/>
          </p:nvSpPr>
          <p:spPr>
            <a:xfrm>
              <a:off x="2994713" y="2224360"/>
              <a:ext cx="333286" cy="551387"/>
            </a:xfrm>
            <a:custGeom>
              <a:avLst/>
              <a:gdLst/>
              <a:ahLst/>
              <a:cxnLst/>
              <a:rect l="l" t="t" r="r" b="b"/>
              <a:pathLst>
                <a:path w="23608" h="39057" extrusionOk="0">
                  <a:moveTo>
                    <a:pt x="22194" y="1"/>
                  </a:moveTo>
                  <a:lnTo>
                    <a:pt x="22194" y="10192"/>
                  </a:lnTo>
                  <a:cubicBezTo>
                    <a:pt x="22198" y="12620"/>
                    <a:pt x="20862" y="14852"/>
                    <a:pt x="18720" y="15998"/>
                  </a:cubicBezTo>
                  <a:lnTo>
                    <a:pt x="4224" y="23769"/>
                  </a:lnTo>
                  <a:cubicBezTo>
                    <a:pt x="1622" y="25159"/>
                    <a:pt x="1" y="27869"/>
                    <a:pt x="5" y="30814"/>
                  </a:cubicBezTo>
                  <a:lnTo>
                    <a:pt x="5" y="39056"/>
                  </a:lnTo>
                  <a:lnTo>
                    <a:pt x="1418" y="39056"/>
                  </a:lnTo>
                  <a:lnTo>
                    <a:pt x="1418" y="30814"/>
                  </a:lnTo>
                  <a:cubicBezTo>
                    <a:pt x="1414" y="28386"/>
                    <a:pt x="2749" y="26159"/>
                    <a:pt x="4892" y="25012"/>
                  </a:cubicBezTo>
                  <a:lnTo>
                    <a:pt x="19388" y="17237"/>
                  </a:lnTo>
                  <a:cubicBezTo>
                    <a:pt x="21986" y="15848"/>
                    <a:pt x="23607" y="13141"/>
                    <a:pt x="23607" y="10192"/>
                  </a:cubicBezTo>
                  <a:lnTo>
                    <a:pt x="236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17"/>
          <p:cNvGrpSpPr/>
          <p:nvPr/>
        </p:nvGrpSpPr>
        <p:grpSpPr>
          <a:xfrm rot="-702761">
            <a:off x="275652" y="4583697"/>
            <a:ext cx="284198" cy="349312"/>
            <a:chOff x="3114176" y="1269099"/>
            <a:chExt cx="450729" cy="553999"/>
          </a:xfrm>
        </p:grpSpPr>
        <p:sp>
          <p:nvSpPr>
            <p:cNvPr id="546" name="Google Shape;546;p17"/>
            <p:cNvSpPr/>
            <p:nvPr/>
          </p:nvSpPr>
          <p:spPr>
            <a:xfrm>
              <a:off x="3186824" y="1376519"/>
              <a:ext cx="378081" cy="446579"/>
            </a:xfrm>
            <a:custGeom>
              <a:avLst/>
              <a:gdLst/>
              <a:ahLst/>
              <a:cxnLst/>
              <a:rect l="l" t="t" r="r" b="b"/>
              <a:pathLst>
                <a:path w="26781" h="31633" extrusionOk="0">
                  <a:moveTo>
                    <a:pt x="22341" y="1"/>
                  </a:moveTo>
                  <a:lnTo>
                    <a:pt x="22341" y="27193"/>
                  </a:lnTo>
                  <a:lnTo>
                    <a:pt x="1" y="27193"/>
                  </a:lnTo>
                  <a:lnTo>
                    <a:pt x="1" y="31633"/>
                  </a:lnTo>
                  <a:lnTo>
                    <a:pt x="26780" y="31633"/>
                  </a:lnTo>
                  <a:lnTo>
                    <a:pt x="2678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7"/>
            <p:cNvSpPr/>
            <p:nvPr/>
          </p:nvSpPr>
          <p:spPr>
            <a:xfrm>
              <a:off x="3114176" y="1303871"/>
              <a:ext cx="398029" cy="466527"/>
            </a:xfrm>
            <a:custGeom>
              <a:avLst/>
              <a:gdLst/>
              <a:ahLst/>
              <a:cxnLst/>
              <a:rect l="l" t="t" r="r" b="b"/>
              <a:pathLst>
                <a:path w="28194" h="33046" extrusionOk="0">
                  <a:moveTo>
                    <a:pt x="26780" y="1414"/>
                  </a:moveTo>
                  <a:lnTo>
                    <a:pt x="26780" y="31637"/>
                  </a:lnTo>
                  <a:lnTo>
                    <a:pt x="1414" y="31637"/>
                  </a:lnTo>
                  <a:lnTo>
                    <a:pt x="1414" y="1414"/>
                  </a:lnTo>
                  <a:close/>
                  <a:moveTo>
                    <a:pt x="1" y="1"/>
                  </a:moveTo>
                  <a:lnTo>
                    <a:pt x="1" y="33046"/>
                  </a:lnTo>
                  <a:lnTo>
                    <a:pt x="28193" y="33046"/>
                  </a:lnTo>
                  <a:lnTo>
                    <a:pt x="281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7"/>
            <p:cNvSpPr/>
            <p:nvPr/>
          </p:nvSpPr>
          <p:spPr>
            <a:xfrm>
              <a:off x="3229276" y="1269099"/>
              <a:ext cx="167829" cy="89505"/>
            </a:xfrm>
            <a:custGeom>
              <a:avLst/>
              <a:gdLst/>
              <a:ahLst/>
              <a:cxnLst/>
              <a:rect l="l" t="t" r="r" b="b"/>
              <a:pathLst>
                <a:path w="11888" h="6340" extrusionOk="0">
                  <a:moveTo>
                    <a:pt x="1" y="1"/>
                  </a:moveTo>
                  <a:lnTo>
                    <a:pt x="1" y="6339"/>
                  </a:lnTo>
                  <a:lnTo>
                    <a:pt x="11887" y="6339"/>
                  </a:lnTo>
                  <a:lnTo>
                    <a:pt x="11887"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7"/>
            <p:cNvSpPr/>
            <p:nvPr/>
          </p:nvSpPr>
          <p:spPr>
            <a:xfrm>
              <a:off x="3191300" y="1460335"/>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7"/>
            <p:cNvSpPr/>
            <p:nvPr/>
          </p:nvSpPr>
          <p:spPr>
            <a:xfrm>
              <a:off x="3191300" y="1561374"/>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7"/>
            <p:cNvSpPr/>
            <p:nvPr/>
          </p:nvSpPr>
          <p:spPr>
            <a:xfrm>
              <a:off x="3191300" y="1662427"/>
              <a:ext cx="243837" cy="19962"/>
            </a:xfrm>
            <a:custGeom>
              <a:avLst/>
              <a:gdLst/>
              <a:ahLst/>
              <a:cxnLst/>
              <a:rect l="l" t="t" r="r" b="b"/>
              <a:pathLst>
                <a:path w="17272" h="1414" extrusionOk="0">
                  <a:moveTo>
                    <a:pt x="0" y="0"/>
                  </a:moveTo>
                  <a:lnTo>
                    <a:pt x="0" y="1413"/>
                  </a:lnTo>
                  <a:lnTo>
                    <a:pt x="17272" y="1413"/>
                  </a:lnTo>
                  <a:lnTo>
                    <a:pt x="172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2" name="Google Shape;552;p17"/>
          <p:cNvSpPr/>
          <p:nvPr/>
        </p:nvSpPr>
        <p:spPr>
          <a:xfrm>
            <a:off x="8603076" y="348651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7"/>
          <p:cNvSpPr/>
          <p:nvPr/>
        </p:nvSpPr>
        <p:spPr>
          <a:xfrm>
            <a:off x="8852025" y="197941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7"/>
          <p:cNvSpPr/>
          <p:nvPr/>
        </p:nvSpPr>
        <p:spPr>
          <a:xfrm>
            <a:off x="8472188" y="117818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7"/>
          <p:cNvSpPr/>
          <p:nvPr/>
        </p:nvSpPr>
        <p:spPr>
          <a:xfrm>
            <a:off x="8025763" y="470823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7"/>
          <p:cNvSpPr/>
          <p:nvPr/>
        </p:nvSpPr>
        <p:spPr>
          <a:xfrm>
            <a:off x="8852013" y="304508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7"/>
          <p:cNvSpPr/>
          <p:nvPr/>
        </p:nvSpPr>
        <p:spPr>
          <a:xfrm>
            <a:off x="7925563" y="48938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7"/>
          <p:cNvSpPr/>
          <p:nvPr/>
        </p:nvSpPr>
        <p:spPr>
          <a:xfrm>
            <a:off x="8089300" y="184038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7"/>
          <p:cNvSpPr/>
          <p:nvPr/>
        </p:nvSpPr>
        <p:spPr>
          <a:xfrm>
            <a:off x="8777651" y="66906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7"/>
          <p:cNvSpPr/>
          <p:nvPr/>
        </p:nvSpPr>
        <p:spPr>
          <a:xfrm>
            <a:off x="293276" y="91801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7"/>
          <p:cNvSpPr/>
          <p:nvPr/>
        </p:nvSpPr>
        <p:spPr>
          <a:xfrm>
            <a:off x="807626" y="480846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7"/>
          <p:cNvSpPr/>
          <p:nvPr/>
        </p:nvSpPr>
        <p:spPr>
          <a:xfrm>
            <a:off x="807613" y="19106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7"/>
          <p:cNvSpPr/>
          <p:nvPr/>
        </p:nvSpPr>
        <p:spPr>
          <a:xfrm>
            <a:off x="882000" y="66903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7"/>
          <p:cNvSpPr/>
          <p:nvPr/>
        </p:nvSpPr>
        <p:spPr>
          <a:xfrm rot="5400000">
            <a:off x="663119" y="4508381"/>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7"/>
          <p:cNvSpPr/>
          <p:nvPr/>
        </p:nvSpPr>
        <p:spPr>
          <a:xfrm rot="5400000">
            <a:off x="78544" y="4205919"/>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7"/>
          <p:cNvSpPr/>
          <p:nvPr/>
        </p:nvSpPr>
        <p:spPr>
          <a:xfrm>
            <a:off x="5020438" y="153928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7"/>
          <p:cNvSpPr/>
          <p:nvPr/>
        </p:nvSpPr>
        <p:spPr>
          <a:xfrm>
            <a:off x="5501051" y="117821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7"/>
          <p:cNvSpPr/>
          <p:nvPr/>
        </p:nvSpPr>
        <p:spPr>
          <a:xfrm>
            <a:off x="6832725" y="386486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7"/>
          <p:cNvSpPr/>
          <p:nvPr/>
        </p:nvSpPr>
        <p:spPr>
          <a:xfrm>
            <a:off x="6327900" y="133208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7"/>
          <p:cNvSpPr/>
          <p:nvPr/>
        </p:nvSpPr>
        <p:spPr>
          <a:xfrm>
            <a:off x="5182363" y="396506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7"/>
          <p:cNvSpPr/>
          <p:nvPr/>
        </p:nvSpPr>
        <p:spPr>
          <a:xfrm>
            <a:off x="6013575" y="265901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7"/>
          <p:cNvSpPr/>
          <p:nvPr/>
        </p:nvSpPr>
        <p:spPr>
          <a:xfrm>
            <a:off x="6732513" y="197941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7"/>
          <p:cNvSpPr/>
          <p:nvPr/>
        </p:nvSpPr>
        <p:spPr>
          <a:xfrm>
            <a:off x="5252101" y="279616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7"/>
          <p:cNvSpPr/>
          <p:nvPr/>
        </p:nvSpPr>
        <p:spPr>
          <a:xfrm>
            <a:off x="7091726" y="286096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5_1">
    <p:spTree>
      <p:nvGrpSpPr>
        <p:cNvPr id="1" name="Shape 575"/>
        <p:cNvGrpSpPr/>
        <p:nvPr/>
      </p:nvGrpSpPr>
      <p:grpSpPr>
        <a:xfrm>
          <a:off x="0" y="0"/>
          <a:ext cx="0" cy="0"/>
          <a:chOff x="0" y="0"/>
          <a:chExt cx="0" cy="0"/>
        </a:xfrm>
      </p:grpSpPr>
      <p:sp>
        <p:nvSpPr>
          <p:cNvPr id="576" name="Google Shape;576;p18"/>
          <p:cNvSpPr txBox="1">
            <a:spLocks noGrp="1"/>
          </p:cNvSpPr>
          <p:nvPr>
            <p:ph type="subTitle" idx="1"/>
          </p:nvPr>
        </p:nvSpPr>
        <p:spPr>
          <a:xfrm flipH="1">
            <a:off x="836850" y="3544225"/>
            <a:ext cx="3834300" cy="753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Anaheim"/>
              <a:buChar char="●"/>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9pPr>
          </a:lstStyle>
          <a:p>
            <a:endParaRPr/>
          </a:p>
        </p:txBody>
      </p:sp>
      <p:sp>
        <p:nvSpPr>
          <p:cNvPr id="577" name="Google Shape;577;p18"/>
          <p:cNvSpPr txBox="1">
            <a:spLocks noGrp="1"/>
          </p:cNvSpPr>
          <p:nvPr>
            <p:ph type="title"/>
          </p:nvPr>
        </p:nvSpPr>
        <p:spPr>
          <a:xfrm flipH="1">
            <a:off x="836825" y="845375"/>
            <a:ext cx="3834300" cy="2767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4600"/>
              <a:buNone/>
              <a:defRPr/>
            </a:lvl1pPr>
            <a:lvl2pPr lvl="1" algn="l" rtl="0">
              <a:spcBef>
                <a:spcPts val="0"/>
              </a:spcBef>
              <a:spcAft>
                <a:spcPts val="0"/>
              </a:spcAft>
              <a:buSzPts val="4600"/>
              <a:buNone/>
              <a:defRPr/>
            </a:lvl2pPr>
            <a:lvl3pPr lvl="2" algn="l" rtl="0">
              <a:spcBef>
                <a:spcPts val="0"/>
              </a:spcBef>
              <a:spcAft>
                <a:spcPts val="0"/>
              </a:spcAft>
              <a:buSzPts val="4600"/>
              <a:buNone/>
              <a:defRPr/>
            </a:lvl3pPr>
            <a:lvl4pPr lvl="3" algn="l" rtl="0">
              <a:spcBef>
                <a:spcPts val="0"/>
              </a:spcBef>
              <a:spcAft>
                <a:spcPts val="0"/>
              </a:spcAft>
              <a:buSzPts val="4600"/>
              <a:buNone/>
              <a:defRPr/>
            </a:lvl4pPr>
            <a:lvl5pPr lvl="4" algn="l" rtl="0">
              <a:spcBef>
                <a:spcPts val="0"/>
              </a:spcBef>
              <a:spcAft>
                <a:spcPts val="0"/>
              </a:spcAft>
              <a:buSzPts val="4600"/>
              <a:buNone/>
              <a:defRPr/>
            </a:lvl5pPr>
            <a:lvl6pPr lvl="5" algn="l" rtl="0">
              <a:spcBef>
                <a:spcPts val="0"/>
              </a:spcBef>
              <a:spcAft>
                <a:spcPts val="0"/>
              </a:spcAft>
              <a:buSzPts val="4600"/>
              <a:buNone/>
              <a:defRPr/>
            </a:lvl6pPr>
            <a:lvl7pPr lvl="6" algn="l" rtl="0">
              <a:spcBef>
                <a:spcPts val="0"/>
              </a:spcBef>
              <a:spcAft>
                <a:spcPts val="0"/>
              </a:spcAft>
              <a:buSzPts val="4600"/>
              <a:buNone/>
              <a:defRPr/>
            </a:lvl7pPr>
            <a:lvl8pPr lvl="7" algn="l" rtl="0">
              <a:spcBef>
                <a:spcPts val="0"/>
              </a:spcBef>
              <a:spcAft>
                <a:spcPts val="0"/>
              </a:spcAft>
              <a:buSzPts val="4600"/>
              <a:buNone/>
              <a:defRPr/>
            </a:lvl8pPr>
            <a:lvl9pPr lvl="8" algn="l" rtl="0">
              <a:spcBef>
                <a:spcPts val="0"/>
              </a:spcBef>
              <a:spcAft>
                <a:spcPts val="0"/>
              </a:spcAft>
              <a:buSzPts val="4600"/>
              <a:buNone/>
              <a:defRPr/>
            </a:lvl9pPr>
          </a:lstStyle>
          <a:p>
            <a:endParaRPr/>
          </a:p>
        </p:txBody>
      </p:sp>
      <p:sp>
        <p:nvSpPr>
          <p:cNvPr id="578" name="Google Shape;578;p18"/>
          <p:cNvSpPr/>
          <p:nvPr/>
        </p:nvSpPr>
        <p:spPr>
          <a:xfrm flipH="1">
            <a:off x="639056" y="5623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9" name="Google Shape;579;p18"/>
          <p:cNvGrpSpPr/>
          <p:nvPr/>
        </p:nvGrpSpPr>
        <p:grpSpPr>
          <a:xfrm rot="-702602" flipH="1">
            <a:off x="882707" y="244656"/>
            <a:ext cx="168483" cy="278738"/>
            <a:chOff x="2994713" y="2224360"/>
            <a:chExt cx="333286" cy="551387"/>
          </a:xfrm>
        </p:grpSpPr>
        <p:sp>
          <p:nvSpPr>
            <p:cNvPr id="580" name="Google Shape;580;p18"/>
            <p:cNvSpPr/>
            <p:nvPr/>
          </p:nvSpPr>
          <p:spPr>
            <a:xfrm>
              <a:off x="3004751" y="2292053"/>
              <a:ext cx="313267" cy="19962"/>
            </a:xfrm>
            <a:custGeom>
              <a:avLst/>
              <a:gdLst/>
              <a:ahLst/>
              <a:cxnLst/>
              <a:rect l="l" t="t" r="r" b="b"/>
              <a:pathLst>
                <a:path w="22190" h="1414" extrusionOk="0">
                  <a:moveTo>
                    <a:pt x="0" y="0"/>
                  </a:moveTo>
                  <a:lnTo>
                    <a:pt x="0" y="1413"/>
                  </a:lnTo>
                  <a:lnTo>
                    <a:pt x="22190" y="1413"/>
                  </a:lnTo>
                  <a:lnTo>
                    <a:pt x="22190"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8"/>
            <p:cNvSpPr/>
            <p:nvPr/>
          </p:nvSpPr>
          <p:spPr>
            <a:xfrm>
              <a:off x="3008238" y="2384805"/>
              <a:ext cx="306293" cy="19962"/>
            </a:xfrm>
            <a:custGeom>
              <a:avLst/>
              <a:gdLst/>
              <a:ahLst/>
              <a:cxnLst/>
              <a:rect l="l" t="t" r="r" b="b"/>
              <a:pathLst>
                <a:path w="21696" h="1414" extrusionOk="0">
                  <a:moveTo>
                    <a:pt x="0" y="1"/>
                  </a:moveTo>
                  <a:lnTo>
                    <a:pt x="0" y="1414"/>
                  </a:lnTo>
                  <a:lnTo>
                    <a:pt x="21696" y="1414"/>
                  </a:lnTo>
                  <a:lnTo>
                    <a:pt x="21696"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8"/>
            <p:cNvSpPr/>
            <p:nvPr/>
          </p:nvSpPr>
          <p:spPr>
            <a:xfrm>
              <a:off x="3008944" y="2620412"/>
              <a:ext cx="300082" cy="19962"/>
            </a:xfrm>
            <a:custGeom>
              <a:avLst/>
              <a:gdLst/>
              <a:ahLst/>
              <a:cxnLst/>
              <a:rect l="l" t="t" r="r" b="b"/>
              <a:pathLst>
                <a:path w="21256" h="1414" extrusionOk="0">
                  <a:moveTo>
                    <a:pt x="0" y="0"/>
                  </a:moveTo>
                  <a:lnTo>
                    <a:pt x="0" y="1413"/>
                  </a:lnTo>
                  <a:lnTo>
                    <a:pt x="21256" y="1413"/>
                  </a:lnTo>
                  <a:lnTo>
                    <a:pt x="21256"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8"/>
            <p:cNvSpPr/>
            <p:nvPr/>
          </p:nvSpPr>
          <p:spPr>
            <a:xfrm>
              <a:off x="3004751" y="2713108"/>
              <a:ext cx="313267" cy="19962"/>
            </a:xfrm>
            <a:custGeom>
              <a:avLst/>
              <a:gdLst/>
              <a:ahLst/>
              <a:cxnLst/>
              <a:rect l="l" t="t" r="r" b="b"/>
              <a:pathLst>
                <a:path w="22190" h="1414" extrusionOk="0">
                  <a:moveTo>
                    <a:pt x="0" y="1"/>
                  </a:moveTo>
                  <a:lnTo>
                    <a:pt x="0" y="1414"/>
                  </a:lnTo>
                  <a:lnTo>
                    <a:pt x="22190" y="1414"/>
                  </a:lnTo>
                  <a:lnTo>
                    <a:pt x="2219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8"/>
            <p:cNvSpPr/>
            <p:nvPr/>
          </p:nvSpPr>
          <p:spPr>
            <a:xfrm>
              <a:off x="2994713" y="2224360"/>
              <a:ext cx="333286" cy="551387"/>
            </a:xfrm>
            <a:custGeom>
              <a:avLst/>
              <a:gdLst/>
              <a:ahLst/>
              <a:cxnLst/>
              <a:rect l="l" t="t" r="r" b="b"/>
              <a:pathLst>
                <a:path w="23608" h="39057" extrusionOk="0">
                  <a:moveTo>
                    <a:pt x="1" y="1"/>
                  </a:moveTo>
                  <a:lnTo>
                    <a:pt x="1" y="10196"/>
                  </a:lnTo>
                  <a:cubicBezTo>
                    <a:pt x="1" y="13141"/>
                    <a:pt x="1622" y="15851"/>
                    <a:pt x="4220" y="17241"/>
                  </a:cubicBezTo>
                  <a:lnTo>
                    <a:pt x="18720" y="25012"/>
                  </a:lnTo>
                  <a:cubicBezTo>
                    <a:pt x="20862" y="26159"/>
                    <a:pt x="22198" y="28386"/>
                    <a:pt x="22194" y="30814"/>
                  </a:cubicBezTo>
                  <a:lnTo>
                    <a:pt x="22194" y="39056"/>
                  </a:lnTo>
                  <a:lnTo>
                    <a:pt x="23607" y="39056"/>
                  </a:lnTo>
                  <a:lnTo>
                    <a:pt x="23607" y="30814"/>
                  </a:lnTo>
                  <a:cubicBezTo>
                    <a:pt x="23607" y="27865"/>
                    <a:pt x="21986" y="25159"/>
                    <a:pt x="19388" y="23769"/>
                  </a:cubicBezTo>
                  <a:lnTo>
                    <a:pt x="4888" y="15998"/>
                  </a:lnTo>
                  <a:cubicBezTo>
                    <a:pt x="2749" y="14852"/>
                    <a:pt x="1414" y="12620"/>
                    <a:pt x="1414" y="10192"/>
                  </a:cubicBezTo>
                  <a:lnTo>
                    <a:pt x="14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8"/>
            <p:cNvSpPr/>
            <p:nvPr/>
          </p:nvSpPr>
          <p:spPr>
            <a:xfrm>
              <a:off x="2994713" y="2224360"/>
              <a:ext cx="333286" cy="551387"/>
            </a:xfrm>
            <a:custGeom>
              <a:avLst/>
              <a:gdLst/>
              <a:ahLst/>
              <a:cxnLst/>
              <a:rect l="l" t="t" r="r" b="b"/>
              <a:pathLst>
                <a:path w="23608" h="39057" extrusionOk="0">
                  <a:moveTo>
                    <a:pt x="22194" y="1"/>
                  </a:moveTo>
                  <a:lnTo>
                    <a:pt x="22194" y="10192"/>
                  </a:lnTo>
                  <a:cubicBezTo>
                    <a:pt x="22198" y="12620"/>
                    <a:pt x="20862" y="14852"/>
                    <a:pt x="18720" y="15998"/>
                  </a:cubicBezTo>
                  <a:lnTo>
                    <a:pt x="4224" y="23769"/>
                  </a:lnTo>
                  <a:cubicBezTo>
                    <a:pt x="1622" y="25159"/>
                    <a:pt x="1" y="27869"/>
                    <a:pt x="5" y="30814"/>
                  </a:cubicBezTo>
                  <a:lnTo>
                    <a:pt x="5" y="39056"/>
                  </a:lnTo>
                  <a:lnTo>
                    <a:pt x="1418" y="39056"/>
                  </a:lnTo>
                  <a:lnTo>
                    <a:pt x="1418" y="30814"/>
                  </a:lnTo>
                  <a:cubicBezTo>
                    <a:pt x="1414" y="28386"/>
                    <a:pt x="2749" y="26159"/>
                    <a:pt x="4892" y="25012"/>
                  </a:cubicBezTo>
                  <a:lnTo>
                    <a:pt x="19388" y="17237"/>
                  </a:lnTo>
                  <a:cubicBezTo>
                    <a:pt x="21986" y="15848"/>
                    <a:pt x="23607" y="13141"/>
                    <a:pt x="23607" y="10192"/>
                  </a:cubicBezTo>
                  <a:lnTo>
                    <a:pt x="236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 name="Google Shape;586;p18"/>
          <p:cNvGrpSpPr/>
          <p:nvPr/>
        </p:nvGrpSpPr>
        <p:grpSpPr>
          <a:xfrm rot="745016" flipH="1">
            <a:off x="119387" y="67350"/>
            <a:ext cx="138060" cy="319948"/>
            <a:chOff x="3789373" y="1135858"/>
            <a:chExt cx="273103" cy="632902"/>
          </a:xfrm>
        </p:grpSpPr>
        <p:sp>
          <p:nvSpPr>
            <p:cNvPr id="587" name="Google Shape;587;p18"/>
            <p:cNvSpPr/>
            <p:nvPr/>
          </p:nvSpPr>
          <p:spPr>
            <a:xfrm>
              <a:off x="3864846" y="1452274"/>
              <a:ext cx="187664" cy="302157"/>
            </a:xfrm>
            <a:custGeom>
              <a:avLst/>
              <a:gdLst/>
              <a:ahLst/>
              <a:cxnLst/>
              <a:rect l="l" t="t" r="r" b="b"/>
              <a:pathLst>
                <a:path w="13293" h="21403" extrusionOk="0">
                  <a:moveTo>
                    <a:pt x="5" y="0"/>
                  </a:moveTo>
                  <a:lnTo>
                    <a:pt x="5" y="12740"/>
                  </a:lnTo>
                  <a:cubicBezTo>
                    <a:pt x="1" y="16797"/>
                    <a:pt x="2726" y="20349"/>
                    <a:pt x="6644" y="21402"/>
                  </a:cubicBezTo>
                  <a:cubicBezTo>
                    <a:pt x="10563" y="20352"/>
                    <a:pt x="13292" y="16797"/>
                    <a:pt x="13288" y="12740"/>
                  </a:cubicBezTo>
                  <a:lnTo>
                    <a:pt x="13288"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8"/>
            <p:cNvSpPr/>
            <p:nvPr/>
          </p:nvSpPr>
          <p:spPr>
            <a:xfrm>
              <a:off x="3789373" y="1135858"/>
              <a:ext cx="273047" cy="326397"/>
            </a:xfrm>
            <a:custGeom>
              <a:avLst/>
              <a:gdLst/>
              <a:ahLst/>
              <a:cxnLst/>
              <a:rect l="l" t="t" r="r" b="b"/>
              <a:pathLst>
                <a:path w="19341" h="23120" extrusionOk="0">
                  <a:moveTo>
                    <a:pt x="9721" y="1413"/>
                  </a:moveTo>
                  <a:cubicBezTo>
                    <a:pt x="14249" y="1413"/>
                    <a:pt x="17928" y="5096"/>
                    <a:pt x="17928" y="9620"/>
                  </a:cubicBezTo>
                  <a:lnTo>
                    <a:pt x="17928" y="21707"/>
                  </a:lnTo>
                  <a:lnTo>
                    <a:pt x="1409" y="21707"/>
                  </a:lnTo>
                  <a:lnTo>
                    <a:pt x="1409" y="9620"/>
                  </a:lnTo>
                  <a:cubicBezTo>
                    <a:pt x="1409" y="5096"/>
                    <a:pt x="5092" y="1413"/>
                    <a:pt x="9620" y="1413"/>
                  </a:cubicBezTo>
                  <a:close/>
                  <a:moveTo>
                    <a:pt x="9620" y="0"/>
                  </a:moveTo>
                  <a:cubicBezTo>
                    <a:pt x="4316" y="0"/>
                    <a:pt x="0" y="4316"/>
                    <a:pt x="0" y="9620"/>
                  </a:cubicBezTo>
                  <a:lnTo>
                    <a:pt x="0" y="23120"/>
                  </a:lnTo>
                  <a:lnTo>
                    <a:pt x="19341" y="23120"/>
                  </a:lnTo>
                  <a:lnTo>
                    <a:pt x="19341" y="9620"/>
                  </a:lnTo>
                  <a:cubicBezTo>
                    <a:pt x="19341" y="4316"/>
                    <a:pt x="15025" y="0"/>
                    <a:pt x="9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8"/>
            <p:cNvSpPr/>
            <p:nvPr/>
          </p:nvSpPr>
          <p:spPr>
            <a:xfrm>
              <a:off x="3789373" y="1442307"/>
              <a:ext cx="273103" cy="326453"/>
            </a:xfrm>
            <a:custGeom>
              <a:avLst/>
              <a:gdLst/>
              <a:ahLst/>
              <a:cxnLst/>
              <a:rect l="l" t="t" r="r" b="b"/>
              <a:pathLst>
                <a:path w="19345" h="23124" extrusionOk="0">
                  <a:moveTo>
                    <a:pt x="17928" y="1413"/>
                  </a:moveTo>
                  <a:lnTo>
                    <a:pt x="17928" y="13446"/>
                  </a:lnTo>
                  <a:cubicBezTo>
                    <a:pt x="17932" y="18006"/>
                    <a:pt x="14233" y="21707"/>
                    <a:pt x="9674" y="21707"/>
                  </a:cubicBezTo>
                  <a:cubicBezTo>
                    <a:pt x="9671" y="21707"/>
                    <a:pt x="9669" y="21707"/>
                    <a:pt x="9667" y="21707"/>
                  </a:cubicBezTo>
                  <a:cubicBezTo>
                    <a:pt x="5115" y="21707"/>
                    <a:pt x="1413" y="18001"/>
                    <a:pt x="1413" y="13446"/>
                  </a:cubicBezTo>
                  <a:lnTo>
                    <a:pt x="1413" y="1413"/>
                  </a:lnTo>
                  <a:close/>
                  <a:moveTo>
                    <a:pt x="0" y="0"/>
                  </a:moveTo>
                  <a:lnTo>
                    <a:pt x="0" y="13446"/>
                  </a:lnTo>
                  <a:cubicBezTo>
                    <a:pt x="0" y="18781"/>
                    <a:pt x="4335" y="23124"/>
                    <a:pt x="9667" y="23124"/>
                  </a:cubicBezTo>
                  <a:cubicBezTo>
                    <a:pt x="15013" y="23124"/>
                    <a:pt x="19345" y="18789"/>
                    <a:pt x="19341" y="13446"/>
                  </a:cubicBezTo>
                  <a:lnTo>
                    <a:pt x="193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0" name="Google Shape;590;p18"/>
          <p:cNvGrpSpPr/>
          <p:nvPr/>
        </p:nvGrpSpPr>
        <p:grpSpPr>
          <a:xfrm flipH="1">
            <a:off x="415927" y="318829"/>
            <a:ext cx="223134" cy="272917"/>
            <a:chOff x="3410431" y="2717682"/>
            <a:chExt cx="441412" cy="539896"/>
          </a:xfrm>
        </p:grpSpPr>
        <p:sp>
          <p:nvSpPr>
            <p:cNvPr id="591" name="Google Shape;591;p18"/>
            <p:cNvSpPr/>
            <p:nvPr/>
          </p:nvSpPr>
          <p:spPr>
            <a:xfrm>
              <a:off x="3493499" y="3040112"/>
              <a:ext cx="281771" cy="140893"/>
            </a:xfrm>
            <a:custGeom>
              <a:avLst/>
              <a:gdLst/>
              <a:ahLst/>
              <a:cxnLst/>
              <a:rect l="l" t="t" r="r" b="b"/>
              <a:pathLst>
                <a:path w="19959" h="9980" extrusionOk="0">
                  <a:moveTo>
                    <a:pt x="0" y="0"/>
                  </a:moveTo>
                  <a:cubicBezTo>
                    <a:pt x="0" y="5513"/>
                    <a:pt x="4467" y="9979"/>
                    <a:pt x="9979" y="9979"/>
                  </a:cubicBezTo>
                  <a:cubicBezTo>
                    <a:pt x="15492" y="9979"/>
                    <a:pt x="19958" y="5513"/>
                    <a:pt x="19958"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8"/>
            <p:cNvSpPr/>
            <p:nvPr/>
          </p:nvSpPr>
          <p:spPr>
            <a:xfrm>
              <a:off x="3410431" y="2717682"/>
              <a:ext cx="441412" cy="539896"/>
            </a:xfrm>
            <a:custGeom>
              <a:avLst/>
              <a:gdLst/>
              <a:ahLst/>
              <a:cxnLst/>
              <a:rect l="l" t="t" r="r" b="b"/>
              <a:pathLst>
                <a:path w="31267" h="38243" extrusionOk="0">
                  <a:moveTo>
                    <a:pt x="18967" y="1414"/>
                  </a:moveTo>
                  <a:lnTo>
                    <a:pt x="18967" y="6900"/>
                  </a:lnTo>
                  <a:cubicBezTo>
                    <a:pt x="18971" y="8177"/>
                    <a:pt x="19751" y="9328"/>
                    <a:pt x="20943" y="9803"/>
                  </a:cubicBezTo>
                  <a:cubicBezTo>
                    <a:pt x="26356" y="11910"/>
                    <a:pt x="29857" y="17029"/>
                    <a:pt x="29857" y="22839"/>
                  </a:cubicBezTo>
                  <a:cubicBezTo>
                    <a:pt x="29865" y="26588"/>
                    <a:pt x="28363" y="30182"/>
                    <a:pt x="25684" y="32803"/>
                  </a:cubicBezTo>
                  <a:cubicBezTo>
                    <a:pt x="23058" y="35391"/>
                    <a:pt x="19598" y="36832"/>
                    <a:pt x="15928" y="36832"/>
                  </a:cubicBezTo>
                  <a:cubicBezTo>
                    <a:pt x="15837" y="36832"/>
                    <a:pt x="15746" y="36831"/>
                    <a:pt x="15655" y="36829"/>
                  </a:cubicBezTo>
                  <a:cubicBezTo>
                    <a:pt x="8474" y="36725"/>
                    <a:pt x="2437" y="31046"/>
                    <a:pt x="1912" y="23901"/>
                  </a:cubicBezTo>
                  <a:cubicBezTo>
                    <a:pt x="1456" y="17705"/>
                    <a:pt x="5027" y="12038"/>
                    <a:pt x="10798" y="9795"/>
                  </a:cubicBezTo>
                  <a:cubicBezTo>
                    <a:pt x="11972" y="9339"/>
                    <a:pt x="12759" y="8173"/>
                    <a:pt x="12759" y="6896"/>
                  </a:cubicBezTo>
                  <a:lnTo>
                    <a:pt x="12759" y="1414"/>
                  </a:lnTo>
                  <a:close/>
                  <a:moveTo>
                    <a:pt x="11350" y="1"/>
                  </a:moveTo>
                  <a:lnTo>
                    <a:pt x="11350" y="6900"/>
                  </a:lnTo>
                  <a:cubicBezTo>
                    <a:pt x="11350" y="7602"/>
                    <a:pt x="10922" y="8235"/>
                    <a:pt x="10289" y="8482"/>
                  </a:cubicBezTo>
                  <a:cubicBezTo>
                    <a:pt x="3935" y="10949"/>
                    <a:pt x="1" y="17191"/>
                    <a:pt x="503" y="24009"/>
                  </a:cubicBezTo>
                  <a:cubicBezTo>
                    <a:pt x="1082" y="31872"/>
                    <a:pt x="7729" y="38126"/>
                    <a:pt x="15635" y="38242"/>
                  </a:cubicBezTo>
                  <a:lnTo>
                    <a:pt x="15863" y="38242"/>
                  </a:lnTo>
                  <a:cubicBezTo>
                    <a:pt x="24371" y="38238"/>
                    <a:pt x="31266" y="31344"/>
                    <a:pt x="31266" y="22839"/>
                  </a:cubicBezTo>
                  <a:cubicBezTo>
                    <a:pt x="31266" y="16439"/>
                    <a:pt x="27413" y="10806"/>
                    <a:pt x="21453" y="8482"/>
                  </a:cubicBezTo>
                  <a:cubicBezTo>
                    <a:pt x="20804" y="8224"/>
                    <a:pt x="20380" y="7594"/>
                    <a:pt x="20380" y="6896"/>
                  </a:cubicBezTo>
                  <a:lnTo>
                    <a:pt x="203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8"/>
            <p:cNvSpPr/>
            <p:nvPr/>
          </p:nvSpPr>
          <p:spPr>
            <a:xfrm>
              <a:off x="3539592" y="2717682"/>
              <a:ext cx="189513" cy="19962"/>
            </a:xfrm>
            <a:custGeom>
              <a:avLst/>
              <a:gdLst/>
              <a:ahLst/>
              <a:cxnLst/>
              <a:rect l="l" t="t" r="r" b="b"/>
              <a:pathLst>
                <a:path w="13424" h="1414" extrusionOk="0">
                  <a:moveTo>
                    <a:pt x="1" y="1"/>
                  </a:moveTo>
                  <a:lnTo>
                    <a:pt x="1" y="1414"/>
                  </a:lnTo>
                  <a:lnTo>
                    <a:pt x="13424" y="1414"/>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4" name="Google Shape;594;p18"/>
          <p:cNvSpPr/>
          <p:nvPr/>
        </p:nvSpPr>
        <p:spPr>
          <a:xfrm flipH="1">
            <a:off x="333006" y="456716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8"/>
          <p:cNvSpPr/>
          <p:nvPr/>
        </p:nvSpPr>
        <p:spPr>
          <a:xfrm flipH="1">
            <a:off x="86606" y="477431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8"/>
          <p:cNvSpPr>
            <a:spLocks noGrp="1"/>
          </p:cNvSpPr>
          <p:nvPr>
            <p:ph type="pic" idx="2"/>
          </p:nvPr>
        </p:nvSpPr>
        <p:spPr>
          <a:xfrm>
            <a:off x="5717300" y="0"/>
            <a:ext cx="3426900" cy="51435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CUSTOM_4_1_2_1">
    <p:spTree>
      <p:nvGrpSpPr>
        <p:cNvPr id="1" name="Shape 597"/>
        <p:cNvGrpSpPr/>
        <p:nvPr/>
      </p:nvGrpSpPr>
      <p:grpSpPr>
        <a:xfrm>
          <a:off x="0" y="0"/>
          <a:ext cx="0" cy="0"/>
          <a:chOff x="0" y="0"/>
          <a:chExt cx="0" cy="0"/>
        </a:xfrm>
      </p:grpSpPr>
      <p:sp>
        <p:nvSpPr>
          <p:cNvPr id="598" name="Google Shape;598;p19"/>
          <p:cNvSpPr txBox="1">
            <a:spLocks noGrp="1"/>
          </p:cNvSpPr>
          <p:nvPr>
            <p:ph type="body" idx="1"/>
          </p:nvPr>
        </p:nvSpPr>
        <p:spPr>
          <a:xfrm>
            <a:off x="713225" y="1709900"/>
            <a:ext cx="4812900" cy="2590500"/>
          </a:xfrm>
          <a:prstGeom prst="rect">
            <a:avLst/>
          </a:prstGeom>
          <a:noFill/>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Anaheim"/>
              <a:buChar char="●"/>
              <a:defRPr>
                <a:solidFill>
                  <a:schemeClr val="dk1"/>
                </a:solidFill>
                <a:latin typeface="Raleway"/>
                <a:ea typeface="Raleway"/>
                <a:cs typeface="Raleway"/>
                <a:sym typeface="Raleway"/>
              </a:defRPr>
            </a:lvl1pPr>
            <a:lvl2pPr marL="914400" lvl="1" indent="-317500"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2pPr>
            <a:lvl3pPr marL="1371600" lvl="2" indent="-317500"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3pPr>
            <a:lvl4pPr marL="1828800" lvl="3" indent="-317500"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4pPr>
            <a:lvl5pPr marL="2286000" lvl="4" indent="-317500"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5pPr>
            <a:lvl6pPr marL="2743200" lvl="5" indent="-317500"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6pPr>
            <a:lvl7pPr marL="3200400" lvl="6" indent="-317500"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7pPr>
            <a:lvl8pPr marL="3657600" lvl="7" indent="-317500"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8pPr>
            <a:lvl9pPr marL="4114800" lvl="8" indent="-317500" rtl="0">
              <a:spcBef>
                <a:spcPts val="0"/>
              </a:spcBef>
              <a:spcAft>
                <a:spcPts val="0"/>
              </a:spcAft>
              <a:buClr>
                <a:schemeClr val="dk1"/>
              </a:buClr>
              <a:buSzPts val="1400"/>
              <a:buFont typeface="Anaheim"/>
              <a:buChar char="■"/>
              <a:defRPr>
                <a:solidFill>
                  <a:schemeClr val="dk1"/>
                </a:solidFill>
                <a:latin typeface="Anaheim"/>
                <a:ea typeface="Anaheim"/>
                <a:cs typeface="Anaheim"/>
                <a:sym typeface="Anaheim"/>
              </a:defRPr>
            </a:lvl9pPr>
          </a:lstStyle>
          <a:p>
            <a:endParaRPr/>
          </a:p>
        </p:txBody>
      </p:sp>
      <p:sp>
        <p:nvSpPr>
          <p:cNvPr id="599" name="Google Shape;599;p19"/>
          <p:cNvSpPr/>
          <p:nvPr/>
        </p:nvSpPr>
        <p:spPr>
          <a:xfrm flipH="1">
            <a:off x="8659106" y="14196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0" name="Google Shape;600;p19"/>
          <p:cNvGrpSpPr/>
          <p:nvPr/>
        </p:nvGrpSpPr>
        <p:grpSpPr>
          <a:xfrm rot="-702602" flipH="1">
            <a:off x="8902757" y="330381"/>
            <a:ext cx="168483" cy="278738"/>
            <a:chOff x="2994713" y="2224360"/>
            <a:chExt cx="333286" cy="551387"/>
          </a:xfrm>
        </p:grpSpPr>
        <p:sp>
          <p:nvSpPr>
            <p:cNvPr id="601" name="Google Shape;601;p19"/>
            <p:cNvSpPr/>
            <p:nvPr/>
          </p:nvSpPr>
          <p:spPr>
            <a:xfrm>
              <a:off x="3004751" y="2292053"/>
              <a:ext cx="313267" cy="19962"/>
            </a:xfrm>
            <a:custGeom>
              <a:avLst/>
              <a:gdLst/>
              <a:ahLst/>
              <a:cxnLst/>
              <a:rect l="l" t="t" r="r" b="b"/>
              <a:pathLst>
                <a:path w="22190" h="1414" extrusionOk="0">
                  <a:moveTo>
                    <a:pt x="0" y="0"/>
                  </a:moveTo>
                  <a:lnTo>
                    <a:pt x="0" y="1413"/>
                  </a:lnTo>
                  <a:lnTo>
                    <a:pt x="22190" y="1413"/>
                  </a:lnTo>
                  <a:lnTo>
                    <a:pt x="22190"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9"/>
            <p:cNvSpPr/>
            <p:nvPr/>
          </p:nvSpPr>
          <p:spPr>
            <a:xfrm>
              <a:off x="3008238" y="2384805"/>
              <a:ext cx="306293" cy="19962"/>
            </a:xfrm>
            <a:custGeom>
              <a:avLst/>
              <a:gdLst/>
              <a:ahLst/>
              <a:cxnLst/>
              <a:rect l="l" t="t" r="r" b="b"/>
              <a:pathLst>
                <a:path w="21696" h="1414" extrusionOk="0">
                  <a:moveTo>
                    <a:pt x="0" y="1"/>
                  </a:moveTo>
                  <a:lnTo>
                    <a:pt x="0" y="1414"/>
                  </a:lnTo>
                  <a:lnTo>
                    <a:pt x="21696" y="1414"/>
                  </a:lnTo>
                  <a:lnTo>
                    <a:pt x="21696"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9"/>
            <p:cNvSpPr/>
            <p:nvPr/>
          </p:nvSpPr>
          <p:spPr>
            <a:xfrm>
              <a:off x="3008944" y="2620412"/>
              <a:ext cx="300082" cy="19962"/>
            </a:xfrm>
            <a:custGeom>
              <a:avLst/>
              <a:gdLst/>
              <a:ahLst/>
              <a:cxnLst/>
              <a:rect l="l" t="t" r="r" b="b"/>
              <a:pathLst>
                <a:path w="21256" h="1414" extrusionOk="0">
                  <a:moveTo>
                    <a:pt x="0" y="0"/>
                  </a:moveTo>
                  <a:lnTo>
                    <a:pt x="0" y="1413"/>
                  </a:lnTo>
                  <a:lnTo>
                    <a:pt x="21256" y="1413"/>
                  </a:lnTo>
                  <a:lnTo>
                    <a:pt x="21256"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9"/>
            <p:cNvSpPr/>
            <p:nvPr/>
          </p:nvSpPr>
          <p:spPr>
            <a:xfrm>
              <a:off x="3004751" y="2713108"/>
              <a:ext cx="313267" cy="19962"/>
            </a:xfrm>
            <a:custGeom>
              <a:avLst/>
              <a:gdLst/>
              <a:ahLst/>
              <a:cxnLst/>
              <a:rect l="l" t="t" r="r" b="b"/>
              <a:pathLst>
                <a:path w="22190" h="1414" extrusionOk="0">
                  <a:moveTo>
                    <a:pt x="0" y="1"/>
                  </a:moveTo>
                  <a:lnTo>
                    <a:pt x="0" y="1414"/>
                  </a:lnTo>
                  <a:lnTo>
                    <a:pt x="22190" y="1414"/>
                  </a:lnTo>
                  <a:lnTo>
                    <a:pt x="2219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9"/>
            <p:cNvSpPr/>
            <p:nvPr/>
          </p:nvSpPr>
          <p:spPr>
            <a:xfrm>
              <a:off x="2994713" y="2224360"/>
              <a:ext cx="333286" cy="551387"/>
            </a:xfrm>
            <a:custGeom>
              <a:avLst/>
              <a:gdLst/>
              <a:ahLst/>
              <a:cxnLst/>
              <a:rect l="l" t="t" r="r" b="b"/>
              <a:pathLst>
                <a:path w="23608" h="39057" extrusionOk="0">
                  <a:moveTo>
                    <a:pt x="1" y="1"/>
                  </a:moveTo>
                  <a:lnTo>
                    <a:pt x="1" y="10196"/>
                  </a:lnTo>
                  <a:cubicBezTo>
                    <a:pt x="1" y="13141"/>
                    <a:pt x="1622" y="15851"/>
                    <a:pt x="4220" y="17241"/>
                  </a:cubicBezTo>
                  <a:lnTo>
                    <a:pt x="18720" y="25012"/>
                  </a:lnTo>
                  <a:cubicBezTo>
                    <a:pt x="20862" y="26159"/>
                    <a:pt x="22198" y="28386"/>
                    <a:pt x="22194" y="30814"/>
                  </a:cubicBezTo>
                  <a:lnTo>
                    <a:pt x="22194" y="39056"/>
                  </a:lnTo>
                  <a:lnTo>
                    <a:pt x="23607" y="39056"/>
                  </a:lnTo>
                  <a:lnTo>
                    <a:pt x="23607" y="30814"/>
                  </a:lnTo>
                  <a:cubicBezTo>
                    <a:pt x="23607" y="27865"/>
                    <a:pt x="21986" y="25159"/>
                    <a:pt x="19388" y="23769"/>
                  </a:cubicBezTo>
                  <a:lnTo>
                    <a:pt x="4888" y="15998"/>
                  </a:lnTo>
                  <a:cubicBezTo>
                    <a:pt x="2749" y="14852"/>
                    <a:pt x="1414" y="12620"/>
                    <a:pt x="1414" y="10192"/>
                  </a:cubicBezTo>
                  <a:lnTo>
                    <a:pt x="14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9"/>
            <p:cNvSpPr/>
            <p:nvPr/>
          </p:nvSpPr>
          <p:spPr>
            <a:xfrm>
              <a:off x="2994713" y="2224360"/>
              <a:ext cx="333286" cy="551387"/>
            </a:xfrm>
            <a:custGeom>
              <a:avLst/>
              <a:gdLst/>
              <a:ahLst/>
              <a:cxnLst/>
              <a:rect l="l" t="t" r="r" b="b"/>
              <a:pathLst>
                <a:path w="23608" h="39057" extrusionOk="0">
                  <a:moveTo>
                    <a:pt x="22194" y="1"/>
                  </a:moveTo>
                  <a:lnTo>
                    <a:pt x="22194" y="10192"/>
                  </a:lnTo>
                  <a:cubicBezTo>
                    <a:pt x="22198" y="12620"/>
                    <a:pt x="20862" y="14852"/>
                    <a:pt x="18720" y="15998"/>
                  </a:cubicBezTo>
                  <a:lnTo>
                    <a:pt x="4224" y="23769"/>
                  </a:lnTo>
                  <a:cubicBezTo>
                    <a:pt x="1622" y="25159"/>
                    <a:pt x="1" y="27869"/>
                    <a:pt x="5" y="30814"/>
                  </a:cubicBezTo>
                  <a:lnTo>
                    <a:pt x="5" y="39056"/>
                  </a:lnTo>
                  <a:lnTo>
                    <a:pt x="1418" y="39056"/>
                  </a:lnTo>
                  <a:lnTo>
                    <a:pt x="1418" y="30814"/>
                  </a:lnTo>
                  <a:cubicBezTo>
                    <a:pt x="1414" y="28386"/>
                    <a:pt x="2749" y="26159"/>
                    <a:pt x="4892" y="25012"/>
                  </a:cubicBezTo>
                  <a:lnTo>
                    <a:pt x="19388" y="17237"/>
                  </a:lnTo>
                  <a:cubicBezTo>
                    <a:pt x="21986" y="15848"/>
                    <a:pt x="23607" y="13141"/>
                    <a:pt x="23607" y="10192"/>
                  </a:cubicBezTo>
                  <a:lnTo>
                    <a:pt x="236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 name="Google Shape;607;p19"/>
          <p:cNvGrpSpPr/>
          <p:nvPr/>
        </p:nvGrpSpPr>
        <p:grpSpPr>
          <a:xfrm rot="745016" flipH="1">
            <a:off x="8139437" y="153075"/>
            <a:ext cx="138060" cy="319948"/>
            <a:chOff x="3789373" y="1135858"/>
            <a:chExt cx="273103" cy="632902"/>
          </a:xfrm>
        </p:grpSpPr>
        <p:sp>
          <p:nvSpPr>
            <p:cNvPr id="608" name="Google Shape;608;p19"/>
            <p:cNvSpPr/>
            <p:nvPr/>
          </p:nvSpPr>
          <p:spPr>
            <a:xfrm>
              <a:off x="3864846" y="1452274"/>
              <a:ext cx="187664" cy="302157"/>
            </a:xfrm>
            <a:custGeom>
              <a:avLst/>
              <a:gdLst/>
              <a:ahLst/>
              <a:cxnLst/>
              <a:rect l="l" t="t" r="r" b="b"/>
              <a:pathLst>
                <a:path w="13293" h="21403" extrusionOk="0">
                  <a:moveTo>
                    <a:pt x="5" y="0"/>
                  </a:moveTo>
                  <a:lnTo>
                    <a:pt x="5" y="12740"/>
                  </a:lnTo>
                  <a:cubicBezTo>
                    <a:pt x="1" y="16797"/>
                    <a:pt x="2726" y="20349"/>
                    <a:pt x="6644" y="21402"/>
                  </a:cubicBezTo>
                  <a:cubicBezTo>
                    <a:pt x="10563" y="20352"/>
                    <a:pt x="13292" y="16797"/>
                    <a:pt x="13288" y="12740"/>
                  </a:cubicBezTo>
                  <a:lnTo>
                    <a:pt x="13288"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9"/>
            <p:cNvSpPr/>
            <p:nvPr/>
          </p:nvSpPr>
          <p:spPr>
            <a:xfrm>
              <a:off x="3789373" y="1135858"/>
              <a:ext cx="273047" cy="326397"/>
            </a:xfrm>
            <a:custGeom>
              <a:avLst/>
              <a:gdLst/>
              <a:ahLst/>
              <a:cxnLst/>
              <a:rect l="l" t="t" r="r" b="b"/>
              <a:pathLst>
                <a:path w="19341" h="23120" extrusionOk="0">
                  <a:moveTo>
                    <a:pt x="9721" y="1413"/>
                  </a:moveTo>
                  <a:cubicBezTo>
                    <a:pt x="14249" y="1413"/>
                    <a:pt x="17928" y="5096"/>
                    <a:pt x="17928" y="9620"/>
                  </a:cubicBezTo>
                  <a:lnTo>
                    <a:pt x="17928" y="21707"/>
                  </a:lnTo>
                  <a:lnTo>
                    <a:pt x="1409" y="21707"/>
                  </a:lnTo>
                  <a:lnTo>
                    <a:pt x="1409" y="9620"/>
                  </a:lnTo>
                  <a:cubicBezTo>
                    <a:pt x="1409" y="5096"/>
                    <a:pt x="5092" y="1413"/>
                    <a:pt x="9620" y="1413"/>
                  </a:cubicBezTo>
                  <a:close/>
                  <a:moveTo>
                    <a:pt x="9620" y="0"/>
                  </a:moveTo>
                  <a:cubicBezTo>
                    <a:pt x="4316" y="0"/>
                    <a:pt x="0" y="4316"/>
                    <a:pt x="0" y="9620"/>
                  </a:cubicBezTo>
                  <a:lnTo>
                    <a:pt x="0" y="23120"/>
                  </a:lnTo>
                  <a:lnTo>
                    <a:pt x="19341" y="23120"/>
                  </a:lnTo>
                  <a:lnTo>
                    <a:pt x="19341" y="9620"/>
                  </a:lnTo>
                  <a:cubicBezTo>
                    <a:pt x="19341" y="4316"/>
                    <a:pt x="15025" y="0"/>
                    <a:pt x="9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9"/>
            <p:cNvSpPr/>
            <p:nvPr/>
          </p:nvSpPr>
          <p:spPr>
            <a:xfrm>
              <a:off x="3789373" y="1442307"/>
              <a:ext cx="273103" cy="326453"/>
            </a:xfrm>
            <a:custGeom>
              <a:avLst/>
              <a:gdLst/>
              <a:ahLst/>
              <a:cxnLst/>
              <a:rect l="l" t="t" r="r" b="b"/>
              <a:pathLst>
                <a:path w="19345" h="23124" extrusionOk="0">
                  <a:moveTo>
                    <a:pt x="17928" y="1413"/>
                  </a:moveTo>
                  <a:lnTo>
                    <a:pt x="17928" y="13446"/>
                  </a:lnTo>
                  <a:cubicBezTo>
                    <a:pt x="17932" y="18006"/>
                    <a:pt x="14233" y="21707"/>
                    <a:pt x="9674" y="21707"/>
                  </a:cubicBezTo>
                  <a:cubicBezTo>
                    <a:pt x="9671" y="21707"/>
                    <a:pt x="9669" y="21707"/>
                    <a:pt x="9667" y="21707"/>
                  </a:cubicBezTo>
                  <a:cubicBezTo>
                    <a:pt x="5115" y="21707"/>
                    <a:pt x="1413" y="18001"/>
                    <a:pt x="1413" y="13446"/>
                  </a:cubicBezTo>
                  <a:lnTo>
                    <a:pt x="1413" y="1413"/>
                  </a:lnTo>
                  <a:close/>
                  <a:moveTo>
                    <a:pt x="0" y="0"/>
                  </a:moveTo>
                  <a:lnTo>
                    <a:pt x="0" y="13446"/>
                  </a:lnTo>
                  <a:cubicBezTo>
                    <a:pt x="0" y="18781"/>
                    <a:pt x="4335" y="23124"/>
                    <a:pt x="9667" y="23124"/>
                  </a:cubicBezTo>
                  <a:cubicBezTo>
                    <a:pt x="15013" y="23124"/>
                    <a:pt x="19345" y="18789"/>
                    <a:pt x="19341" y="13446"/>
                  </a:cubicBezTo>
                  <a:lnTo>
                    <a:pt x="193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1" name="Google Shape;611;p19"/>
          <p:cNvGrpSpPr/>
          <p:nvPr/>
        </p:nvGrpSpPr>
        <p:grpSpPr>
          <a:xfrm flipH="1">
            <a:off x="8435977" y="404554"/>
            <a:ext cx="223134" cy="272917"/>
            <a:chOff x="3410431" y="2717682"/>
            <a:chExt cx="441412" cy="539896"/>
          </a:xfrm>
        </p:grpSpPr>
        <p:sp>
          <p:nvSpPr>
            <p:cNvPr id="612" name="Google Shape;612;p19"/>
            <p:cNvSpPr/>
            <p:nvPr/>
          </p:nvSpPr>
          <p:spPr>
            <a:xfrm>
              <a:off x="3493499" y="3040112"/>
              <a:ext cx="281771" cy="140893"/>
            </a:xfrm>
            <a:custGeom>
              <a:avLst/>
              <a:gdLst/>
              <a:ahLst/>
              <a:cxnLst/>
              <a:rect l="l" t="t" r="r" b="b"/>
              <a:pathLst>
                <a:path w="19959" h="9980" extrusionOk="0">
                  <a:moveTo>
                    <a:pt x="0" y="0"/>
                  </a:moveTo>
                  <a:cubicBezTo>
                    <a:pt x="0" y="5513"/>
                    <a:pt x="4467" y="9979"/>
                    <a:pt x="9979" y="9979"/>
                  </a:cubicBezTo>
                  <a:cubicBezTo>
                    <a:pt x="15492" y="9979"/>
                    <a:pt x="19958" y="5513"/>
                    <a:pt x="19958"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9"/>
            <p:cNvSpPr/>
            <p:nvPr/>
          </p:nvSpPr>
          <p:spPr>
            <a:xfrm>
              <a:off x="3410431" y="2717682"/>
              <a:ext cx="441412" cy="539896"/>
            </a:xfrm>
            <a:custGeom>
              <a:avLst/>
              <a:gdLst/>
              <a:ahLst/>
              <a:cxnLst/>
              <a:rect l="l" t="t" r="r" b="b"/>
              <a:pathLst>
                <a:path w="31267" h="38243" extrusionOk="0">
                  <a:moveTo>
                    <a:pt x="18967" y="1414"/>
                  </a:moveTo>
                  <a:lnTo>
                    <a:pt x="18967" y="6900"/>
                  </a:lnTo>
                  <a:cubicBezTo>
                    <a:pt x="18971" y="8177"/>
                    <a:pt x="19751" y="9328"/>
                    <a:pt x="20943" y="9803"/>
                  </a:cubicBezTo>
                  <a:cubicBezTo>
                    <a:pt x="26356" y="11910"/>
                    <a:pt x="29857" y="17029"/>
                    <a:pt x="29857" y="22839"/>
                  </a:cubicBezTo>
                  <a:cubicBezTo>
                    <a:pt x="29865" y="26588"/>
                    <a:pt x="28363" y="30182"/>
                    <a:pt x="25684" y="32803"/>
                  </a:cubicBezTo>
                  <a:cubicBezTo>
                    <a:pt x="23058" y="35391"/>
                    <a:pt x="19598" y="36832"/>
                    <a:pt x="15928" y="36832"/>
                  </a:cubicBezTo>
                  <a:cubicBezTo>
                    <a:pt x="15837" y="36832"/>
                    <a:pt x="15746" y="36831"/>
                    <a:pt x="15655" y="36829"/>
                  </a:cubicBezTo>
                  <a:cubicBezTo>
                    <a:pt x="8474" y="36725"/>
                    <a:pt x="2437" y="31046"/>
                    <a:pt x="1912" y="23901"/>
                  </a:cubicBezTo>
                  <a:cubicBezTo>
                    <a:pt x="1456" y="17705"/>
                    <a:pt x="5027" y="12038"/>
                    <a:pt x="10798" y="9795"/>
                  </a:cubicBezTo>
                  <a:cubicBezTo>
                    <a:pt x="11972" y="9339"/>
                    <a:pt x="12759" y="8173"/>
                    <a:pt x="12759" y="6896"/>
                  </a:cubicBezTo>
                  <a:lnTo>
                    <a:pt x="12759" y="1414"/>
                  </a:lnTo>
                  <a:close/>
                  <a:moveTo>
                    <a:pt x="11350" y="1"/>
                  </a:moveTo>
                  <a:lnTo>
                    <a:pt x="11350" y="6900"/>
                  </a:lnTo>
                  <a:cubicBezTo>
                    <a:pt x="11350" y="7602"/>
                    <a:pt x="10922" y="8235"/>
                    <a:pt x="10289" y="8482"/>
                  </a:cubicBezTo>
                  <a:cubicBezTo>
                    <a:pt x="3935" y="10949"/>
                    <a:pt x="1" y="17191"/>
                    <a:pt x="503" y="24009"/>
                  </a:cubicBezTo>
                  <a:cubicBezTo>
                    <a:pt x="1082" y="31872"/>
                    <a:pt x="7729" y="38126"/>
                    <a:pt x="15635" y="38242"/>
                  </a:cubicBezTo>
                  <a:lnTo>
                    <a:pt x="15863" y="38242"/>
                  </a:lnTo>
                  <a:cubicBezTo>
                    <a:pt x="24371" y="38238"/>
                    <a:pt x="31266" y="31344"/>
                    <a:pt x="31266" y="22839"/>
                  </a:cubicBezTo>
                  <a:cubicBezTo>
                    <a:pt x="31266" y="16439"/>
                    <a:pt x="27413" y="10806"/>
                    <a:pt x="21453" y="8482"/>
                  </a:cubicBezTo>
                  <a:cubicBezTo>
                    <a:pt x="20804" y="8224"/>
                    <a:pt x="20380" y="7594"/>
                    <a:pt x="20380" y="6896"/>
                  </a:cubicBezTo>
                  <a:lnTo>
                    <a:pt x="203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9"/>
            <p:cNvSpPr/>
            <p:nvPr/>
          </p:nvSpPr>
          <p:spPr>
            <a:xfrm>
              <a:off x="3539592" y="2717682"/>
              <a:ext cx="189513" cy="19962"/>
            </a:xfrm>
            <a:custGeom>
              <a:avLst/>
              <a:gdLst/>
              <a:ahLst/>
              <a:cxnLst/>
              <a:rect l="l" t="t" r="r" b="b"/>
              <a:pathLst>
                <a:path w="13424" h="1414" extrusionOk="0">
                  <a:moveTo>
                    <a:pt x="1" y="1"/>
                  </a:moveTo>
                  <a:lnTo>
                    <a:pt x="1" y="1414"/>
                  </a:lnTo>
                  <a:lnTo>
                    <a:pt x="13424" y="1414"/>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5" name="Google Shape;615;p19"/>
          <p:cNvGrpSpPr/>
          <p:nvPr/>
        </p:nvGrpSpPr>
        <p:grpSpPr>
          <a:xfrm flipH="1">
            <a:off x="628799" y="199568"/>
            <a:ext cx="285768" cy="240767"/>
            <a:chOff x="4264060" y="1424745"/>
            <a:chExt cx="543905" cy="458254"/>
          </a:xfrm>
        </p:grpSpPr>
        <p:sp>
          <p:nvSpPr>
            <p:cNvPr id="616" name="Google Shape;616;p19"/>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9"/>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8" name="Google Shape;618;p19"/>
          <p:cNvGrpSpPr/>
          <p:nvPr/>
        </p:nvGrpSpPr>
        <p:grpSpPr>
          <a:xfrm rot="-850670" flipH="1">
            <a:off x="1110561" y="225863"/>
            <a:ext cx="247823" cy="248717"/>
            <a:chOff x="2694759" y="3017326"/>
            <a:chExt cx="485600" cy="487350"/>
          </a:xfrm>
        </p:grpSpPr>
        <p:sp>
          <p:nvSpPr>
            <p:cNvPr id="619" name="Google Shape;619;p19"/>
            <p:cNvSpPr/>
            <p:nvPr/>
          </p:nvSpPr>
          <p:spPr>
            <a:xfrm>
              <a:off x="2694759" y="3095960"/>
              <a:ext cx="485600" cy="408716"/>
            </a:xfrm>
            <a:custGeom>
              <a:avLst/>
              <a:gdLst/>
              <a:ahLst/>
              <a:cxnLst/>
              <a:rect l="l" t="t" r="r" b="b"/>
              <a:pathLst>
                <a:path w="34397" h="28951" extrusionOk="0">
                  <a:moveTo>
                    <a:pt x="26096" y="1414"/>
                  </a:moveTo>
                  <a:cubicBezTo>
                    <a:pt x="29895" y="1414"/>
                    <a:pt x="32983" y="4502"/>
                    <a:pt x="32983" y="8297"/>
                  </a:cubicBezTo>
                  <a:lnTo>
                    <a:pt x="32983" y="20650"/>
                  </a:lnTo>
                  <a:cubicBezTo>
                    <a:pt x="32983" y="24445"/>
                    <a:pt x="29895" y="27533"/>
                    <a:pt x="26096" y="27533"/>
                  </a:cubicBezTo>
                  <a:lnTo>
                    <a:pt x="8296" y="27533"/>
                  </a:lnTo>
                  <a:cubicBezTo>
                    <a:pt x="4498" y="27533"/>
                    <a:pt x="1409" y="24445"/>
                    <a:pt x="1409" y="20650"/>
                  </a:cubicBezTo>
                  <a:lnTo>
                    <a:pt x="1409" y="8297"/>
                  </a:lnTo>
                  <a:cubicBezTo>
                    <a:pt x="1409" y="4502"/>
                    <a:pt x="4498" y="1414"/>
                    <a:pt x="8296" y="1414"/>
                  </a:cubicBezTo>
                  <a:close/>
                  <a:moveTo>
                    <a:pt x="8296" y="1"/>
                  </a:moveTo>
                  <a:cubicBezTo>
                    <a:pt x="3722" y="1"/>
                    <a:pt x="0" y="3726"/>
                    <a:pt x="0" y="8297"/>
                  </a:cubicBezTo>
                  <a:lnTo>
                    <a:pt x="0" y="20650"/>
                  </a:lnTo>
                  <a:cubicBezTo>
                    <a:pt x="0" y="25225"/>
                    <a:pt x="3722" y="28950"/>
                    <a:pt x="8296" y="28950"/>
                  </a:cubicBezTo>
                  <a:lnTo>
                    <a:pt x="26096" y="28950"/>
                  </a:lnTo>
                  <a:cubicBezTo>
                    <a:pt x="30675" y="28950"/>
                    <a:pt x="34396" y="25225"/>
                    <a:pt x="34396" y="20650"/>
                  </a:cubicBezTo>
                  <a:lnTo>
                    <a:pt x="34396" y="8297"/>
                  </a:lnTo>
                  <a:cubicBezTo>
                    <a:pt x="34396" y="3726"/>
                    <a:pt x="30671" y="1"/>
                    <a:pt x="26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9"/>
            <p:cNvSpPr/>
            <p:nvPr/>
          </p:nvSpPr>
          <p:spPr>
            <a:xfrm>
              <a:off x="2884300" y="3202562"/>
              <a:ext cx="106460" cy="195457"/>
            </a:xfrm>
            <a:custGeom>
              <a:avLst/>
              <a:gdLst/>
              <a:ahLst/>
              <a:cxnLst/>
              <a:rect l="l" t="t" r="r" b="b"/>
              <a:pathLst>
                <a:path w="7541" h="13845" extrusionOk="0">
                  <a:moveTo>
                    <a:pt x="1" y="1"/>
                  </a:moveTo>
                  <a:lnTo>
                    <a:pt x="1" y="13844"/>
                  </a:lnTo>
                  <a:lnTo>
                    <a:pt x="7540" y="13844"/>
                  </a:lnTo>
                  <a:lnTo>
                    <a:pt x="754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9"/>
            <p:cNvSpPr/>
            <p:nvPr/>
          </p:nvSpPr>
          <p:spPr>
            <a:xfrm>
              <a:off x="2839830" y="3247088"/>
              <a:ext cx="195443" cy="106460"/>
            </a:xfrm>
            <a:custGeom>
              <a:avLst/>
              <a:gdLst/>
              <a:ahLst/>
              <a:cxnLst/>
              <a:rect l="l" t="t" r="r" b="b"/>
              <a:pathLst>
                <a:path w="13844" h="7541" extrusionOk="0">
                  <a:moveTo>
                    <a:pt x="1" y="1"/>
                  </a:moveTo>
                  <a:lnTo>
                    <a:pt x="1" y="7540"/>
                  </a:lnTo>
                  <a:lnTo>
                    <a:pt x="13844" y="7540"/>
                  </a:lnTo>
                  <a:lnTo>
                    <a:pt x="13844"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9"/>
            <p:cNvSpPr/>
            <p:nvPr/>
          </p:nvSpPr>
          <p:spPr>
            <a:xfrm>
              <a:off x="2829863" y="3017326"/>
              <a:ext cx="215391" cy="98597"/>
            </a:xfrm>
            <a:custGeom>
              <a:avLst/>
              <a:gdLst/>
              <a:ahLst/>
              <a:cxnLst/>
              <a:rect l="l" t="t" r="r" b="b"/>
              <a:pathLst>
                <a:path w="15257" h="6984" extrusionOk="0">
                  <a:moveTo>
                    <a:pt x="11300" y="1413"/>
                  </a:moveTo>
                  <a:cubicBezTo>
                    <a:pt x="12701" y="1413"/>
                    <a:pt x="13840" y="2552"/>
                    <a:pt x="13844" y="3957"/>
                  </a:cubicBezTo>
                  <a:lnTo>
                    <a:pt x="13844" y="5571"/>
                  </a:lnTo>
                  <a:lnTo>
                    <a:pt x="1413" y="5571"/>
                  </a:lnTo>
                  <a:lnTo>
                    <a:pt x="1413" y="3957"/>
                  </a:lnTo>
                  <a:cubicBezTo>
                    <a:pt x="1413" y="2552"/>
                    <a:pt x="2552" y="1413"/>
                    <a:pt x="3957" y="1413"/>
                  </a:cubicBezTo>
                  <a:close/>
                  <a:moveTo>
                    <a:pt x="3957" y="0"/>
                  </a:moveTo>
                  <a:cubicBezTo>
                    <a:pt x="1772" y="0"/>
                    <a:pt x="0" y="1772"/>
                    <a:pt x="0" y="3957"/>
                  </a:cubicBezTo>
                  <a:lnTo>
                    <a:pt x="0" y="6984"/>
                  </a:lnTo>
                  <a:lnTo>
                    <a:pt x="15256" y="6984"/>
                  </a:lnTo>
                  <a:lnTo>
                    <a:pt x="15256" y="3957"/>
                  </a:lnTo>
                  <a:cubicBezTo>
                    <a:pt x="15253" y="1772"/>
                    <a:pt x="13481" y="0"/>
                    <a:pt x="113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3" name="Google Shape;623;p19"/>
          <p:cNvGrpSpPr/>
          <p:nvPr/>
        </p:nvGrpSpPr>
        <p:grpSpPr>
          <a:xfrm rot="899971" flipH="1">
            <a:off x="177613" y="233142"/>
            <a:ext cx="232541" cy="414588"/>
            <a:chOff x="308050" y="960575"/>
            <a:chExt cx="360600" cy="642900"/>
          </a:xfrm>
        </p:grpSpPr>
        <p:sp>
          <p:nvSpPr>
            <p:cNvPr id="624" name="Google Shape;624;p19"/>
            <p:cNvSpPr/>
            <p:nvPr/>
          </p:nvSpPr>
          <p:spPr>
            <a:xfrm rot="380">
              <a:off x="397058" y="1130178"/>
              <a:ext cx="182601" cy="182601"/>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5" name="Google Shape;625;p19"/>
            <p:cNvGrpSpPr/>
            <p:nvPr/>
          </p:nvGrpSpPr>
          <p:grpSpPr>
            <a:xfrm>
              <a:off x="308050" y="960575"/>
              <a:ext cx="360600" cy="642900"/>
              <a:chOff x="839250" y="836025"/>
              <a:chExt cx="360600" cy="642900"/>
            </a:xfrm>
          </p:grpSpPr>
          <p:sp>
            <p:nvSpPr>
              <p:cNvPr id="626" name="Google Shape;626;p19"/>
              <p:cNvSpPr/>
              <p:nvPr/>
            </p:nvSpPr>
            <p:spPr>
              <a:xfrm>
                <a:off x="839250" y="836025"/>
                <a:ext cx="360600" cy="642900"/>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7" name="Google Shape;627;p19"/>
              <p:cNvCxnSpPr/>
              <p:nvPr/>
            </p:nvCxnSpPr>
            <p:spPr>
              <a:xfrm>
                <a:off x="839250" y="901900"/>
                <a:ext cx="359100" cy="0"/>
              </a:xfrm>
              <a:prstGeom prst="straightConnector1">
                <a:avLst/>
              </a:prstGeom>
              <a:noFill/>
              <a:ln w="9525" cap="flat" cmpd="sng">
                <a:solidFill>
                  <a:schemeClr val="lt1"/>
                </a:solidFill>
                <a:prstDash val="solid"/>
                <a:round/>
                <a:headEnd type="none" w="med" len="med"/>
                <a:tailEnd type="none" w="med" len="med"/>
              </a:ln>
            </p:spPr>
          </p:cxnSp>
          <p:cxnSp>
            <p:nvCxnSpPr>
              <p:cNvPr id="628" name="Google Shape;628;p19"/>
              <p:cNvCxnSpPr/>
              <p:nvPr/>
            </p:nvCxnSpPr>
            <p:spPr>
              <a:xfrm>
                <a:off x="839250" y="1377100"/>
                <a:ext cx="359100" cy="0"/>
              </a:xfrm>
              <a:prstGeom prst="straightConnector1">
                <a:avLst/>
              </a:prstGeom>
              <a:noFill/>
              <a:ln w="9525" cap="flat" cmpd="sng">
                <a:solidFill>
                  <a:schemeClr val="lt1"/>
                </a:solidFill>
                <a:prstDash val="solid"/>
                <a:round/>
                <a:headEnd type="none" w="med" len="med"/>
                <a:tailEnd type="none" w="med" len="med"/>
              </a:ln>
            </p:spPr>
          </p:cxnSp>
          <p:sp>
            <p:nvSpPr>
              <p:cNvPr id="629" name="Google Shape;629;p19"/>
              <p:cNvSpPr/>
              <p:nvPr/>
            </p:nvSpPr>
            <p:spPr>
              <a:xfrm>
                <a:off x="997950" y="1406425"/>
                <a:ext cx="43200" cy="43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30" name="Google Shape;630;p19"/>
          <p:cNvSpPr/>
          <p:nvPr/>
        </p:nvSpPr>
        <p:spPr>
          <a:xfrm flipH="1">
            <a:off x="577531" y="4909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9"/>
          <p:cNvSpPr/>
          <p:nvPr/>
        </p:nvSpPr>
        <p:spPr>
          <a:xfrm flipH="1">
            <a:off x="8998031" y="459573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9"/>
          <p:cNvSpPr/>
          <p:nvPr/>
        </p:nvSpPr>
        <p:spPr>
          <a:xfrm flipH="1">
            <a:off x="477331" y="495161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9"/>
          <p:cNvSpPr/>
          <p:nvPr/>
        </p:nvSpPr>
        <p:spPr>
          <a:xfrm flipH="1">
            <a:off x="8751631" y="4802886"/>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9"/>
          <p:cNvSpPr/>
          <p:nvPr/>
        </p:nvSpPr>
        <p:spPr>
          <a:xfrm flipH="1">
            <a:off x="127931" y="469596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9"/>
          <p:cNvSpPr txBox="1">
            <a:spLocks noGrp="1"/>
          </p:cNvSpPr>
          <p:nvPr>
            <p:ph type="title"/>
          </p:nvPr>
        </p:nvSpPr>
        <p:spPr>
          <a:xfrm>
            <a:off x="713225" y="539500"/>
            <a:ext cx="7717500" cy="692100"/>
          </a:xfrm>
          <a:prstGeom prst="rect">
            <a:avLst/>
          </a:prstGeom>
        </p:spPr>
        <p:txBody>
          <a:bodyPr spcFirstLastPara="1" wrap="square" lIns="91425" tIns="91425" rIns="91425" bIns="91425" anchor="t" anchorCtr="0">
            <a:noAutofit/>
          </a:bodyPr>
          <a:lstStyle>
            <a:lvl1pPr lvl="0" algn="l" rtl="0">
              <a:spcBef>
                <a:spcPts val="0"/>
              </a:spcBef>
              <a:spcAft>
                <a:spcPts val="0"/>
              </a:spcAft>
              <a:buSzPts val="4600"/>
              <a:buNone/>
              <a:defRPr/>
            </a:lvl1pPr>
            <a:lvl2pPr lvl="1" algn="l" rtl="0">
              <a:spcBef>
                <a:spcPts val="0"/>
              </a:spcBef>
              <a:spcAft>
                <a:spcPts val="0"/>
              </a:spcAft>
              <a:buSzPts val="4600"/>
              <a:buNone/>
              <a:defRPr/>
            </a:lvl2pPr>
            <a:lvl3pPr lvl="2" algn="l" rtl="0">
              <a:spcBef>
                <a:spcPts val="0"/>
              </a:spcBef>
              <a:spcAft>
                <a:spcPts val="0"/>
              </a:spcAft>
              <a:buSzPts val="4600"/>
              <a:buNone/>
              <a:defRPr/>
            </a:lvl3pPr>
            <a:lvl4pPr lvl="3" algn="l" rtl="0">
              <a:spcBef>
                <a:spcPts val="0"/>
              </a:spcBef>
              <a:spcAft>
                <a:spcPts val="0"/>
              </a:spcAft>
              <a:buSzPts val="4600"/>
              <a:buNone/>
              <a:defRPr/>
            </a:lvl4pPr>
            <a:lvl5pPr lvl="4" algn="l" rtl="0">
              <a:spcBef>
                <a:spcPts val="0"/>
              </a:spcBef>
              <a:spcAft>
                <a:spcPts val="0"/>
              </a:spcAft>
              <a:buSzPts val="4600"/>
              <a:buNone/>
              <a:defRPr/>
            </a:lvl5pPr>
            <a:lvl6pPr lvl="5" algn="l" rtl="0">
              <a:spcBef>
                <a:spcPts val="0"/>
              </a:spcBef>
              <a:spcAft>
                <a:spcPts val="0"/>
              </a:spcAft>
              <a:buSzPts val="4600"/>
              <a:buNone/>
              <a:defRPr/>
            </a:lvl6pPr>
            <a:lvl7pPr lvl="6" algn="l" rtl="0">
              <a:spcBef>
                <a:spcPts val="0"/>
              </a:spcBef>
              <a:spcAft>
                <a:spcPts val="0"/>
              </a:spcAft>
              <a:buSzPts val="4600"/>
              <a:buNone/>
              <a:defRPr/>
            </a:lvl7pPr>
            <a:lvl8pPr lvl="7" algn="l" rtl="0">
              <a:spcBef>
                <a:spcPts val="0"/>
              </a:spcBef>
              <a:spcAft>
                <a:spcPts val="0"/>
              </a:spcAft>
              <a:buSzPts val="4600"/>
              <a:buNone/>
              <a:defRPr/>
            </a:lvl8pPr>
            <a:lvl9pPr lvl="8" algn="l" rtl="0">
              <a:spcBef>
                <a:spcPts val="0"/>
              </a:spcBef>
              <a:spcAft>
                <a:spcPts val="0"/>
              </a:spcAft>
              <a:buSzPts val="46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1">
  <p:cSld name="CUSTOM_7_1_1">
    <p:spTree>
      <p:nvGrpSpPr>
        <p:cNvPr id="1" name="Shape 636"/>
        <p:cNvGrpSpPr/>
        <p:nvPr/>
      </p:nvGrpSpPr>
      <p:grpSpPr>
        <a:xfrm>
          <a:off x="0" y="0"/>
          <a:ext cx="0" cy="0"/>
          <a:chOff x="0" y="0"/>
          <a:chExt cx="0" cy="0"/>
        </a:xfrm>
      </p:grpSpPr>
      <p:sp>
        <p:nvSpPr>
          <p:cNvPr id="637" name="Google Shape;637;p20"/>
          <p:cNvSpPr txBox="1">
            <a:spLocks noGrp="1"/>
          </p:cNvSpPr>
          <p:nvPr>
            <p:ph type="title"/>
          </p:nvPr>
        </p:nvSpPr>
        <p:spPr>
          <a:xfrm>
            <a:off x="713225" y="539500"/>
            <a:ext cx="4797300" cy="76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600"/>
              <a:buNone/>
              <a:defRPr/>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sp>
        <p:nvSpPr>
          <p:cNvPr id="638" name="Google Shape;638;p20"/>
          <p:cNvSpPr txBox="1">
            <a:spLocks noGrp="1"/>
          </p:cNvSpPr>
          <p:nvPr>
            <p:ph type="subTitle" idx="1"/>
          </p:nvPr>
        </p:nvSpPr>
        <p:spPr>
          <a:xfrm>
            <a:off x="1189713" y="3619846"/>
            <a:ext cx="1742700" cy="585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1400"/>
              <a:buFont typeface="Raleway"/>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SzPts val="1400"/>
              <a:buFont typeface="Raleway"/>
              <a:buNone/>
              <a:defRPr>
                <a:latin typeface="Raleway"/>
                <a:ea typeface="Raleway"/>
                <a:cs typeface="Raleway"/>
                <a:sym typeface="Raleway"/>
              </a:defRPr>
            </a:lvl2pPr>
            <a:lvl3pPr lvl="2" rtl="0">
              <a:spcBef>
                <a:spcPts val="0"/>
              </a:spcBef>
              <a:spcAft>
                <a:spcPts val="0"/>
              </a:spcAft>
              <a:buSzPts val="1400"/>
              <a:buFont typeface="Raleway"/>
              <a:buNone/>
              <a:defRPr>
                <a:latin typeface="Raleway"/>
                <a:ea typeface="Raleway"/>
                <a:cs typeface="Raleway"/>
                <a:sym typeface="Raleway"/>
              </a:defRPr>
            </a:lvl3pPr>
            <a:lvl4pPr lvl="3" rtl="0">
              <a:spcBef>
                <a:spcPts val="0"/>
              </a:spcBef>
              <a:spcAft>
                <a:spcPts val="0"/>
              </a:spcAft>
              <a:buSzPts val="1400"/>
              <a:buFont typeface="Raleway"/>
              <a:buNone/>
              <a:defRPr>
                <a:latin typeface="Raleway"/>
                <a:ea typeface="Raleway"/>
                <a:cs typeface="Raleway"/>
                <a:sym typeface="Raleway"/>
              </a:defRPr>
            </a:lvl4pPr>
            <a:lvl5pPr lvl="4" rtl="0">
              <a:spcBef>
                <a:spcPts val="0"/>
              </a:spcBef>
              <a:spcAft>
                <a:spcPts val="0"/>
              </a:spcAft>
              <a:buSzPts val="1400"/>
              <a:buFont typeface="Raleway"/>
              <a:buNone/>
              <a:defRPr>
                <a:latin typeface="Raleway"/>
                <a:ea typeface="Raleway"/>
                <a:cs typeface="Raleway"/>
                <a:sym typeface="Raleway"/>
              </a:defRPr>
            </a:lvl5pPr>
            <a:lvl6pPr lvl="5" rtl="0">
              <a:spcBef>
                <a:spcPts val="0"/>
              </a:spcBef>
              <a:spcAft>
                <a:spcPts val="0"/>
              </a:spcAft>
              <a:buSzPts val="1400"/>
              <a:buFont typeface="Raleway"/>
              <a:buNone/>
              <a:defRPr>
                <a:latin typeface="Raleway"/>
                <a:ea typeface="Raleway"/>
                <a:cs typeface="Raleway"/>
                <a:sym typeface="Raleway"/>
              </a:defRPr>
            </a:lvl6pPr>
            <a:lvl7pPr lvl="6" rtl="0">
              <a:spcBef>
                <a:spcPts val="0"/>
              </a:spcBef>
              <a:spcAft>
                <a:spcPts val="0"/>
              </a:spcAft>
              <a:buSzPts val="1400"/>
              <a:buFont typeface="Raleway"/>
              <a:buNone/>
              <a:defRPr>
                <a:latin typeface="Raleway"/>
                <a:ea typeface="Raleway"/>
                <a:cs typeface="Raleway"/>
                <a:sym typeface="Raleway"/>
              </a:defRPr>
            </a:lvl7pPr>
            <a:lvl8pPr lvl="7" rtl="0">
              <a:spcBef>
                <a:spcPts val="0"/>
              </a:spcBef>
              <a:spcAft>
                <a:spcPts val="0"/>
              </a:spcAft>
              <a:buSzPts val="1400"/>
              <a:buFont typeface="Raleway"/>
              <a:buNone/>
              <a:defRPr>
                <a:latin typeface="Raleway"/>
                <a:ea typeface="Raleway"/>
                <a:cs typeface="Raleway"/>
                <a:sym typeface="Raleway"/>
              </a:defRPr>
            </a:lvl8pPr>
            <a:lvl9pPr lvl="8" rtl="0">
              <a:spcBef>
                <a:spcPts val="0"/>
              </a:spcBef>
              <a:spcAft>
                <a:spcPts val="0"/>
              </a:spcAft>
              <a:buSzPts val="1400"/>
              <a:buFont typeface="Raleway"/>
              <a:buNone/>
              <a:defRPr>
                <a:latin typeface="Raleway"/>
                <a:ea typeface="Raleway"/>
                <a:cs typeface="Raleway"/>
                <a:sym typeface="Raleway"/>
              </a:defRPr>
            </a:lvl9pPr>
          </a:lstStyle>
          <a:p>
            <a:endParaRPr/>
          </a:p>
        </p:txBody>
      </p:sp>
      <p:sp>
        <p:nvSpPr>
          <p:cNvPr id="639" name="Google Shape;639;p20"/>
          <p:cNvSpPr txBox="1">
            <a:spLocks noGrp="1"/>
          </p:cNvSpPr>
          <p:nvPr>
            <p:ph type="subTitle" idx="2"/>
          </p:nvPr>
        </p:nvSpPr>
        <p:spPr>
          <a:xfrm>
            <a:off x="1189713" y="3144289"/>
            <a:ext cx="1742700" cy="5355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200"/>
              <a:buFont typeface="Prompt Medium" panose="00000600000000000000"/>
              <a:buNone/>
              <a:defRPr sz="2200" b="1">
                <a:solidFill>
                  <a:schemeClr val="accent1"/>
                </a:solidFill>
                <a:latin typeface="Work Sans"/>
                <a:ea typeface="Work Sans"/>
                <a:cs typeface="Work Sans"/>
                <a:sym typeface="Work Sans"/>
              </a:defRPr>
            </a:lvl1pPr>
            <a:lvl2pPr lvl="1"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2pPr>
            <a:lvl3pPr lvl="2"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3pPr>
            <a:lvl4pPr lvl="3"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4pPr>
            <a:lvl5pPr lvl="4"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5pPr>
            <a:lvl6pPr lvl="5"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6pPr>
            <a:lvl7pPr lvl="6"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7pPr>
            <a:lvl8pPr lvl="7"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8pPr>
            <a:lvl9pPr lvl="8"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9pPr>
          </a:lstStyle>
          <a:p>
            <a:endParaRPr/>
          </a:p>
        </p:txBody>
      </p:sp>
      <p:sp>
        <p:nvSpPr>
          <p:cNvPr id="640" name="Google Shape;640;p20"/>
          <p:cNvSpPr txBox="1">
            <a:spLocks noGrp="1"/>
          </p:cNvSpPr>
          <p:nvPr>
            <p:ph type="subTitle" idx="3"/>
          </p:nvPr>
        </p:nvSpPr>
        <p:spPr>
          <a:xfrm>
            <a:off x="3291313" y="3619833"/>
            <a:ext cx="1742700" cy="585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1400"/>
              <a:buFont typeface="Raleway"/>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SzPts val="1400"/>
              <a:buFont typeface="Raleway"/>
              <a:buNone/>
              <a:defRPr>
                <a:latin typeface="Raleway"/>
                <a:ea typeface="Raleway"/>
                <a:cs typeface="Raleway"/>
                <a:sym typeface="Raleway"/>
              </a:defRPr>
            </a:lvl2pPr>
            <a:lvl3pPr lvl="2" rtl="0">
              <a:spcBef>
                <a:spcPts val="0"/>
              </a:spcBef>
              <a:spcAft>
                <a:spcPts val="0"/>
              </a:spcAft>
              <a:buSzPts val="1400"/>
              <a:buFont typeface="Raleway"/>
              <a:buNone/>
              <a:defRPr>
                <a:latin typeface="Raleway"/>
                <a:ea typeface="Raleway"/>
                <a:cs typeface="Raleway"/>
                <a:sym typeface="Raleway"/>
              </a:defRPr>
            </a:lvl3pPr>
            <a:lvl4pPr lvl="3" rtl="0">
              <a:spcBef>
                <a:spcPts val="0"/>
              </a:spcBef>
              <a:spcAft>
                <a:spcPts val="0"/>
              </a:spcAft>
              <a:buSzPts val="1400"/>
              <a:buFont typeface="Raleway"/>
              <a:buNone/>
              <a:defRPr>
                <a:latin typeface="Raleway"/>
                <a:ea typeface="Raleway"/>
                <a:cs typeface="Raleway"/>
                <a:sym typeface="Raleway"/>
              </a:defRPr>
            </a:lvl4pPr>
            <a:lvl5pPr lvl="4" rtl="0">
              <a:spcBef>
                <a:spcPts val="0"/>
              </a:spcBef>
              <a:spcAft>
                <a:spcPts val="0"/>
              </a:spcAft>
              <a:buSzPts val="1400"/>
              <a:buFont typeface="Raleway"/>
              <a:buNone/>
              <a:defRPr>
                <a:latin typeface="Raleway"/>
                <a:ea typeface="Raleway"/>
                <a:cs typeface="Raleway"/>
                <a:sym typeface="Raleway"/>
              </a:defRPr>
            </a:lvl5pPr>
            <a:lvl6pPr lvl="5" rtl="0">
              <a:spcBef>
                <a:spcPts val="0"/>
              </a:spcBef>
              <a:spcAft>
                <a:spcPts val="0"/>
              </a:spcAft>
              <a:buSzPts val="1400"/>
              <a:buFont typeface="Raleway"/>
              <a:buNone/>
              <a:defRPr>
                <a:latin typeface="Raleway"/>
                <a:ea typeface="Raleway"/>
                <a:cs typeface="Raleway"/>
                <a:sym typeface="Raleway"/>
              </a:defRPr>
            </a:lvl6pPr>
            <a:lvl7pPr lvl="6" rtl="0">
              <a:spcBef>
                <a:spcPts val="0"/>
              </a:spcBef>
              <a:spcAft>
                <a:spcPts val="0"/>
              </a:spcAft>
              <a:buSzPts val="1400"/>
              <a:buFont typeface="Raleway"/>
              <a:buNone/>
              <a:defRPr>
                <a:latin typeface="Raleway"/>
                <a:ea typeface="Raleway"/>
                <a:cs typeface="Raleway"/>
                <a:sym typeface="Raleway"/>
              </a:defRPr>
            </a:lvl7pPr>
            <a:lvl8pPr lvl="7" rtl="0">
              <a:spcBef>
                <a:spcPts val="0"/>
              </a:spcBef>
              <a:spcAft>
                <a:spcPts val="0"/>
              </a:spcAft>
              <a:buSzPts val="1400"/>
              <a:buFont typeface="Raleway"/>
              <a:buNone/>
              <a:defRPr>
                <a:latin typeface="Raleway"/>
                <a:ea typeface="Raleway"/>
                <a:cs typeface="Raleway"/>
                <a:sym typeface="Raleway"/>
              </a:defRPr>
            </a:lvl8pPr>
            <a:lvl9pPr lvl="8" rtl="0">
              <a:spcBef>
                <a:spcPts val="0"/>
              </a:spcBef>
              <a:spcAft>
                <a:spcPts val="0"/>
              </a:spcAft>
              <a:buSzPts val="1400"/>
              <a:buFont typeface="Raleway"/>
              <a:buNone/>
              <a:defRPr>
                <a:latin typeface="Raleway"/>
                <a:ea typeface="Raleway"/>
                <a:cs typeface="Raleway"/>
                <a:sym typeface="Raleway"/>
              </a:defRPr>
            </a:lvl9pPr>
          </a:lstStyle>
          <a:p>
            <a:endParaRPr/>
          </a:p>
        </p:txBody>
      </p:sp>
      <p:sp>
        <p:nvSpPr>
          <p:cNvPr id="641" name="Google Shape;641;p20"/>
          <p:cNvSpPr txBox="1">
            <a:spLocks noGrp="1"/>
          </p:cNvSpPr>
          <p:nvPr>
            <p:ph type="subTitle" idx="4"/>
          </p:nvPr>
        </p:nvSpPr>
        <p:spPr>
          <a:xfrm>
            <a:off x="3291313" y="3144279"/>
            <a:ext cx="1742700" cy="5355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200"/>
              <a:buFont typeface="Prompt Medium" panose="00000600000000000000"/>
              <a:buNone/>
              <a:defRPr sz="2200" b="1">
                <a:solidFill>
                  <a:schemeClr val="accent1"/>
                </a:solidFill>
                <a:latin typeface="Work Sans"/>
                <a:ea typeface="Work Sans"/>
                <a:cs typeface="Work Sans"/>
                <a:sym typeface="Work Sans"/>
              </a:defRPr>
            </a:lvl1pPr>
            <a:lvl2pPr lvl="1"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2pPr>
            <a:lvl3pPr lvl="2"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3pPr>
            <a:lvl4pPr lvl="3"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4pPr>
            <a:lvl5pPr lvl="4"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5pPr>
            <a:lvl6pPr lvl="5"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6pPr>
            <a:lvl7pPr lvl="6"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7pPr>
            <a:lvl8pPr lvl="7"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8pPr>
            <a:lvl9pPr lvl="8" rtl="0">
              <a:spcBef>
                <a:spcPts val="0"/>
              </a:spcBef>
              <a:spcAft>
                <a:spcPts val="0"/>
              </a:spcAft>
              <a:buSzPts val="2200"/>
              <a:buFont typeface="Prompt Medium" panose="00000600000000000000"/>
              <a:buNone/>
              <a:defRPr sz="2200">
                <a:latin typeface="Prompt Medium" panose="00000600000000000000"/>
                <a:ea typeface="Prompt Medium" panose="00000600000000000000"/>
                <a:cs typeface="Prompt Medium" panose="00000600000000000000"/>
                <a:sym typeface="Prompt Medium" panose="00000600000000000000"/>
              </a:defRPr>
            </a:lvl9pPr>
          </a:lstStyle>
          <a:p>
            <a:endParaRPr/>
          </a:p>
        </p:txBody>
      </p:sp>
      <p:grpSp>
        <p:nvGrpSpPr>
          <p:cNvPr id="642" name="Google Shape;642;p20"/>
          <p:cNvGrpSpPr/>
          <p:nvPr/>
        </p:nvGrpSpPr>
        <p:grpSpPr>
          <a:xfrm rot="-1485070">
            <a:off x="6450197" y="-133615"/>
            <a:ext cx="223421" cy="338620"/>
            <a:chOff x="3250805" y="3533264"/>
            <a:chExt cx="352189" cy="533783"/>
          </a:xfrm>
        </p:grpSpPr>
        <p:sp>
          <p:nvSpPr>
            <p:cNvPr id="643" name="Google Shape;643;p20"/>
            <p:cNvSpPr/>
            <p:nvPr/>
          </p:nvSpPr>
          <p:spPr>
            <a:xfrm>
              <a:off x="3343515" y="3654420"/>
              <a:ext cx="222421" cy="399878"/>
            </a:xfrm>
            <a:custGeom>
              <a:avLst/>
              <a:gdLst/>
              <a:ahLst/>
              <a:cxnLst/>
              <a:rect l="l" t="t" r="r" b="b"/>
              <a:pathLst>
                <a:path w="15755" h="28325" extrusionOk="0">
                  <a:moveTo>
                    <a:pt x="15751" y="0"/>
                  </a:moveTo>
                  <a:lnTo>
                    <a:pt x="0" y="4"/>
                  </a:lnTo>
                  <a:lnTo>
                    <a:pt x="0" y="18677"/>
                  </a:lnTo>
                  <a:cubicBezTo>
                    <a:pt x="0" y="23445"/>
                    <a:pt x="3386" y="27417"/>
                    <a:pt x="7879" y="28324"/>
                  </a:cubicBezTo>
                  <a:cubicBezTo>
                    <a:pt x="12462" y="27386"/>
                    <a:pt x="15755" y="23356"/>
                    <a:pt x="15751" y="18677"/>
                  </a:cubicBezTo>
                  <a:lnTo>
                    <a:pt x="1575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0"/>
            <p:cNvSpPr/>
            <p:nvPr/>
          </p:nvSpPr>
          <p:spPr>
            <a:xfrm>
              <a:off x="3454690" y="3724839"/>
              <a:ext cx="113039" cy="19948"/>
            </a:xfrm>
            <a:custGeom>
              <a:avLst/>
              <a:gdLst/>
              <a:ahLst/>
              <a:cxnLst/>
              <a:rect l="l" t="t" r="r" b="b"/>
              <a:pathLst>
                <a:path w="8007" h="1413" extrusionOk="0">
                  <a:moveTo>
                    <a:pt x="0" y="0"/>
                  </a:moveTo>
                  <a:lnTo>
                    <a:pt x="0" y="1413"/>
                  </a:lnTo>
                  <a:lnTo>
                    <a:pt x="8007" y="1413"/>
                  </a:lnTo>
                  <a:lnTo>
                    <a:pt x="80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0"/>
            <p:cNvSpPr/>
            <p:nvPr/>
          </p:nvSpPr>
          <p:spPr>
            <a:xfrm>
              <a:off x="3454690" y="3813609"/>
              <a:ext cx="113039" cy="19906"/>
            </a:xfrm>
            <a:custGeom>
              <a:avLst/>
              <a:gdLst/>
              <a:ahLst/>
              <a:cxnLst/>
              <a:rect l="l" t="t" r="r" b="b"/>
              <a:pathLst>
                <a:path w="8007" h="1410" extrusionOk="0">
                  <a:moveTo>
                    <a:pt x="0" y="1"/>
                  </a:moveTo>
                  <a:lnTo>
                    <a:pt x="0" y="1410"/>
                  </a:lnTo>
                  <a:lnTo>
                    <a:pt x="8007" y="1410"/>
                  </a:lnTo>
                  <a:lnTo>
                    <a:pt x="80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0"/>
            <p:cNvSpPr/>
            <p:nvPr/>
          </p:nvSpPr>
          <p:spPr>
            <a:xfrm>
              <a:off x="3454690" y="3902338"/>
              <a:ext cx="111189" cy="19962"/>
            </a:xfrm>
            <a:custGeom>
              <a:avLst/>
              <a:gdLst/>
              <a:ahLst/>
              <a:cxnLst/>
              <a:rect l="l" t="t" r="r" b="b"/>
              <a:pathLst>
                <a:path w="7876" h="1414" extrusionOk="0">
                  <a:moveTo>
                    <a:pt x="0" y="0"/>
                  </a:moveTo>
                  <a:lnTo>
                    <a:pt x="0" y="1413"/>
                  </a:lnTo>
                  <a:lnTo>
                    <a:pt x="7876" y="1413"/>
                  </a:lnTo>
                  <a:lnTo>
                    <a:pt x="78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0"/>
            <p:cNvSpPr/>
            <p:nvPr/>
          </p:nvSpPr>
          <p:spPr>
            <a:xfrm>
              <a:off x="3277953" y="3533264"/>
              <a:ext cx="297907" cy="533783"/>
            </a:xfrm>
            <a:custGeom>
              <a:avLst/>
              <a:gdLst/>
              <a:ahLst/>
              <a:cxnLst/>
              <a:rect l="l" t="t" r="r" b="b"/>
              <a:pathLst>
                <a:path w="21102" h="37810" extrusionOk="0">
                  <a:moveTo>
                    <a:pt x="19688" y="1414"/>
                  </a:moveTo>
                  <a:lnTo>
                    <a:pt x="19688" y="27259"/>
                  </a:lnTo>
                  <a:cubicBezTo>
                    <a:pt x="19688" y="31587"/>
                    <a:pt x="16619" y="35350"/>
                    <a:pt x="12381" y="36211"/>
                  </a:cubicBezTo>
                  <a:cubicBezTo>
                    <a:pt x="11778" y="36335"/>
                    <a:pt x="11164" y="36397"/>
                    <a:pt x="10551" y="36397"/>
                  </a:cubicBezTo>
                  <a:cubicBezTo>
                    <a:pt x="5513" y="36397"/>
                    <a:pt x="1413" y="32297"/>
                    <a:pt x="1413" y="27259"/>
                  </a:cubicBezTo>
                  <a:lnTo>
                    <a:pt x="1413" y="1414"/>
                  </a:lnTo>
                  <a:close/>
                  <a:moveTo>
                    <a:pt x="0" y="1"/>
                  </a:moveTo>
                  <a:lnTo>
                    <a:pt x="0" y="27259"/>
                  </a:lnTo>
                  <a:cubicBezTo>
                    <a:pt x="0" y="33077"/>
                    <a:pt x="4733" y="37810"/>
                    <a:pt x="10551" y="37810"/>
                  </a:cubicBezTo>
                  <a:cubicBezTo>
                    <a:pt x="11261" y="37810"/>
                    <a:pt x="11971" y="37740"/>
                    <a:pt x="12666" y="37593"/>
                  </a:cubicBezTo>
                  <a:cubicBezTo>
                    <a:pt x="17553" y="36601"/>
                    <a:pt x="21101" y="32254"/>
                    <a:pt x="21101" y="27259"/>
                  </a:cubicBezTo>
                  <a:lnTo>
                    <a:pt x="211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0"/>
            <p:cNvSpPr/>
            <p:nvPr/>
          </p:nvSpPr>
          <p:spPr>
            <a:xfrm>
              <a:off x="3250805" y="3533264"/>
              <a:ext cx="352189" cy="19962"/>
            </a:xfrm>
            <a:custGeom>
              <a:avLst/>
              <a:gdLst/>
              <a:ahLst/>
              <a:cxnLst/>
              <a:rect l="l" t="t" r="r" b="b"/>
              <a:pathLst>
                <a:path w="24947" h="1414" extrusionOk="0">
                  <a:moveTo>
                    <a:pt x="1" y="1"/>
                  </a:moveTo>
                  <a:lnTo>
                    <a:pt x="1" y="1414"/>
                  </a:lnTo>
                  <a:lnTo>
                    <a:pt x="24947" y="1414"/>
                  </a:lnTo>
                  <a:lnTo>
                    <a:pt x="2494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9" name="Google Shape;649;p20"/>
          <p:cNvGrpSpPr/>
          <p:nvPr/>
        </p:nvGrpSpPr>
        <p:grpSpPr>
          <a:xfrm rot="1022458">
            <a:off x="8751966" y="4830838"/>
            <a:ext cx="211420" cy="349773"/>
            <a:chOff x="2994713" y="2224360"/>
            <a:chExt cx="333286" cy="551387"/>
          </a:xfrm>
        </p:grpSpPr>
        <p:sp>
          <p:nvSpPr>
            <p:cNvPr id="650" name="Google Shape;650;p20"/>
            <p:cNvSpPr/>
            <p:nvPr/>
          </p:nvSpPr>
          <p:spPr>
            <a:xfrm>
              <a:off x="3004751" y="2292053"/>
              <a:ext cx="313267" cy="19962"/>
            </a:xfrm>
            <a:custGeom>
              <a:avLst/>
              <a:gdLst/>
              <a:ahLst/>
              <a:cxnLst/>
              <a:rect l="l" t="t" r="r" b="b"/>
              <a:pathLst>
                <a:path w="22190" h="1414" extrusionOk="0">
                  <a:moveTo>
                    <a:pt x="0" y="0"/>
                  </a:moveTo>
                  <a:lnTo>
                    <a:pt x="0" y="1413"/>
                  </a:lnTo>
                  <a:lnTo>
                    <a:pt x="22190" y="1413"/>
                  </a:lnTo>
                  <a:lnTo>
                    <a:pt x="22190"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0"/>
            <p:cNvSpPr/>
            <p:nvPr/>
          </p:nvSpPr>
          <p:spPr>
            <a:xfrm>
              <a:off x="3008238" y="2384805"/>
              <a:ext cx="306293" cy="19962"/>
            </a:xfrm>
            <a:custGeom>
              <a:avLst/>
              <a:gdLst/>
              <a:ahLst/>
              <a:cxnLst/>
              <a:rect l="l" t="t" r="r" b="b"/>
              <a:pathLst>
                <a:path w="21696" h="1414" extrusionOk="0">
                  <a:moveTo>
                    <a:pt x="0" y="1"/>
                  </a:moveTo>
                  <a:lnTo>
                    <a:pt x="0" y="1414"/>
                  </a:lnTo>
                  <a:lnTo>
                    <a:pt x="21696" y="1414"/>
                  </a:lnTo>
                  <a:lnTo>
                    <a:pt x="21696"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0"/>
            <p:cNvSpPr/>
            <p:nvPr/>
          </p:nvSpPr>
          <p:spPr>
            <a:xfrm>
              <a:off x="3008944" y="2620412"/>
              <a:ext cx="300082" cy="19962"/>
            </a:xfrm>
            <a:custGeom>
              <a:avLst/>
              <a:gdLst/>
              <a:ahLst/>
              <a:cxnLst/>
              <a:rect l="l" t="t" r="r" b="b"/>
              <a:pathLst>
                <a:path w="21256" h="1414" extrusionOk="0">
                  <a:moveTo>
                    <a:pt x="0" y="0"/>
                  </a:moveTo>
                  <a:lnTo>
                    <a:pt x="0" y="1413"/>
                  </a:lnTo>
                  <a:lnTo>
                    <a:pt x="21256" y="1413"/>
                  </a:lnTo>
                  <a:lnTo>
                    <a:pt x="21256"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0"/>
            <p:cNvSpPr/>
            <p:nvPr/>
          </p:nvSpPr>
          <p:spPr>
            <a:xfrm>
              <a:off x="3004751" y="2713108"/>
              <a:ext cx="313267" cy="19962"/>
            </a:xfrm>
            <a:custGeom>
              <a:avLst/>
              <a:gdLst/>
              <a:ahLst/>
              <a:cxnLst/>
              <a:rect l="l" t="t" r="r" b="b"/>
              <a:pathLst>
                <a:path w="22190" h="1414" extrusionOk="0">
                  <a:moveTo>
                    <a:pt x="0" y="1"/>
                  </a:moveTo>
                  <a:lnTo>
                    <a:pt x="0" y="1414"/>
                  </a:lnTo>
                  <a:lnTo>
                    <a:pt x="22190" y="1414"/>
                  </a:lnTo>
                  <a:lnTo>
                    <a:pt x="2219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0"/>
            <p:cNvSpPr/>
            <p:nvPr/>
          </p:nvSpPr>
          <p:spPr>
            <a:xfrm>
              <a:off x="2994713" y="2224360"/>
              <a:ext cx="333286" cy="551387"/>
            </a:xfrm>
            <a:custGeom>
              <a:avLst/>
              <a:gdLst/>
              <a:ahLst/>
              <a:cxnLst/>
              <a:rect l="l" t="t" r="r" b="b"/>
              <a:pathLst>
                <a:path w="23608" h="39057" extrusionOk="0">
                  <a:moveTo>
                    <a:pt x="1" y="1"/>
                  </a:moveTo>
                  <a:lnTo>
                    <a:pt x="1" y="10196"/>
                  </a:lnTo>
                  <a:cubicBezTo>
                    <a:pt x="1" y="13141"/>
                    <a:pt x="1622" y="15851"/>
                    <a:pt x="4220" y="17241"/>
                  </a:cubicBezTo>
                  <a:lnTo>
                    <a:pt x="18720" y="25012"/>
                  </a:lnTo>
                  <a:cubicBezTo>
                    <a:pt x="20862" y="26159"/>
                    <a:pt x="22198" y="28386"/>
                    <a:pt x="22194" y="30814"/>
                  </a:cubicBezTo>
                  <a:lnTo>
                    <a:pt x="22194" y="39056"/>
                  </a:lnTo>
                  <a:lnTo>
                    <a:pt x="23607" y="39056"/>
                  </a:lnTo>
                  <a:lnTo>
                    <a:pt x="23607" y="30814"/>
                  </a:lnTo>
                  <a:cubicBezTo>
                    <a:pt x="23607" y="27865"/>
                    <a:pt x="21986" y="25159"/>
                    <a:pt x="19388" y="23769"/>
                  </a:cubicBezTo>
                  <a:lnTo>
                    <a:pt x="4888" y="15998"/>
                  </a:lnTo>
                  <a:cubicBezTo>
                    <a:pt x="2749" y="14852"/>
                    <a:pt x="1414" y="12620"/>
                    <a:pt x="1414" y="10192"/>
                  </a:cubicBezTo>
                  <a:lnTo>
                    <a:pt x="14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0"/>
            <p:cNvSpPr/>
            <p:nvPr/>
          </p:nvSpPr>
          <p:spPr>
            <a:xfrm>
              <a:off x="2994713" y="2224360"/>
              <a:ext cx="333286" cy="551387"/>
            </a:xfrm>
            <a:custGeom>
              <a:avLst/>
              <a:gdLst/>
              <a:ahLst/>
              <a:cxnLst/>
              <a:rect l="l" t="t" r="r" b="b"/>
              <a:pathLst>
                <a:path w="23608" h="39057" extrusionOk="0">
                  <a:moveTo>
                    <a:pt x="22194" y="1"/>
                  </a:moveTo>
                  <a:lnTo>
                    <a:pt x="22194" y="10192"/>
                  </a:lnTo>
                  <a:cubicBezTo>
                    <a:pt x="22198" y="12620"/>
                    <a:pt x="20862" y="14852"/>
                    <a:pt x="18720" y="15998"/>
                  </a:cubicBezTo>
                  <a:lnTo>
                    <a:pt x="4224" y="23769"/>
                  </a:lnTo>
                  <a:cubicBezTo>
                    <a:pt x="1622" y="25159"/>
                    <a:pt x="1" y="27869"/>
                    <a:pt x="5" y="30814"/>
                  </a:cubicBezTo>
                  <a:lnTo>
                    <a:pt x="5" y="39056"/>
                  </a:lnTo>
                  <a:lnTo>
                    <a:pt x="1418" y="39056"/>
                  </a:lnTo>
                  <a:lnTo>
                    <a:pt x="1418" y="30814"/>
                  </a:lnTo>
                  <a:cubicBezTo>
                    <a:pt x="1414" y="28386"/>
                    <a:pt x="2749" y="26159"/>
                    <a:pt x="4892" y="25012"/>
                  </a:cubicBezTo>
                  <a:lnTo>
                    <a:pt x="19388" y="17237"/>
                  </a:lnTo>
                  <a:cubicBezTo>
                    <a:pt x="21986" y="15848"/>
                    <a:pt x="23607" y="13141"/>
                    <a:pt x="23607" y="10192"/>
                  </a:cubicBezTo>
                  <a:lnTo>
                    <a:pt x="236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6" name="Google Shape;656;p20"/>
          <p:cNvGrpSpPr/>
          <p:nvPr/>
        </p:nvGrpSpPr>
        <p:grpSpPr>
          <a:xfrm>
            <a:off x="6011974" y="598218"/>
            <a:ext cx="323997" cy="305234"/>
            <a:chOff x="3522327" y="1976386"/>
            <a:chExt cx="510715" cy="481139"/>
          </a:xfrm>
        </p:grpSpPr>
        <p:sp>
          <p:nvSpPr>
            <p:cNvPr id="657" name="Google Shape;657;p20"/>
            <p:cNvSpPr/>
            <p:nvPr/>
          </p:nvSpPr>
          <p:spPr>
            <a:xfrm>
              <a:off x="3525644" y="1976386"/>
              <a:ext cx="504136" cy="481139"/>
            </a:xfrm>
            <a:custGeom>
              <a:avLst/>
              <a:gdLst/>
              <a:ahLst/>
              <a:cxnLst/>
              <a:rect l="l" t="t" r="r" b="b"/>
              <a:pathLst>
                <a:path w="35710" h="34081" extrusionOk="0">
                  <a:moveTo>
                    <a:pt x="11756" y="1414"/>
                  </a:moveTo>
                  <a:cubicBezTo>
                    <a:pt x="14265" y="1414"/>
                    <a:pt x="16670" y="2417"/>
                    <a:pt x="18438" y="4205"/>
                  </a:cubicBezTo>
                  <a:lnTo>
                    <a:pt x="30695" y="16539"/>
                  </a:lnTo>
                  <a:cubicBezTo>
                    <a:pt x="34377" y="20245"/>
                    <a:pt x="34358" y="26236"/>
                    <a:pt x="30652" y="29919"/>
                  </a:cubicBezTo>
                  <a:cubicBezTo>
                    <a:pt x="28891" y="31680"/>
                    <a:pt x="26502" y="32668"/>
                    <a:pt x="24014" y="32668"/>
                  </a:cubicBezTo>
                  <a:cubicBezTo>
                    <a:pt x="24005" y="32668"/>
                    <a:pt x="23995" y="32668"/>
                    <a:pt x="23985" y="32668"/>
                  </a:cubicBezTo>
                  <a:lnTo>
                    <a:pt x="23954" y="32668"/>
                  </a:lnTo>
                  <a:cubicBezTo>
                    <a:pt x="21441" y="32668"/>
                    <a:pt x="19036" y="31664"/>
                    <a:pt x="17272" y="29876"/>
                  </a:cubicBezTo>
                  <a:lnTo>
                    <a:pt x="5015" y="17543"/>
                  </a:lnTo>
                  <a:cubicBezTo>
                    <a:pt x="2321" y="14833"/>
                    <a:pt x="1522" y="10768"/>
                    <a:pt x="2989" y="7239"/>
                  </a:cubicBezTo>
                  <a:cubicBezTo>
                    <a:pt x="4456" y="3711"/>
                    <a:pt x="7903" y="1414"/>
                    <a:pt x="11725" y="1414"/>
                  </a:cubicBezTo>
                  <a:close/>
                  <a:moveTo>
                    <a:pt x="11725" y="1"/>
                  </a:moveTo>
                  <a:cubicBezTo>
                    <a:pt x="7335" y="1"/>
                    <a:pt x="3375" y="2645"/>
                    <a:pt x="1688" y="6699"/>
                  </a:cubicBezTo>
                  <a:cubicBezTo>
                    <a:pt x="1" y="10752"/>
                    <a:pt x="919" y="15423"/>
                    <a:pt x="4016" y="18539"/>
                  </a:cubicBezTo>
                  <a:lnTo>
                    <a:pt x="16272" y="30872"/>
                  </a:lnTo>
                  <a:cubicBezTo>
                    <a:pt x="18299" y="32926"/>
                    <a:pt x="21063" y="34080"/>
                    <a:pt x="23951" y="34080"/>
                  </a:cubicBezTo>
                  <a:lnTo>
                    <a:pt x="23985" y="34080"/>
                  </a:lnTo>
                  <a:cubicBezTo>
                    <a:pt x="28375" y="34080"/>
                    <a:pt x="32335" y="31440"/>
                    <a:pt x="34022" y="27387"/>
                  </a:cubicBezTo>
                  <a:cubicBezTo>
                    <a:pt x="35709" y="23329"/>
                    <a:pt x="34790" y="18658"/>
                    <a:pt x="31694" y="15547"/>
                  </a:cubicBezTo>
                  <a:lnTo>
                    <a:pt x="19438" y="3209"/>
                  </a:lnTo>
                  <a:cubicBezTo>
                    <a:pt x="17411" y="1159"/>
                    <a:pt x="14643" y="1"/>
                    <a:pt x="117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0"/>
            <p:cNvSpPr/>
            <p:nvPr/>
          </p:nvSpPr>
          <p:spPr>
            <a:xfrm>
              <a:off x="3669742" y="2113396"/>
              <a:ext cx="215941" cy="207146"/>
            </a:xfrm>
            <a:custGeom>
              <a:avLst/>
              <a:gdLst/>
              <a:ahLst/>
              <a:cxnLst/>
              <a:rect l="l" t="t" r="r" b="b"/>
              <a:pathLst>
                <a:path w="15296" h="14673" extrusionOk="0">
                  <a:moveTo>
                    <a:pt x="7661" y="0"/>
                  </a:moveTo>
                  <a:cubicBezTo>
                    <a:pt x="6856" y="0"/>
                    <a:pt x="6051" y="306"/>
                    <a:pt x="5436" y="920"/>
                  </a:cubicBezTo>
                  <a:lnTo>
                    <a:pt x="1240" y="5085"/>
                  </a:lnTo>
                  <a:cubicBezTo>
                    <a:pt x="4" y="6313"/>
                    <a:pt x="1" y="8312"/>
                    <a:pt x="1228" y="9548"/>
                  </a:cubicBezTo>
                  <a:lnTo>
                    <a:pt x="5394" y="13740"/>
                  </a:lnTo>
                  <a:cubicBezTo>
                    <a:pt x="6012" y="14362"/>
                    <a:pt x="6822" y="14673"/>
                    <a:pt x="7633" y="14673"/>
                  </a:cubicBezTo>
                  <a:cubicBezTo>
                    <a:pt x="8437" y="14673"/>
                    <a:pt x="9241" y="14367"/>
                    <a:pt x="9856" y="13756"/>
                  </a:cubicBezTo>
                  <a:lnTo>
                    <a:pt x="14052" y="9590"/>
                  </a:lnTo>
                  <a:cubicBezTo>
                    <a:pt x="15288" y="8359"/>
                    <a:pt x="15295" y="6363"/>
                    <a:pt x="14064" y="5124"/>
                  </a:cubicBezTo>
                  <a:lnTo>
                    <a:pt x="9899" y="931"/>
                  </a:lnTo>
                  <a:cubicBezTo>
                    <a:pt x="9282" y="311"/>
                    <a:pt x="8472" y="0"/>
                    <a:pt x="7661"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0"/>
            <p:cNvSpPr/>
            <p:nvPr/>
          </p:nvSpPr>
          <p:spPr>
            <a:xfrm>
              <a:off x="3710838" y="2207701"/>
              <a:ext cx="35986" cy="26922"/>
            </a:xfrm>
            <a:custGeom>
              <a:avLst/>
              <a:gdLst/>
              <a:ahLst/>
              <a:cxnLst/>
              <a:rect l="l" t="t" r="r" b="b"/>
              <a:pathLst>
                <a:path w="2549" h="1907" extrusionOk="0">
                  <a:moveTo>
                    <a:pt x="1276" y="0"/>
                  </a:moveTo>
                  <a:cubicBezTo>
                    <a:pt x="1032" y="0"/>
                    <a:pt x="788" y="94"/>
                    <a:pt x="603" y="281"/>
                  </a:cubicBezTo>
                  <a:cubicBezTo>
                    <a:pt x="0" y="880"/>
                    <a:pt x="429" y="1906"/>
                    <a:pt x="1274" y="1906"/>
                  </a:cubicBezTo>
                  <a:cubicBezTo>
                    <a:pt x="2124" y="1906"/>
                    <a:pt x="2548" y="880"/>
                    <a:pt x="1950" y="281"/>
                  </a:cubicBezTo>
                  <a:cubicBezTo>
                    <a:pt x="1764" y="94"/>
                    <a:pt x="1520" y="0"/>
                    <a:pt x="12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0"/>
            <p:cNvSpPr/>
            <p:nvPr/>
          </p:nvSpPr>
          <p:spPr>
            <a:xfrm>
              <a:off x="3763920" y="2154676"/>
              <a:ext cx="35986" cy="26922"/>
            </a:xfrm>
            <a:custGeom>
              <a:avLst/>
              <a:gdLst/>
              <a:ahLst/>
              <a:cxnLst/>
              <a:rect l="l" t="t" r="r" b="b"/>
              <a:pathLst>
                <a:path w="2549" h="1907" extrusionOk="0">
                  <a:moveTo>
                    <a:pt x="1272" y="0"/>
                  </a:moveTo>
                  <a:cubicBezTo>
                    <a:pt x="1028" y="0"/>
                    <a:pt x="784" y="94"/>
                    <a:pt x="599" y="281"/>
                  </a:cubicBezTo>
                  <a:cubicBezTo>
                    <a:pt x="0" y="879"/>
                    <a:pt x="425" y="1906"/>
                    <a:pt x="1274" y="1906"/>
                  </a:cubicBezTo>
                  <a:cubicBezTo>
                    <a:pt x="2120" y="1906"/>
                    <a:pt x="2548" y="879"/>
                    <a:pt x="1946" y="281"/>
                  </a:cubicBezTo>
                  <a:cubicBezTo>
                    <a:pt x="1761" y="94"/>
                    <a:pt x="1516" y="0"/>
                    <a:pt x="12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0"/>
            <p:cNvSpPr/>
            <p:nvPr/>
          </p:nvSpPr>
          <p:spPr>
            <a:xfrm>
              <a:off x="3760051" y="2252369"/>
              <a:ext cx="26880" cy="26894"/>
            </a:xfrm>
            <a:custGeom>
              <a:avLst/>
              <a:gdLst/>
              <a:ahLst/>
              <a:cxnLst/>
              <a:rect l="l" t="t" r="r" b="b"/>
              <a:pathLst>
                <a:path w="1904" h="1905" extrusionOk="0">
                  <a:moveTo>
                    <a:pt x="954" y="1"/>
                  </a:moveTo>
                  <a:cubicBezTo>
                    <a:pt x="425" y="1"/>
                    <a:pt x="0" y="426"/>
                    <a:pt x="0" y="954"/>
                  </a:cubicBezTo>
                  <a:cubicBezTo>
                    <a:pt x="0" y="1479"/>
                    <a:pt x="425" y="1904"/>
                    <a:pt x="954" y="1904"/>
                  </a:cubicBezTo>
                  <a:cubicBezTo>
                    <a:pt x="1479" y="1904"/>
                    <a:pt x="1903" y="1479"/>
                    <a:pt x="1903" y="954"/>
                  </a:cubicBezTo>
                  <a:cubicBezTo>
                    <a:pt x="1903" y="426"/>
                    <a:pt x="1479" y="1"/>
                    <a:pt x="9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0"/>
            <p:cNvSpPr/>
            <p:nvPr/>
          </p:nvSpPr>
          <p:spPr>
            <a:xfrm>
              <a:off x="3808545" y="2199301"/>
              <a:ext cx="35986" cy="26922"/>
            </a:xfrm>
            <a:custGeom>
              <a:avLst/>
              <a:gdLst/>
              <a:ahLst/>
              <a:cxnLst/>
              <a:rect l="l" t="t" r="r" b="b"/>
              <a:pathLst>
                <a:path w="2549" h="1907" extrusionOk="0">
                  <a:moveTo>
                    <a:pt x="1274" y="1"/>
                  </a:moveTo>
                  <a:cubicBezTo>
                    <a:pt x="1031" y="1"/>
                    <a:pt x="787" y="94"/>
                    <a:pt x="599" y="282"/>
                  </a:cubicBezTo>
                  <a:cubicBezTo>
                    <a:pt x="1" y="880"/>
                    <a:pt x="426" y="1907"/>
                    <a:pt x="1275" y="1907"/>
                  </a:cubicBezTo>
                  <a:cubicBezTo>
                    <a:pt x="2124" y="1907"/>
                    <a:pt x="2549" y="880"/>
                    <a:pt x="1947" y="282"/>
                  </a:cubicBezTo>
                  <a:cubicBezTo>
                    <a:pt x="1761" y="94"/>
                    <a:pt x="1518" y="1"/>
                    <a:pt x="12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0"/>
            <p:cNvSpPr/>
            <p:nvPr/>
          </p:nvSpPr>
          <p:spPr>
            <a:xfrm>
              <a:off x="3761844" y="1977191"/>
              <a:ext cx="271197" cy="256826"/>
            </a:xfrm>
            <a:custGeom>
              <a:avLst/>
              <a:gdLst/>
              <a:ahLst/>
              <a:cxnLst/>
              <a:rect l="l" t="t" r="r" b="b"/>
              <a:pathLst>
                <a:path w="19210" h="18192" extrusionOk="0">
                  <a:moveTo>
                    <a:pt x="7289" y="1407"/>
                  </a:moveTo>
                  <a:cubicBezTo>
                    <a:pt x="9737" y="1407"/>
                    <a:pt x="12173" y="2347"/>
                    <a:pt x="13998" y="4186"/>
                  </a:cubicBezTo>
                  <a:cubicBezTo>
                    <a:pt x="17102" y="7310"/>
                    <a:pt x="17604" y="12181"/>
                    <a:pt x="15307" y="15856"/>
                  </a:cubicBezTo>
                  <a:cubicBezTo>
                    <a:pt x="15191" y="15725"/>
                    <a:pt x="15079" y="15606"/>
                    <a:pt x="14960" y="15486"/>
                  </a:cubicBezTo>
                  <a:lnTo>
                    <a:pt x="2703" y="3152"/>
                  </a:lnTo>
                  <a:cubicBezTo>
                    <a:pt x="2587" y="3036"/>
                    <a:pt x="2467" y="2920"/>
                    <a:pt x="2336" y="2804"/>
                  </a:cubicBezTo>
                  <a:cubicBezTo>
                    <a:pt x="3856" y="1868"/>
                    <a:pt x="5576" y="1407"/>
                    <a:pt x="7289" y="1407"/>
                  </a:cubicBezTo>
                  <a:close/>
                  <a:moveTo>
                    <a:pt x="7290" y="0"/>
                  </a:moveTo>
                  <a:cubicBezTo>
                    <a:pt x="4991" y="0"/>
                    <a:pt x="2683" y="722"/>
                    <a:pt x="742" y="2191"/>
                  </a:cubicBezTo>
                  <a:lnTo>
                    <a:pt x="1" y="2750"/>
                  </a:lnTo>
                  <a:lnTo>
                    <a:pt x="738" y="3314"/>
                  </a:lnTo>
                  <a:cubicBezTo>
                    <a:pt x="1078" y="3569"/>
                    <a:pt x="1402" y="3851"/>
                    <a:pt x="1703" y="4152"/>
                  </a:cubicBezTo>
                  <a:lnTo>
                    <a:pt x="13964" y="16482"/>
                  </a:lnTo>
                  <a:cubicBezTo>
                    <a:pt x="14261" y="16787"/>
                    <a:pt x="14539" y="17111"/>
                    <a:pt x="14794" y="17455"/>
                  </a:cubicBezTo>
                  <a:lnTo>
                    <a:pt x="15350" y="18192"/>
                  </a:lnTo>
                  <a:lnTo>
                    <a:pt x="15913" y="17462"/>
                  </a:lnTo>
                  <a:cubicBezTo>
                    <a:pt x="19210" y="13166"/>
                    <a:pt x="18816" y="7032"/>
                    <a:pt x="15002" y="3194"/>
                  </a:cubicBezTo>
                  <a:cubicBezTo>
                    <a:pt x="12903" y="1081"/>
                    <a:pt x="10103" y="0"/>
                    <a:pt x="72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0"/>
            <p:cNvSpPr/>
            <p:nvPr/>
          </p:nvSpPr>
          <p:spPr>
            <a:xfrm>
              <a:off x="3522327" y="2199894"/>
              <a:ext cx="271141" cy="256924"/>
            </a:xfrm>
            <a:custGeom>
              <a:avLst/>
              <a:gdLst/>
              <a:ahLst/>
              <a:cxnLst/>
              <a:rect l="l" t="t" r="r" b="b"/>
              <a:pathLst>
                <a:path w="19206" h="18199" extrusionOk="0">
                  <a:moveTo>
                    <a:pt x="3903" y="2336"/>
                  </a:moveTo>
                  <a:cubicBezTo>
                    <a:pt x="4019" y="2467"/>
                    <a:pt x="4131" y="2591"/>
                    <a:pt x="4251" y="2707"/>
                  </a:cubicBezTo>
                  <a:lnTo>
                    <a:pt x="16507" y="15044"/>
                  </a:lnTo>
                  <a:cubicBezTo>
                    <a:pt x="16623" y="15160"/>
                    <a:pt x="16743" y="15272"/>
                    <a:pt x="16870" y="15392"/>
                  </a:cubicBezTo>
                  <a:cubicBezTo>
                    <a:pt x="15353" y="16326"/>
                    <a:pt x="13635" y="16786"/>
                    <a:pt x="11923" y="16786"/>
                  </a:cubicBezTo>
                  <a:cubicBezTo>
                    <a:pt x="9475" y="16786"/>
                    <a:pt x="7038" y="15846"/>
                    <a:pt x="5212" y="14006"/>
                  </a:cubicBezTo>
                  <a:cubicBezTo>
                    <a:pt x="2104" y="10883"/>
                    <a:pt x="1606" y="6011"/>
                    <a:pt x="3903" y="2340"/>
                  </a:cubicBezTo>
                  <a:lnTo>
                    <a:pt x="3903" y="2336"/>
                  </a:lnTo>
                  <a:close/>
                  <a:moveTo>
                    <a:pt x="3861" y="0"/>
                  </a:moveTo>
                  <a:lnTo>
                    <a:pt x="3297" y="738"/>
                  </a:lnTo>
                  <a:cubicBezTo>
                    <a:pt x="0" y="5030"/>
                    <a:pt x="394" y="11165"/>
                    <a:pt x="4208" y="15006"/>
                  </a:cubicBezTo>
                  <a:cubicBezTo>
                    <a:pt x="6247" y="17052"/>
                    <a:pt x="9020" y="18198"/>
                    <a:pt x="11907" y="18198"/>
                  </a:cubicBezTo>
                  <a:cubicBezTo>
                    <a:pt x="11911" y="18198"/>
                    <a:pt x="11916" y="18198"/>
                    <a:pt x="11921" y="18198"/>
                  </a:cubicBezTo>
                  <a:cubicBezTo>
                    <a:pt x="14284" y="18198"/>
                    <a:pt x="16584" y="17430"/>
                    <a:pt x="18468" y="16006"/>
                  </a:cubicBezTo>
                  <a:lnTo>
                    <a:pt x="19206" y="15446"/>
                  </a:lnTo>
                  <a:lnTo>
                    <a:pt x="18472" y="14882"/>
                  </a:lnTo>
                  <a:cubicBezTo>
                    <a:pt x="18132" y="14624"/>
                    <a:pt x="17808" y="14346"/>
                    <a:pt x="17507" y="14044"/>
                  </a:cubicBezTo>
                  <a:lnTo>
                    <a:pt x="5250" y="1711"/>
                  </a:lnTo>
                  <a:cubicBezTo>
                    <a:pt x="4953" y="1406"/>
                    <a:pt x="4675" y="1081"/>
                    <a:pt x="4420" y="742"/>
                  </a:cubicBezTo>
                  <a:lnTo>
                    <a:pt x="38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5" name="Google Shape;665;p20"/>
          <p:cNvGrpSpPr/>
          <p:nvPr/>
        </p:nvGrpSpPr>
        <p:grpSpPr>
          <a:xfrm rot="1260889">
            <a:off x="6802995" y="4852166"/>
            <a:ext cx="331428" cy="444866"/>
            <a:chOff x="4106283" y="2500625"/>
            <a:chExt cx="522432" cy="701244"/>
          </a:xfrm>
        </p:grpSpPr>
        <p:sp>
          <p:nvSpPr>
            <p:cNvPr id="666" name="Google Shape;666;p20"/>
            <p:cNvSpPr/>
            <p:nvPr/>
          </p:nvSpPr>
          <p:spPr>
            <a:xfrm>
              <a:off x="4258653" y="2963863"/>
              <a:ext cx="108309" cy="91030"/>
            </a:xfrm>
            <a:custGeom>
              <a:avLst/>
              <a:gdLst/>
              <a:ahLst/>
              <a:cxnLst/>
              <a:rect l="l" t="t" r="r" b="b"/>
              <a:pathLst>
                <a:path w="7672" h="6448" extrusionOk="0">
                  <a:moveTo>
                    <a:pt x="6039" y="1413"/>
                  </a:moveTo>
                  <a:lnTo>
                    <a:pt x="5514" y="5034"/>
                  </a:lnTo>
                  <a:lnTo>
                    <a:pt x="2159" y="5034"/>
                  </a:lnTo>
                  <a:lnTo>
                    <a:pt x="1634" y="1413"/>
                  </a:lnTo>
                  <a:close/>
                  <a:moveTo>
                    <a:pt x="1" y="0"/>
                  </a:moveTo>
                  <a:lnTo>
                    <a:pt x="939" y="6447"/>
                  </a:lnTo>
                  <a:lnTo>
                    <a:pt x="6737" y="6447"/>
                  </a:lnTo>
                  <a:lnTo>
                    <a:pt x="76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0"/>
            <p:cNvSpPr/>
            <p:nvPr/>
          </p:nvSpPr>
          <p:spPr>
            <a:xfrm>
              <a:off x="4106283" y="2500625"/>
              <a:ext cx="413106" cy="483200"/>
            </a:xfrm>
            <a:custGeom>
              <a:avLst/>
              <a:gdLst/>
              <a:ahLst/>
              <a:cxnLst/>
              <a:rect l="l" t="t" r="r" b="b"/>
              <a:pathLst>
                <a:path w="29262" h="34227" extrusionOk="0">
                  <a:moveTo>
                    <a:pt x="24672" y="1409"/>
                  </a:moveTo>
                  <a:cubicBezTo>
                    <a:pt x="26425" y="1413"/>
                    <a:pt x="27845" y="2834"/>
                    <a:pt x="27849" y="4586"/>
                  </a:cubicBezTo>
                  <a:lnTo>
                    <a:pt x="27849" y="24494"/>
                  </a:lnTo>
                  <a:cubicBezTo>
                    <a:pt x="27849" y="29080"/>
                    <a:pt x="24116" y="32813"/>
                    <a:pt x="19530" y="32813"/>
                  </a:cubicBezTo>
                  <a:lnTo>
                    <a:pt x="9732" y="32813"/>
                  </a:lnTo>
                  <a:cubicBezTo>
                    <a:pt x="5146" y="32813"/>
                    <a:pt x="1413" y="29080"/>
                    <a:pt x="1413" y="24494"/>
                  </a:cubicBezTo>
                  <a:lnTo>
                    <a:pt x="1413" y="4590"/>
                  </a:lnTo>
                  <a:cubicBezTo>
                    <a:pt x="1417" y="2834"/>
                    <a:pt x="2838" y="1413"/>
                    <a:pt x="4590" y="1413"/>
                  </a:cubicBezTo>
                  <a:lnTo>
                    <a:pt x="24672" y="1409"/>
                  </a:lnTo>
                  <a:close/>
                  <a:moveTo>
                    <a:pt x="4590" y="0"/>
                  </a:moveTo>
                  <a:cubicBezTo>
                    <a:pt x="2058" y="0"/>
                    <a:pt x="4" y="2054"/>
                    <a:pt x="0" y="4586"/>
                  </a:cubicBezTo>
                  <a:lnTo>
                    <a:pt x="0" y="24490"/>
                  </a:lnTo>
                  <a:cubicBezTo>
                    <a:pt x="0" y="29860"/>
                    <a:pt x="4366" y="34226"/>
                    <a:pt x="9732" y="34226"/>
                  </a:cubicBezTo>
                  <a:lnTo>
                    <a:pt x="19530" y="34226"/>
                  </a:lnTo>
                  <a:cubicBezTo>
                    <a:pt x="24896" y="34226"/>
                    <a:pt x="29262" y="29860"/>
                    <a:pt x="29258" y="24490"/>
                  </a:cubicBezTo>
                  <a:lnTo>
                    <a:pt x="29258" y="4586"/>
                  </a:lnTo>
                  <a:cubicBezTo>
                    <a:pt x="29258" y="2054"/>
                    <a:pt x="27204" y="0"/>
                    <a:pt x="246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0"/>
            <p:cNvSpPr/>
            <p:nvPr/>
          </p:nvSpPr>
          <p:spPr>
            <a:xfrm>
              <a:off x="4178438" y="2642153"/>
              <a:ext cx="268854" cy="279922"/>
            </a:xfrm>
            <a:custGeom>
              <a:avLst/>
              <a:gdLst/>
              <a:ahLst/>
              <a:cxnLst/>
              <a:rect l="l" t="t" r="r" b="b"/>
              <a:pathLst>
                <a:path w="19044" h="19828" extrusionOk="0">
                  <a:moveTo>
                    <a:pt x="0" y="0"/>
                  </a:moveTo>
                  <a:lnTo>
                    <a:pt x="0" y="10806"/>
                  </a:lnTo>
                  <a:cubicBezTo>
                    <a:pt x="0" y="15786"/>
                    <a:pt x="4038" y="19827"/>
                    <a:pt x="9022" y="19827"/>
                  </a:cubicBezTo>
                  <a:lnTo>
                    <a:pt x="10018" y="19827"/>
                  </a:lnTo>
                  <a:cubicBezTo>
                    <a:pt x="15002" y="19827"/>
                    <a:pt x="19044" y="15786"/>
                    <a:pt x="19044" y="10806"/>
                  </a:cubicBezTo>
                  <a:lnTo>
                    <a:pt x="19044"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0"/>
            <p:cNvSpPr/>
            <p:nvPr/>
          </p:nvSpPr>
          <p:spPr>
            <a:xfrm>
              <a:off x="4221157" y="2571523"/>
              <a:ext cx="183302" cy="19962"/>
            </a:xfrm>
            <a:custGeom>
              <a:avLst/>
              <a:gdLst/>
              <a:ahLst/>
              <a:cxnLst/>
              <a:rect l="l" t="t" r="r" b="b"/>
              <a:pathLst>
                <a:path w="12984" h="1414" extrusionOk="0">
                  <a:moveTo>
                    <a:pt x="1" y="0"/>
                  </a:moveTo>
                  <a:lnTo>
                    <a:pt x="1" y="1413"/>
                  </a:lnTo>
                  <a:lnTo>
                    <a:pt x="12983" y="1413"/>
                  </a:lnTo>
                  <a:lnTo>
                    <a:pt x="12983"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0"/>
            <p:cNvSpPr/>
            <p:nvPr/>
          </p:nvSpPr>
          <p:spPr>
            <a:xfrm>
              <a:off x="4302855" y="2615499"/>
              <a:ext cx="325860" cy="586370"/>
            </a:xfrm>
            <a:custGeom>
              <a:avLst/>
              <a:gdLst/>
              <a:ahLst/>
              <a:cxnLst/>
              <a:rect l="l" t="t" r="r" b="b"/>
              <a:pathLst>
                <a:path w="23082" h="41535" extrusionOk="0">
                  <a:moveTo>
                    <a:pt x="21669" y="1"/>
                  </a:moveTo>
                  <a:lnTo>
                    <a:pt x="21669" y="30417"/>
                  </a:lnTo>
                  <a:cubicBezTo>
                    <a:pt x="21669" y="35767"/>
                    <a:pt x="17314" y="40122"/>
                    <a:pt x="11964" y="40122"/>
                  </a:cubicBezTo>
                  <a:lnTo>
                    <a:pt x="11119" y="40122"/>
                  </a:lnTo>
                  <a:cubicBezTo>
                    <a:pt x="5768" y="40122"/>
                    <a:pt x="1414" y="35767"/>
                    <a:pt x="1414" y="30417"/>
                  </a:cubicBezTo>
                  <a:lnTo>
                    <a:pt x="1" y="30417"/>
                  </a:lnTo>
                  <a:cubicBezTo>
                    <a:pt x="1" y="36547"/>
                    <a:pt x="4992" y="41535"/>
                    <a:pt x="11119" y="41535"/>
                  </a:cubicBezTo>
                  <a:lnTo>
                    <a:pt x="11964" y="41535"/>
                  </a:lnTo>
                  <a:cubicBezTo>
                    <a:pt x="18094" y="41535"/>
                    <a:pt x="23082" y="36547"/>
                    <a:pt x="23082" y="30417"/>
                  </a:cubicBezTo>
                  <a:lnTo>
                    <a:pt x="230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0"/>
            <p:cNvSpPr/>
            <p:nvPr/>
          </p:nvSpPr>
          <p:spPr>
            <a:xfrm>
              <a:off x="4379640" y="2665970"/>
              <a:ext cx="135288" cy="19962"/>
            </a:xfrm>
            <a:custGeom>
              <a:avLst/>
              <a:gdLst/>
              <a:ahLst/>
              <a:cxnLst/>
              <a:rect l="l" t="t" r="r" b="b"/>
              <a:pathLst>
                <a:path w="9583" h="1414" extrusionOk="0">
                  <a:moveTo>
                    <a:pt x="1" y="0"/>
                  </a:moveTo>
                  <a:lnTo>
                    <a:pt x="1" y="1413"/>
                  </a:lnTo>
                  <a:lnTo>
                    <a:pt x="9582" y="1413"/>
                  </a:lnTo>
                  <a:lnTo>
                    <a:pt x="95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0"/>
            <p:cNvSpPr/>
            <p:nvPr/>
          </p:nvSpPr>
          <p:spPr>
            <a:xfrm>
              <a:off x="4379640" y="2772133"/>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0"/>
            <p:cNvSpPr/>
            <p:nvPr/>
          </p:nvSpPr>
          <p:spPr>
            <a:xfrm>
              <a:off x="4379640" y="2878297"/>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4" name="Google Shape;674;p20"/>
          <p:cNvGrpSpPr/>
          <p:nvPr/>
        </p:nvGrpSpPr>
        <p:grpSpPr>
          <a:xfrm>
            <a:off x="131273" y="1217312"/>
            <a:ext cx="285943" cy="351457"/>
            <a:chOff x="3114176" y="1269099"/>
            <a:chExt cx="450729" cy="553999"/>
          </a:xfrm>
        </p:grpSpPr>
        <p:sp>
          <p:nvSpPr>
            <p:cNvPr id="675" name="Google Shape;675;p20"/>
            <p:cNvSpPr/>
            <p:nvPr/>
          </p:nvSpPr>
          <p:spPr>
            <a:xfrm>
              <a:off x="3186824" y="1376519"/>
              <a:ext cx="378081" cy="446579"/>
            </a:xfrm>
            <a:custGeom>
              <a:avLst/>
              <a:gdLst/>
              <a:ahLst/>
              <a:cxnLst/>
              <a:rect l="l" t="t" r="r" b="b"/>
              <a:pathLst>
                <a:path w="26781" h="31633" extrusionOk="0">
                  <a:moveTo>
                    <a:pt x="22341" y="1"/>
                  </a:moveTo>
                  <a:lnTo>
                    <a:pt x="22341" y="27193"/>
                  </a:lnTo>
                  <a:lnTo>
                    <a:pt x="1" y="27193"/>
                  </a:lnTo>
                  <a:lnTo>
                    <a:pt x="1" y="31633"/>
                  </a:lnTo>
                  <a:lnTo>
                    <a:pt x="26780" y="31633"/>
                  </a:lnTo>
                  <a:lnTo>
                    <a:pt x="2678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0"/>
            <p:cNvSpPr/>
            <p:nvPr/>
          </p:nvSpPr>
          <p:spPr>
            <a:xfrm>
              <a:off x="3114176" y="1303871"/>
              <a:ext cx="398029" cy="466527"/>
            </a:xfrm>
            <a:custGeom>
              <a:avLst/>
              <a:gdLst/>
              <a:ahLst/>
              <a:cxnLst/>
              <a:rect l="l" t="t" r="r" b="b"/>
              <a:pathLst>
                <a:path w="28194" h="33046" extrusionOk="0">
                  <a:moveTo>
                    <a:pt x="26780" y="1414"/>
                  </a:moveTo>
                  <a:lnTo>
                    <a:pt x="26780" y="31637"/>
                  </a:lnTo>
                  <a:lnTo>
                    <a:pt x="1414" y="31637"/>
                  </a:lnTo>
                  <a:lnTo>
                    <a:pt x="1414" y="1414"/>
                  </a:lnTo>
                  <a:close/>
                  <a:moveTo>
                    <a:pt x="1" y="1"/>
                  </a:moveTo>
                  <a:lnTo>
                    <a:pt x="1" y="33046"/>
                  </a:lnTo>
                  <a:lnTo>
                    <a:pt x="28193" y="33046"/>
                  </a:lnTo>
                  <a:lnTo>
                    <a:pt x="281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0"/>
            <p:cNvSpPr/>
            <p:nvPr/>
          </p:nvSpPr>
          <p:spPr>
            <a:xfrm>
              <a:off x="3229276" y="1269099"/>
              <a:ext cx="167829" cy="89505"/>
            </a:xfrm>
            <a:custGeom>
              <a:avLst/>
              <a:gdLst/>
              <a:ahLst/>
              <a:cxnLst/>
              <a:rect l="l" t="t" r="r" b="b"/>
              <a:pathLst>
                <a:path w="11888" h="6340" extrusionOk="0">
                  <a:moveTo>
                    <a:pt x="1" y="1"/>
                  </a:moveTo>
                  <a:lnTo>
                    <a:pt x="1" y="6339"/>
                  </a:lnTo>
                  <a:lnTo>
                    <a:pt x="11887" y="6339"/>
                  </a:lnTo>
                  <a:lnTo>
                    <a:pt x="11887"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0"/>
            <p:cNvSpPr/>
            <p:nvPr/>
          </p:nvSpPr>
          <p:spPr>
            <a:xfrm>
              <a:off x="3191300" y="1460335"/>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0"/>
            <p:cNvSpPr/>
            <p:nvPr/>
          </p:nvSpPr>
          <p:spPr>
            <a:xfrm>
              <a:off x="3191300" y="1561374"/>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0"/>
            <p:cNvSpPr/>
            <p:nvPr/>
          </p:nvSpPr>
          <p:spPr>
            <a:xfrm>
              <a:off x="3191300" y="1662427"/>
              <a:ext cx="243837" cy="19962"/>
            </a:xfrm>
            <a:custGeom>
              <a:avLst/>
              <a:gdLst/>
              <a:ahLst/>
              <a:cxnLst/>
              <a:rect l="l" t="t" r="r" b="b"/>
              <a:pathLst>
                <a:path w="17272" h="1414" extrusionOk="0">
                  <a:moveTo>
                    <a:pt x="0" y="0"/>
                  </a:moveTo>
                  <a:lnTo>
                    <a:pt x="0" y="1413"/>
                  </a:lnTo>
                  <a:lnTo>
                    <a:pt x="17272" y="1413"/>
                  </a:lnTo>
                  <a:lnTo>
                    <a:pt x="172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1" name="Google Shape;681;p20"/>
          <p:cNvGrpSpPr/>
          <p:nvPr/>
        </p:nvGrpSpPr>
        <p:grpSpPr>
          <a:xfrm rot="-1717276">
            <a:off x="7867624" y="4483265"/>
            <a:ext cx="173263" cy="401527"/>
            <a:chOff x="3789373" y="1135858"/>
            <a:chExt cx="273103" cy="632902"/>
          </a:xfrm>
        </p:grpSpPr>
        <p:sp>
          <p:nvSpPr>
            <p:cNvPr id="682" name="Google Shape;682;p20"/>
            <p:cNvSpPr/>
            <p:nvPr/>
          </p:nvSpPr>
          <p:spPr>
            <a:xfrm>
              <a:off x="3864846" y="1452274"/>
              <a:ext cx="187664" cy="302157"/>
            </a:xfrm>
            <a:custGeom>
              <a:avLst/>
              <a:gdLst/>
              <a:ahLst/>
              <a:cxnLst/>
              <a:rect l="l" t="t" r="r" b="b"/>
              <a:pathLst>
                <a:path w="13293" h="21403" extrusionOk="0">
                  <a:moveTo>
                    <a:pt x="5" y="0"/>
                  </a:moveTo>
                  <a:lnTo>
                    <a:pt x="5" y="12740"/>
                  </a:lnTo>
                  <a:cubicBezTo>
                    <a:pt x="1" y="16797"/>
                    <a:pt x="2726" y="20349"/>
                    <a:pt x="6644" y="21402"/>
                  </a:cubicBezTo>
                  <a:cubicBezTo>
                    <a:pt x="10563" y="20352"/>
                    <a:pt x="13292" y="16797"/>
                    <a:pt x="13288" y="12740"/>
                  </a:cubicBezTo>
                  <a:lnTo>
                    <a:pt x="13288"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0"/>
            <p:cNvSpPr/>
            <p:nvPr/>
          </p:nvSpPr>
          <p:spPr>
            <a:xfrm>
              <a:off x="3789373" y="1135858"/>
              <a:ext cx="273047" cy="326397"/>
            </a:xfrm>
            <a:custGeom>
              <a:avLst/>
              <a:gdLst/>
              <a:ahLst/>
              <a:cxnLst/>
              <a:rect l="l" t="t" r="r" b="b"/>
              <a:pathLst>
                <a:path w="19341" h="23120" extrusionOk="0">
                  <a:moveTo>
                    <a:pt x="9721" y="1413"/>
                  </a:moveTo>
                  <a:cubicBezTo>
                    <a:pt x="14249" y="1413"/>
                    <a:pt x="17928" y="5096"/>
                    <a:pt x="17928" y="9620"/>
                  </a:cubicBezTo>
                  <a:lnTo>
                    <a:pt x="17928" y="21707"/>
                  </a:lnTo>
                  <a:lnTo>
                    <a:pt x="1409" y="21707"/>
                  </a:lnTo>
                  <a:lnTo>
                    <a:pt x="1409" y="9620"/>
                  </a:lnTo>
                  <a:cubicBezTo>
                    <a:pt x="1409" y="5096"/>
                    <a:pt x="5092" y="1413"/>
                    <a:pt x="9620" y="1413"/>
                  </a:cubicBezTo>
                  <a:close/>
                  <a:moveTo>
                    <a:pt x="9620" y="0"/>
                  </a:moveTo>
                  <a:cubicBezTo>
                    <a:pt x="4316" y="0"/>
                    <a:pt x="0" y="4316"/>
                    <a:pt x="0" y="9620"/>
                  </a:cubicBezTo>
                  <a:lnTo>
                    <a:pt x="0" y="23120"/>
                  </a:lnTo>
                  <a:lnTo>
                    <a:pt x="19341" y="23120"/>
                  </a:lnTo>
                  <a:lnTo>
                    <a:pt x="19341" y="9620"/>
                  </a:lnTo>
                  <a:cubicBezTo>
                    <a:pt x="19341" y="4316"/>
                    <a:pt x="15025" y="0"/>
                    <a:pt x="9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0"/>
            <p:cNvSpPr/>
            <p:nvPr/>
          </p:nvSpPr>
          <p:spPr>
            <a:xfrm>
              <a:off x="3789373" y="1442307"/>
              <a:ext cx="273103" cy="326453"/>
            </a:xfrm>
            <a:custGeom>
              <a:avLst/>
              <a:gdLst/>
              <a:ahLst/>
              <a:cxnLst/>
              <a:rect l="l" t="t" r="r" b="b"/>
              <a:pathLst>
                <a:path w="19345" h="23124" extrusionOk="0">
                  <a:moveTo>
                    <a:pt x="17928" y="1413"/>
                  </a:moveTo>
                  <a:lnTo>
                    <a:pt x="17928" y="13446"/>
                  </a:lnTo>
                  <a:cubicBezTo>
                    <a:pt x="17932" y="18006"/>
                    <a:pt x="14233" y="21707"/>
                    <a:pt x="9674" y="21707"/>
                  </a:cubicBezTo>
                  <a:cubicBezTo>
                    <a:pt x="9671" y="21707"/>
                    <a:pt x="9669" y="21707"/>
                    <a:pt x="9667" y="21707"/>
                  </a:cubicBezTo>
                  <a:cubicBezTo>
                    <a:pt x="5115" y="21707"/>
                    <a:pt x="1413" y="18001"/>
                    <a:pt x="1413" y="13446"/>
                  </a:cubicBezTo>
                  <a:lnTo>
                    <a:pt x="1413" y="1413"/>
                  </a:lnTo>
                  <a:close/>
                  <a:moveTo>
                    <a:pt x="0" y="0"/>
                  </a:moveTo>
                  <a:lnTo>
                    <a:pt x="0" y="13446"/>
                  </a:lnTo>
                  <a:cubicBezTo>
                    <a:pt x="0" y="18781"/>
                    <a:pt x="4335" y="23124"/>
                    <a:pt x="9667" y="23124"/>
                  </a:cubicBezTo>
                  <a:cubicBezTo>
                    <a:pt x="15013" y="23124"/>
                    <a:pt x="19345" y="18789"/>
                    <a:pt x="19341" y="13446"/>
                  </a:cubicBezTo>
                  <a:lnTo>
                    <a:pt x="193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 name="Google Shape;685;p20"/>
          <p:cNvGrpSpPr/>
          <p:nvPr/>
        </p:nvGrpSpPr>
        <p:grpSpPr>
          <a:xfrm>
            <a:off x="8235467" y="851778"/>
            <a:ext cx="294541" cy="193193"/>
            <a:chOff x="4277246" y="2003393"/>
            <a:chExt cx="464282" cy="304529"/>
          </a:xfrm>
        </p:grpSpPr>
        <p:sp>
          <p:nvSpPr>
            <p:cNvPr id="686" name="Google Shape;686;p20"/>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0"/>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0"/>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9" name="Google Shape;689;p20"/>
          <p:cNvGrpSpPr/>
          <p:nvPr/>
        </p:nvGrpSpPr>
        <p:grpSpPr>
          <a:xfrm>
            <a:off x="7203177" y="236221"/>
            <a:ext cx="345053" cy="290716"/>
            <a:chOff x="4264060" y="1424745"/>
            <a:chExt cx="543905" cy="458254"/>
          </a:xfrm>
        </p:grpSpPr>
        <p:sp>
          <p:nvSpPr>
            <p:cNvPr id="690" name="Google Shape;690;p20"/>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0"/>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2" name="Google Shape;692;p20"/>
          <p:cNvGrpSpPr/>
          <p:nvPr/>
        </p:nvGrpSpPr>
        <p:grpSpPr>
          <a:xfrm rot="-1088791">
            <a:off x="8276722" y="-25347"/>
            <a:ext cx="308092" cy="309202"/>
            <a:chOff x="2694759" y="3017326"/>
            <a:chExt cx="485600" cy="487350"/>
          </a:xfrm>
        </p:grpSpPr>
        <p:sp>
          <p:nvSpPr>
            <p:cNvPr id="693" name="Google Shape;693;p20"/>
            <p:cNvSpPr/>
            <p:nvPr/>
          </p:nvSpPr>
          <p:spPr>
            <a:xfrm>
              <a:off x="2694759" y="3095960"/>
              <a:ext cx="485600" cy="408716"/>
            </a:xfrm>
            <a:custGeom>
              <a:avLst/>
              <a:gdLst/>
              <a:ahLst/>
              <a:cxnLst/>
              <a:rect l="l" t="t" r="r" b="b"/>
              <a:pathLst>
                <a:path w="34397" h="28951" extrusionOk="0">
                  <a:moveTo>
                    <a:pt x="26096" y="1414"/>
                  </a:moveTo>
                  <a:cubicBezTo>
                    <a:pt x="29895" y="1414"/>
                    <a:pt x="32983" y="4502"/>
                    <a:pt x="32983" y="8297"/>
                  </a:cubicBezTo>
                  <a:lnTo>
                    <a:pt x="32983" y="20650"/>
                  </a:lnTo>
                  <a:cubicBezTo>
                    <a:pt x="32983" y="24445"/>
                    <a:pt x="29895" y="27533"/>
                    <a:pt x="26096" y="27533"/>
                  </a:cubicBezTo>
                  <a:lnTo>
                    <a:pt x="8296" y="27533"/>
                  </a:lnTo>
                  <a:cubicBezTo>
                    <a:pt x="4498" y="27533"/>
                    <a:pt x="1409" y="24445"/>
                    <a:pt x="1409" y="20650"/>
                  </a:cubicBezTo>
                  <a:lnTo>
                    <a:pt x="1409" y="8297"/>
                  </a:lnTo>
                  <a:cubicBezTo>
                    <a:pt x="1409" y="4502"/>
                    <a:pt x="4498" y="1414"/>
                    <a:pt x="8296" y="1414"/>
                  </a:cubicBezTo>
                  <a:close/>
                  <a:moveTo>
                    <a:pt x="8296" y="1"/>
                  </a:moveTo>
                  <a:cubicBezTo>
                    <a:pt x="3722" y="1"/>
                    <a:pt x="0" y="3726"/>
                    <a:pt x="0" y="8297"/>
                  </a:cubicBezTo>
                  <a:lnTo>
                    <a:pt x="0" y="20650"/>
                  </a:lnTo>
                  <a:cubicBezTo>
                    <a:pt x="0" y="25225"/>
                    <a:pt x="3722" y="28950"/>
                    <a:pt x="8296" y="28950"/>
                  </a:cubicBezTo>
                  <a:lnTo>
                    <a:pt x="26096" y="28950"/>
                  </a:lnTo>
                  <a:cubicBezTo>
                    <a:pt x="30675" y="28950"/>
                    <a:pt x="34396" y="25225"/>
                    <a:pt x="34396" y="20650"/>
                  </a:cubicBezTo>
                  <a:lnTo>
                    <a:pt x="34396" y="8297"/>
                  </a:lnTo>
                  <a:cubicBezTo>
                    <a:pt x="34396" y="3726"/>
                    <a:pt x="30671" y="1"/>
                    <a:pt x="26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0"/>
            <p:cNvSpPr/>
            <p:nvPr/>
          </p:nvSpPr>
          <p:spPr>
            <a:xfrm>
              <a:off x="2884300" y="3202562"/>
              <a:ext cx="106460" cy="195457"/>
            </a:xfrm>
            <a:custGeom>
              <a:avLst/>
              <a:gdLst/>
              <a:ahLst/>
              <a:cxnLst/>
              <a:rect l="l" t="t" r="r" b="b"/>
              <a:pathLst>
                <a:path w="7541" h="13845" extrusionOk="0">
                  <a:moveTo>
                    <a:pt x="1" y="1"/>
                  </a:moveTo>
                  <a:lnTo>
                    <a:pt x="1" y="13844"/>
                  </a:lnTo>
                  <a:lnTo>
                    <a:pt x="7540" y="13844"/>
                  </a:lnTo>
                  <a:lnTo>
                    <a:pt x="754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0"/>
            <p:cNvSpPr/>
            <p:nvPr/>
          </p:nvSpPr>
          <p:spPr>
            <a:xfrm>
              <a:off x="2839830" y="3247088"/>
              <a:ext cx="195443" cy="106460"/>
            </a:xfrm>
            <a:custGeom>
              <a:avLst/>
              <a:gdLst/>
              <a:ahLst/>
              <a:cxnLst/>
              <a:rect l="l" t="t" r="r" b="b"/>
              <a:pathLst>
                <a:path w="13844" h="7541" extrusionOk="0">
                  <a:moveTo>
                    <a:pt x="1" y="1"/>
                  </a:moveTo>
                  <a:lnTo>
                    <a:pt x="1" y="7540"/>
                  </a:lnTo>
                  <a:lnTo>
                    <a:pt x="13844" y="7540"/>
                  </a:lnTo>
                  <a:lnTo>
                    <a:pt x="13844"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0"/>
            <p:cNvSpPr/>
            <p:nvPr/>
          </p:nvSpPr>
          <p:spPr>
            <a:xfrm>
              <a:off x="2829863" y="3017326"/>
              <a:ext cx="215391" cy="98597"/>
            </a:xfrm>
            <a:custGeom>
              <a:avLst/>
              <a:gdLst/>
              <a:ahLst/>
              <a:cxnLst/>
              <a:rect l="l" t="t" r="r" b="b"/>
              <a:pathLst>
                <a:path w="15257" h="6984" extrusionOk="0">
                  <a:moveTo>
                    <a:pt x="11300" y="1413"/>
                  </a:moveTo>
                  <a:cubicBezTo>
                    <a:pt x="12701" y="1413"/>
                    <a:pt x="13840" y="2552"/>
                    <a:pt x="13844" y="3957"/>
                  </a:cubicBezTo>
                  <a:lnTo>
                    <a:pt x="13844" y="5571"/>
                  </a:lnTo>
                  <a:lnTo>
                    <a:pt x="1413" y="5571"/>
                  </a:lnTo>
                  <a:lnTo>
                    <a:pt x="1413" y="3957"/>
                  </a:lnTo>
                  <a:cubicBezTo>
                    <a:pt x="1413" y="2552"/>
                    <a:pt x="2552" y="1413"/>
                    <a:pt x="3957" y="1413"/>
                  </a:cubicBezTo>
                  <a:close/>
                  <a:moveTo>
                    <a:pt x="3957" y="0"/>
                  </a:moveTo>
                  <a:cubicBezTo>
                    <a:pt x="1772" y="0"/>
                    <a:pt x="0" y="1772"/>
                    <a:pt x="0" y="3957"/>
                  </a:cubicBezTo>
                  <a:lnTo>
                    <a:pt x="0" y="6984"/>
                  </a:lnTo>
                  <a:lnTo>
                    <a:pt x="15256" y="6984"/>
                  </a:lnTo>
                  <a:lnTo>
                    <a:pt x="15256" y="3957"/>
                  </a:lnTo>
                  <a:cubicBezTo>
                    <a:pt x="15253" y="1772"/>
                    <a:pt x="13481" y="0"/>
                    <a:pt x="113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7" name="Google Shape;697;p20"/>
          <p:cNvGrpSpPr/>
          <p:nvPr/>
        </p:nvGrpSpPr>
        <p:grpSpPr>
          <a:xfrm rot="-1740803">
            <a:off x="5990445" y="4579776"/>
            <a:ext cx="280038" cy="342518"/>
            <a:chOff x="3410431" y="2717682"/>
            <a:chExt cx="441412" cy="539896"/>
          </a:xfrm>
        </p:grpSpPr>
        <p:sp>
          <p:nvSpPr>
            <p:cNvPr id="698" name="Google Shape;698;p20"/>
            <p:cNvSpPr/>
            <p:nvPr/>
          </p:nvSpPr>
          <p:spPr>
            <a:xfrm>
              <a:off x="3493499" y="3040112"/>
              <a:ext cx="281771" cy="140893"/>
            </a:xfrm>
            <a:custGeom>
              <a:avLst/>
              <a:gdLst/>
              <a:ahLst/>
              <a:cxnLst/>
              <a:rect l="l" t="t" r="r" b="b"/>
              <a:pathLst>
                <a:path w="19959" h="9980" extrusionOk="0">
                  <a:moveTo>
                    <a:pt x="0" y="0"/>
                  </a:moveTo>
                  <a:cubicBezTo>
                    <a:pt x="0" y="5513"/>
                    <a:pt x="4467" y="9979"/>
                    <a:pt x="9979" y="9979"/>
                  </a:cubicBezTo>
                  <a:cubicBezTo>
                    <a:pt x="15492" y="9979"/>
                    <a:pt x="19958" y="5513"/>
                    <a:pt x="19958"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0"/>
            <p:cNvSpPr/>
            <p:nvPr/>
          </p:nvSpPr>
          <p:spPr>
            <a:xfrm>
              <a:off x="3410431" y="2717682"/>
              <a:ext cx="441412" cy="539896"/>
            </a:xfrm>
            <a:custGeom>
              <a:avLst/>
              <a:gdLst/>
              <a:ahLst/>
              <a:cxnLst/>
              <a:rect l="l" t="t" r="r" b="b"/>
              <a:pathLst>
                <a:path w="31267" h="38243" extrusionOk="0">
                  <a:moveTo>
                    <a:pt x="18967" y="1414"/>
                  </a:moveTo>
                  <a:lnTo>
                    <a:pt x="18967" y="6900"/>
                  </a:lnTo>
                  <a:cubicBezTo>
                    <a:pt x="18971" y="8177"/>
                    <a:pt x="19751" y="9328"/>
                    <a:pt x="20943" y="9803"/>
                  </a:cubicBezTo>
                  <a:cubicBezTo>
                    <a:pt x="26356" y="11910"/>
                    <a:pt x="29857" y="17029"/>
                    <a:pt x="29857" y="22839"/>
                  </a:cubicBezTo>
                  <a:cubicBezTo>
                    <a:pt x="29865" y="26588"/>
                    <a:pt x="28363" y="30182"/>
                    <a:pt x="25684" y="32803"/>
                  </a:cubicBezTo>
                  <a:cubicBezTo>
                    <a:pt x="23058" y="35391"/>
                    <a:pt x="19598" y="36832"/>
                    <a:pt x="15928" y="36832"/>
                  </a:cubicBezTo>
                  <a:cubicBezTo>
                    <a:pt x="15837" y="36832"/>
                    <a:pt x="15746" y="36831"/>
                    <a:pt x="15655" y="36829"/>
                  </a:cubicBezTo>
                  <a:cubicBezTo>
                    <a:pt x="8474" y="36725"/>
                    <a:pt x="2437" y="31046"/>
                    <a:pt x="1912" y="23901"/>
                  </a:cubicBezTo>
                  <a:cubicBezTo>
                    <a:pt x="1456" y="17705"/>
                    <a:pt x="5027" y="12038"/>
                    <a:pt x="10798" y="9795"/>
                  </a:cubicBezTo>
                  <a:cubicBezTo>
                    <a:pt x="11972" y="9339"/>
                    <a:pt x="12759" y="8173"/>
                    <a:pt x="12759" y="6896"/>
                  </a:cubicBezTo>
                  <a:lnTo>
                    <a:pt x="12759" y="1414"/>
                  </a:lnTo>
                  <a:close/>
                  <a:moveTo>
                    <a:pt x="11350" y="1"/>
                  </a:moveTo>
                  <a:lnTo>
                    <a:pt x="11350" y="6900"/>
                  </a:lnTo>
                  <a:cubicBezTo>
                    <a:pt x="11350" y="7602"/>
                    <a:pt x="10922" y="8235"/>
                    <a:pt x="10289" y="8482"/>
                  </a:cubicBezTo>
                  <a:cubicBezTo>
                    <a:pt x="3935" y="10949"/>
                    <a:pt x="1" y="17191"/>
                    <a:pt x="503" y="24009"/>
                  </a:cubicBezTo>
                  <a:cubicBezTo>
                    <a:pt x="1082" y="31872"/>
                    <a:pt x="7729" y="38126"/>
                    <a:pt x="15635" y="38242"/>
                  </a:cubicBezTo>
                  <a:lnTo>
                    <a:pt x="15863" y="38242"/>
                  </a:lnTo>
                  <a:cubicBezTo>
                    <a:pt x="24371" y="38238"/>
                    <a:pt x="31266" y="31344"/>
                    <a:pt x="31266" y="22839"/>
                  </a:cubicBezTo>
                  <a:cubicBezTo>
                    <a:pt x="31266" y="16439"/>
                    <a:pt x="27413" y="10806"/>
                    <a:pt x="21453" y="8482"/>
                  </a:cubicBezTo>
                  <a:cubicBezTo>
                    <a:pt x="20804" y="8224"/>
                    <a:pt x="20380" y="7594"/>
                    <a:pt x="20380" y="6896"/>
                  </a:cubicBezTo>
                  <a:lnTo>
                    <a:pt x="203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0"/>
            <p:cNvSpPr/>
            <p:nvPr/>
          </p:nvSpPr>
          <p:spPr>
            <a:xfrm>
              <a:off x="3539592" y="2717682"/>
              <a:ext cx="189513" cy="19962"/>
            </a:xfrm>
            <a:custGeom>
              <a:avLst/>
              <a:gdLst/>
              <a:ahLst/>
              <a:cxnLst/>
              <a:rect l="l" t="t" r="r" b="b"/>
              <a:pathLst>
                <a:path w="13424" h="1414" extrusionOk="0">
                  <a:moveTo>
                    <a:pt x="1" y="1"/>
                  </a:moveTo>
                  <a:lnTo>
                    <a:pt x="1" y="1414"/>
                  </a:lnTo>
                  <a:lnTo>
                    <a:pt x="13424" y="1414"/>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1" name="Google Shape;701;p20"/>
          <p:cNvGrpSpPr/>
          <p:nvPr/>
        </p:nvGrpSpPr>
        <p:grpSpPr>
          <a:xfrm>
            <a:off x="859080" y="164803"/>
            <a:ext cx="248005" cy="326013"/>
            <a:chOff x="2574478" y="1600508"/>
            <a:chExt cx="390928" cy="513891"/>
          </a:xfrm>
        </p:grpSpPr>
        <p:sp>
          <p:nvSpPr>
            <p:cNvPr id="702" name="Google Shape;702;p20"/>
            <p:cNvSpPr/>
            <p:nvPr/>
          </p:nvSpPr>
          <p:spPr>
            <a:xfrm>
              <a:off x="2637583" y="1681175"/>
              <a:ext cx="264717" cy="352570"/>
            </a:xfrm>
            <a:custGeom>
              <a:avLst/>
              <a:gdLst/>
              <a:ahLst/>
              <a:cxnLst/>
              <a:rect l="l" t="t" r="r" b="b"/>
              <a:pathLst>
                <a:path w="18751" h="24974" extrusionOk="0">
                  <a:moveTo>
                    <a:pt x="9374" y="0"/>
                  </a:moveTo>
                  <a:cubicBezTo>
                    <a:pt x="4251" y="0"/>
                    <a:pt x="90" y="10192"/>
                    <a:pt x="1" y="15426"/>
                  </a:cubicBezTo>
                  <a:cubicBezTo>
                    <a:pt x="474" y="15212"/>
                    <a:pt x="969" y="15111"/>
                    <a:pt x="1454" y="15111"/>
                  </a:cubicBezTo>
                  <a:cubicBezTo>
                    <a:pt x="2867" y="15111"/>
                    <a:pt x="4207" y="15965"/>
                    <a:pt x="4753" y="17372"/>
                  </a:cubicBezTo>
                  <a:cubicBezTo>
                    <a:pt x="5486" y="19263"/>
                    <a:pt x="4479" y="21383"/>
                    <a:pt x="2549" y="22012"/>
                  </a:cubicBezTo>
                  <a:cubicBezTo>
                    <a:pt x="4337" y="23917"/>
                    <a:pt x="6822" y="24974"/>
                    <a:pt x="9392" y="24974"/>
                  </a:cubicBezTo>
                  <a:cubicBezTo>
                    <a:pt x="9890" y="24974"/>
                    <a:pt x="10391" y="24934"/>
                    <a:pt x="10891" y="24853"/>
                  </a:cubicBezTo>
                  <a:cubicBezTo>
                    <a:pt x="15350" y="24128"/>
                    <a:pt x="18751" y="20256"/>
                    <a:pt x="18751" y="15596"/>
                  </a:cubicBezTo>
                  <a:cubicBezTo>
                    <a:pt x="18751" y="10937"/>
                    <a:pt x="15350" y="2023"/>
                    <a:pt x="10891" y="297"/>
                  </a:cubicBezTo>
                  <a:cubicBezTo>
                    <a:pt x="10408" y="100"/>
                    <a:pt x="9895" y="0"/>
                    <a:pt x="9374"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0"/>
            <p:cNvSpPr/>
            <p:nvPr/>
          </p:nvSpPr>
          <p:spPr>
            <a:xfrm>
              <a:off x="2574478" y="1600508"/>
              <a:ext cx="390928" cy="513891"/>
            </a:xfrm>
            <a:custGeom>
              <a:avLst/>
              <a:gdLst/>
              <a:ahLst/>
              <a:cxnLst/>
              <a:rect l="l" t="t" r="r" b="b"/>
              <a:pathLst>
                <a:path w="27691" h="36401" extrusionOk="0">
                  <a:moveTo>
                    <a:pt x="13844" y="1414"/>
                  </a:moveTo>
                  <a:cubicBezTo>
                    <a:pt x="14485" y="1414"/>
                    <a:pt x="15122" y="1541"/>
                    <a:pt x="15712" y="1784"/>
                  </a:cubicBezTo>
                  <a:cubicBezTo>
                    <a:pt x="18322" y="2792"/>
                    <a:pt x="21043" y="6004"/>
                    <a:pt x="23178" y="10594"/>
                  </a:cubicBezTo>
                  <a:cubicBezTo>
                    <a:pt x="25058" y="14639"/>
                    <a:pt x="26274" y="19334"/>
                    <a:pt x="26274" y="22557"/>
                  </a:cubicBezTo>
                  <a:cubicBezTo>
                    <a:pt x="26274" y="28687"/>
                    <a:pt x="21893" y="33845"/>
                    <a:pt x="15851" y="34825"/>
                  </a:cubicBezTo>
                  <a:cubicBezTo>
                    <a:pt x="15187" y="34933"/>
                    <a:pt x="14515" y="34988"/>
                    <a:pt x="13844" y="34988"/>
                  </a:cubicBezTo>
                  <a:cubicBezTo>
                    <a:pt x="6992" y="34988"/>
                    <a:pt x="1413" y="29409"/>
                    <a:pt x="1413" y="22557"/>
                  </a:cubicBezTo>
                  <a:cubicBezTo>
                    <a:pt x="1413" y="15593"/>
                    <a:pt x="7169" y="1414"/>
                    <a:pt x="13844" y="1414"/>
                  </a:cubicBezTo>
                  <a:close/>
                  <a:moveTo>
                    <a:pt x="13844" y="1"/>
                  </a:moveTo>
                  <a:cubicBezTo>
                    <a:pt x="5984" y="1"/>
                    <a:pt x="0" y="15033"/>
                    <a:pt x="0" y="22557"/>
                  </a:cubicBezTo>
                  <a:cubicBezTo>
                    <a:pt x="0" y="30189"/>
                    <a:pt x="6212" y="36400"/>
                    <a:pt x="13844" y="36400"/>
                  </a:cubicBezTo>
                  <a:cubicBezTo>
                    <a:pt x="14593" y="36400"/>
                    <a:pt x="15342" y="36343"/>
                    <a:pt x="16083" y="36219"/>
                  </a:cubicBezTo>
                  <a:cubicBezTo>
                    <a:pt x="22808" y="35126"/>
                    <a:pt x="27691" y="29382"/>
                    <a:pt x="27691" y="22557"/>
                  </a:cubicBezTo>
                  <a:cubicBezTo>
                    <a:pt x="27691" y="15612"/>
                    <a:pt x="22765" y="2996"/>
                    <a:pt x="16229" y="472"/>
                  </a:cubicBezTo>
                  <a:cubicBezTo>
                    <a:pt x="15473" y="163"/>
                    <a:pt x="14662" y="5"/>
                    <a:pt x="138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4" name="Google Shape;704;p20"/>
          <p:cNvGrpSpPr/>
          <p:nvPr/>
        </p:nvGrpSpPr>
        <p:grpSpPr>
          <a:xfrm rot="1800208">
            <a:off x="8523218" y="3648143"/>
            <a:ext cx="407384" cy="478880"/>
            <a:chOff x="8071717" y="2421860"/>
            <a:chExt cx="443820" cy="521710"/>
          </a:xfrm>
        </p:grpSpPr>
        <p:grpSp>
          <p:nvGrpSpPr>
            <p:cNvPr id="705" name="Google Shape;705;p20"/>
            <p:cNvGrpSpPr/>
            <p:nvPr/>
          </p:nvGrpSpPr>
          <p:grpSpPr>
            <a:xfrm>
              <a:off x="8071717" y="2421860"/>
              <a:ext cx="443820" cy="521710"/>
              <a:chOff x="8071475" y="2521207"/>
              <a:chExt cx="359252" cy="422301"/>
            </a:xfrm>
          </p:grpSpPr>
          <p:sp>
            <p:nvSpPr>
              <p:cNvPr id="706" name="Google Shape;706;p20"/>
              <p:cNvSpPr/>
              <p:nvPr/>
            </p:nvSpPr>
            <p:spPr>
              <a:xfrm>
                <a:off x="8071475" y="2533659"/>
                <a:ext cx="234159" cy="276670"/>
              </a:xfrm>
              <a:custGeom>
                <a:avLst/>
                <a:gdLst/>
                <a:ahLst/>
                <a:cxnLst/>
                <a:rect l="l" t="t" r="r" b="b"/>
                <a:pathLst>
                  <a:path w="5679" h="6710" fill="none" extrusionOk="0">
                    <a:moveTo>
                      <a:pt x="1165" y="0"/>
                    </a:moveTo>
                    <a:lnTo>
                      <a:pt x="1021" y="0"/>
                    </a:lnTo>
                    <a:cubicBezTo>
                      <a:pt x="458" y="0"/>
                      <a:pt x="0" y="458"/>
                      <a:pt x="0" y="1024"/>
                    </a:cubicBezTo>
                    <a:lnTo>
                      <a:pt x="0" y="3872"/>
                    </a:lnTo>
                    <a:cubicBezTo>
                      <a:pt x="0" y="5440"/>
                      <a:pt x="1270" y="6709"/>
                      <a:pt x="2838" y="6709"/>
                    </a:cubicBezTo>
                    <a:lnTo>
                      <a:pt x="2838" y="6709"/>
                    </a:lnTo>
                    <a:cubicBezTo>
                      <a:pt x="4406" y="6709"/>
                      <a:pt x="5679" y="5440"/>
                      <a:pt x="5679" y="3872"/>
                    </a:cubicBezTo>
                    <a:lnTo>
                      <a:pt x="5679" y="1021"/>
                    </a:lnTo>
                    <a:cubicBezTo>
                      <a:pt x="5679" y="458"/>
                      <a:pt x="5221" y="0"/>
                      <a:pt x="4654" y="0"/>
                    </a:cubicBezTo>
                    <a:lnTo>
                      <a:pt x="4654" y="0"/>
                    </a:lnTo>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0"/>
              <p:cNvSpPr/>
              <p:nvPr/>
            </p:nvSpPr>
            <p:spPr>
              <a:xfrm>
                <a:off x="8338944" y="2534978"/>
                <a:ext cx="91784" cy="91701"/>
              </a:xfrm>
              <a:custGeom>
                <a:avLst/>
                <a:gdLst/>
                <a:ahLst/>
                <a:cxnLst/>
                <a:rect l="l" t="t" r="r" b="b"/>
                <a:pathLst>
                  <a:path w="2226" h="2224" fill="none" extrusionOk="0">
                    <a:moveTo>
                      <a:pt x="2226" y="1271"/>
                    </a:moveTo>
                    <a:cubicBezTo>
                      <a:pt x="2222" y="423"/>
                      <a:pt x="1198" y="1"/>
                      <a:pt x="599" y="600"/>
                    </a:cubicBezTo>
                    <a:cubicBezTo>
                      <a:pt x="0" y="1199"/>
                      <a:pt x="426" y="2223"/>
                      <a:pt x="1273" y="2223"/>
                    </a:cubicBezTo>
                    <a:cubicBezTo>
                      <a:pt x="1797" y="2223"/>
                      <a:pt x="2226" y="1798"/>
                      <a:pt x="2226" y="1271"/>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0"/>
              <p:cNvSpPr/>
              <p:nvPr/>
            </p:nvSpPr>
            <p:spPr>
              <a:xfrm>
                <a:off x="8107099" y="2521207"/>
                <a:ext cx="24863" cy="24904"/>
              </a:xfrm>
              <a:custGeom>
                <a:avLst/>
                <a:gdLst/>
                <a:ahLst/>
                <a:cxnLst/>
                <a:rect l="l" t="t" r="r" b="b"/>
                <a:pathLst>
                  <a:path w="603" h="604" fill="none" extrusionOk="0">
                    <a:moveTo>
                      <a:pt x="603" y="302"/>
                    </a:moveTo>
                    <a:cubicBezTo>
                      <a:pt x="603" y="469"/>
                      <a:pt x="468" y="603"/>
                      <a:pt x="301" y="603"/>
                    </a:cubicBezTo>
                    <a:cubicBezTo>
                      <a:pt x="134" y="603"/>
                      <a:pt x="0" y="469"/>
                      <a:pt x="0" y="302"/>
                    </a:cubicBezTo>
                    <a:cubicBezTo>
                      <a:pt x="0" y="135"/>
                      <a:pt x="134" y="1"/>
                      <a:pt x="301" y="1"/>
                    </a:cubicBezTo>
                    <a:cubicBezTo>
                      <a:pt x="468" y="1"/>
                      <a:pt x="603" y="135"/>
                      <a:pt x="603" y="302"/>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0"/>
              <p:cNvSpPr/>
              <p:nvPr/>
            </p:nvSpPr>
            <p:spPr>
              <a:xfrm>
                <a:off x="8249306" y="2521207"/>
                <a:ext cx="24740" cy="24904"/>
              </a:xfrm>
              <a:custGeom>
                <a:avLst/>
                <a:gdLst/>
                <a:ahLst/>
                <a:cxnLst/>
                <a:rect l="l" t="t" r="r" b="b"/>
                <a:pathLst>
                  <a:path w="600" h="604" fill="none" extrusionOk="0">
                    <a:moveTo>
                      <a:pt x="600" y="302"/>
                    </a:moveTo>
                    <a:cubicBezTo>
                      <a:pt x="600" y="469"/>
                      <a:pt x="466" y="603"/>
                      <a:pt x="302" y="603"/>
                    </a:cubicBezTo>
                    <a:cubicBezTo>
                      <a:pt x="135" y="603"/>
                      <a:pt x="1" y="469"/>
                      <a:pt x="1" y="302"/>
                    </a:cubicBezTo>
                    <a:cubicBezTo>
                      <a:pt x="1" y="135"/>
                      <a:pt x="135" y="1"/>
                      <a:pt x="302" y="1"/>
                    </a:cubicBezTo>
                    <a:cubicBezTo>
                      <a:pt x="466" y="1"/>
                      <a:pt x="600" y="135"/>
                      <a:pt x="600" y="302"/>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0"/>
              <p:cNvSpPr/>
              <p:nvPr/>
            </p:nvSpPr>
            <p:spPr>
              <a:xfrm>
                <a:off x="8188614" y="2626636"/>
                <a:ext cx="202864" cy="316872"/>
              </a:xfrm>
              <a:custGeom>
                <a:avLst/>
                <a:gdLst/>
                <a:ahLst/>
                <a:cxnLst/>
                <a:rect l="l" t="t" r="r" b="b"/>
                <a:pathLst>
                  <a:path w="4920" h="7685" fill="none" extrusionOk="0">
                    <a:moveTo>
                      <a:pt x="0" y="4454"/>
                    </a:moveTo>
                    <a:lnTo>
                      <a:pt x="0" y="5224"/>
                    </a:lnTo>
                    <a:cubicBezTo>
                      <a:pt x="0" y="6585"/>
                      <a:pt x="1100" y="7685"/>
                      <a:pt x="2458" y="7685"/>
                    </a:cubicBezTo>
                    <a:lnTo>
                      <a:pt x="2458" y="7685"/>
                    </a:lnTo>
                    <a:cubicBezTo>
                      <a:pt x="3820" y="7685"/>
                      <a:pt x="4919" y="6585"/>
                      <a:pt x="4919" y="5224"/>
                    </a:cubicBezTo>
                    <a:lnTo>
                      <a:pt x="4919" y="0"/>
                    </a:lnTo>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1" name="Google Shape;711;p20"/>
            <p:cNvSpPr/>
            <p:nvPr/>
          </p:nvSpPr>
          <p:spPr>
            <a:xfrm>
              <a:off x="8436649" y="2472701"/>
              <a:ext cx="61200" cy="61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 name="Google Shape;712;p20"/>
          <p:cNvGrpSpPr/>
          <p:nvPr/>
        </p:nvGrpSpPr>
        <p:grpSpPr>
          <a:xfrm rot="-899769">
            <a:off x="8742324" y="2152119"/>
            <a:ext cx="330980" cy="590092"/>
            <a:chOff x="308050" y="960575"/>
            <a:chExt cx="360600" cy="642900"/>
          </a:xfrm>
        </p:grpSpPr>
        <p:sp>
          <p:nvSpPr>
            <p:cNvPr id="713" name="Google Shape;713;p20"/>
            <p:cNvSpPr/>
            <p:nvPr/>
          </p:nvSpPr>
          <p:spPr>
            <a:xfrm rot="380">
              <a:off x="397058" y="1130178"/>
              <a:ext cx="182601" cy="182601"/>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4" name="Google Shape;714;p20"/>
            <p:cNvGrpSpPr/>
            <p:nvPr/>
          </p:nvGrpSpPr>
          <p:grpSpPr>
            <a:xfrm>
              <a:off x="308050" y="960575"/>
              <a:ext cx="360600" cy="642900"/>
              <a:chOff x="839250" y="836025"/>
              <a:chExt cx="360600" cy="642900"/>
            </a:xfrm>
          </p:grpSpPr>
          <p:sp>
            <p:nvSpPr>
              <p:cNvPr id="715" name="Google Shape;715;p20"/>
              <p:cNvSpPr/>
              <p:nvPr/>
            </p:nvSpPr>
            <p:spPr>
              <a:xfrm>
                <a:off x="839250" y="836025"/>
                <a:ext cx="360600" cy="642900"/>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6" name="Google Shape;716;p20"/>
              <p:cNvCxnSpPr/>
              <p:nvPr/>
            </p:nvCxnSpPr>
            <p:spPr>
              <a:xfrm>
                <a:off x="839250" y="901900"/>
                <a:ext cx="359100" cy="0"/>
              </a:xfrm>
              <a:prstGeom prst="straightConnector1">
                <a:avLst/>
              </a:prstGeom>
              <a:noFill/>
              <a:ln w="9525" cap="flat" cmpd="sng">
                <a:solidFill>
                  <a:schemeClr val="lt1"/>
                </a:solidFill>
                <a:prstDash val="solid"/>
                <a:round/>
                <a:headEnd type="none" w="med" len="med"/>
                <a:tailEnd type="none" w="med" len="med"/>
              </a:ln>
            </p:spPr>
          </p:cxnSp>
          <p:cxnSp>
            <p:nvCxnSpPr>
              <p:cNvPr id="717" name="Google Shape;717;p20"/>
              <p:cNvCxnSpPr/>
              <p:nvPr/>
            </p:nvCxnSpPr>
            <p:spPr>
              <a:xfrm>
                <a:off x="839250" y="1377100"/>
                <a:ext cx="359100" cy="0"/>
              </a:xfrm>
              <a:prstGeom prst="straightConnector1">
                <a:avLst/>
              </a:prstGeom>
              <a:noFill/>
              <a:ln w="9525" cap="flat" cmpd="sng">
                <a:solidFill>
                  <a:schemeClr val="lt1"/>
                </a:solidFill>
                <a:prstDash val="solid"/>
                <a:round/>
                <a:headEnd type="none" w="med" len="med"/>
                <a:tailEnd type="none" w="med" len="med"/>
              </a:ln>
            </p:spPr>
          </p:cxnSp>
          <p:sp>
            <p:nvSpPr>
              <p:cNvPr id="718" name="Google Shape;718;p20"/>
              <p:cNvSpPr/>
              <p:nvPr/>
            </p:nvSpPr>
            <p:spPr>
              <a:xfrm>
                <a:off x="997950" y="1406425"/>
                <a:ext cx="43200" cy="43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19" name="Google Shape;719;p20"/>
          <p:cNvSpPr/>
          <p:nvPr/>
        </p:nvSpPr>
        <p:spPr>
          <a:xfrm flipH="1">
            <a:off x="337287" y="80323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0"/>
          <p:cNvSpPr/>
          <p:nvPr/>
        </p:nvSpPr>
        <p:spPr>
          <a:xfrm flipH="1">
            <a:off x="496812" y="17553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0"/>
          <p:cNvSpPr/>
          <p:nvPr/>
        </p:nvSpPr>
        <p:spPr>
          <a:xfrm flipH="1">
            <a:off x="131263" y="395536"/>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0"/>
          <p:cNvSpPr/>
          <p:nvPr/>
        </p:nvSpPr>
        <p:spPr>
          <a:xfrm flipH="1">
            <a:off x="205650" y="49556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0"/>
          <p:cNvSpPr/>
          <p:nvPr/>
        </p:nvSpPr>
        <p:spPr>
          <a:xfrm flipH="1">
            <a:off x="131287" y="405511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0"/>
          <p:cNvSpPr/>
          <p:nvPr/>
        </p:nvSpPr>
        <p:spPr>
          <a:xfrm flipH="1">
            <a:off x="588750" y="4719786"/>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5" name="Google Shape;725;p20"/>
          <p:cNvGrpSpPr/>
          <p:nvPr/>
        </p:nvGrpSpPr>
        <p:grpSpPr>
          <a:xfrm>
            <a:off x="240105" y="4466303"/>
            <a:ext cx="294541" cy="193193"/>
            <a:chOff x="4277246" y="2003393"/>
            <a:chExt cx="464282" cy="304529"/>
          </a:xfrm>
        </p:grpSpPr>
        <p:sp>
          <p:nvSpPr>
            <p:cNvPr id="726" name="Google Shape;726;p20"/>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0"/>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0"/>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9" name="Google Shape;729;p20"/>
          <p:cNvSpPr/>
          <p:nvPr/>
        </p:nvSpPr>
        <p:spPr>
          <a:xfrm flipH="1">
            <a:off x="1189737" y="470092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0" name="Google Shape;730;p20"/>
          <p:cNvGrpSpPr/>
          <p:nvPr/>
        </p:nvGrpSpPr>
        <p:grpSpPr>
          <a:xfrm rot="1091188">
            <a:off x="1411894" y="4929283"/>
            <a:ext cx="345048" cy="290712"/>
            <a:chOff x="4264060" y="1424745"/>
            <a:chExt cx="543905" cy="458254"/>
          </a:xfrm>
        </p:grpSpPr>
        <p:sp>
          <p:nvSpPr>
            <p:cNvPr id="731" name="Google Shape;731;p20"/>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0"/>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3" name="Google Shape;733;p20"/>
          <p:cNvSpPr/>
          <p:nvPr/>
        </p:nvSpPr>
        <p:spPr>
          <a:xfrm flipH="1">
            <a:off x="7703662" y="64446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0"/>
          <p:cNvSpPr/>
          <p:nvPr/>
        </p:nvSpPr>
        <p:spPr>
          <a:xfrm flipH="1">
            <a:off x="8762112" y="129027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0"/>
          <p:cNvSpPr/>
          <p:nvPr/>
        </p:nvSpPr>
        <p:spPr>
          <a:xfrm flipH="1">
            <a:off x="6634062" y="74466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0"/>
          <p:cNvSpPr/>
          <p:nvPr/>
        </p:nvSpPr>
        <p:spPr>
          <a:xfrm flipH="1">
            <a:off x="8733200" y="526936"/>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0"/>
          <p:cNvSpPr/>
          <p:nvPr/>
        </p:nvSpPr>
        <p:spPr>
          <a:xfrm flipH="1">
            <a:off x="8530000" y="170757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0"/>
          <p:cNvSpPr/>
          <p:nvPr/>
        </p:nvSpPr>
        <p:spPr>
          <a:xfrm flipH="1">
            <a:off x="8572175" y="44663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0"/>
          <p:cNvSpPr/>
          <p:nvPr/>
        </p:nvSpPr>
        <p:spPr>
          <a:xfrm flipH="1">
            <a:off x="7236150" y="44663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0"/>
          <p:cNvSpPr/>
          <p:nvPr/>
        </p:nvSpPr>
        <p:spPr>
          <a:xfrm flipH="1">
            <a:off x="6533862" y="463392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0"/>
          <p:cNvSpPr/>
          <p:nvPr/>
        </p:nvSpPr>
        <p:spPr>
          <a:xfrm flipH="1">
            <a:off x="7548237" y="495560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2">
  <p:cSld name="CUSTOM_4">
    <p:spTree>
      <p:nvGrpSpPr>
        <p:cNvPr id="1" name="Shape 742"/>
        <p:cNvGrpSpPr/>
        <p:nvPr/>
      </p:nvGrpSpPr>
      <p:grpSpPr>
        <a:xfrm>
          <a:off x="0" y="0"/>
          <a:ext cx="0" cy="0"/>
          <a:chOff x="0" y="0"/>
          <a:chExt cx="0" cy="0"/>
        </a:xfrm>
      </p:grpSpPr>
      <p:sp>
        <p:nvSpPr>
          <p:cNvPr id="743" name="Google Shape;743;p21"/>
          <p:cNvSpPr txBox="1">
            <a:spLocks noGrp="1"/>
          </p:cNvSpPr>
          <p:nvPr>
            <p:ph type="body" idx="1"/>
          </p:nvPr>
        </p:nvSpPr>
        <p:spPr>
          <a:xfrm>
            <a:off x="4591850" y="2021675"/>
            <a:ext cx="3838800" cy="25869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dk1"/>
              </a:buClr>
              <a:buSzPts val="1200"/>
              <a:buChar char="●"/>
              <a:defRPr sz="1200">
                <a:solidFill>
                  <a:schemeClr val="dk1"/>
                </a:solidFill>
              </a:defRPr>
            </a:lvl1pPr>
            <a:lvl2pPr marL="914400" lvl="1" indent="-304800" rtl="0">
              <a:spcBef>
                <a:spcPts val="0"/>
              </a:spcBef>
              <a:spcAft>
                <a:spcPts val="0"/>
              </a:spcAft>
              <a:buClr>
                <a:schemeClr val="dk1"/>
              </a:buClr>
              <a:buSzPts val="1200"/>
              <a:buChar char="○"/>
              <a:defRPr sz="1200">
                <a:solidFill>
                  <a:schemeClr val="dk1"/>
                </a:solidFill>
              </a:defRPr>
            </a:lvl2pPr>
            <a:lvl3pPr marL="1371600" lvl="2" indent="-304800" rtl="0">
              <a:spcBef>
                <a:spcPts val="0"/>
              </a:spcBef>
              <a:spcAft>
                <a:spcPts val="0"/>
              </a:spcAft>
              <a:buClr>
                <a:schemeClr val="dk1"/>
              </a:buClr>
              <a:buSzPts val="1200"/>
              <a:buChar char="■"/>
              <a:defRPr sz="1200">
                <a:solidFill>
                  <a:schemeClr val="dk1"/>
                </a:solidFill>
              </a:defRPr>
            </a:lvl3pPr>
            <a:lvl4pPr marL="1828800" lvl="3" indent="-304800" rtl="0">
              <a:spcBef>
                <a:spcPts val="0"/>
              </a:spcBef>
              <a:spcAft>
                <a:spcPts val="0"/>
              </a:spcAft>
              <a:buClr>
                <a:schemeClr val="dk1"/>
              </a:buClr>
              <a:buSzPts val="1200"/>
              <a:buChar char="●"/>
              <a:defRPr sz="1200">
                <a:solidFill>
                  <a:schemeClr val="dk1"/>
                </a:solidFill>
              </a:defRPr>
            </a:lvl4pPr>
            <a:lvl5pPr marL="2286000" lvl="4" indent="-304800" rtl="0">
              <a:spcBef>
                <a:spcPts val="0"/>
              </a:spcBef>
              <a:spcAft>
                <a:spcPts val="0"/>
              </a:spcAft>
              <a:buClr>
                <a:schemeClr val="dk1"/>
              </a:buClr>
              <a:buSzPts val="1200"/>
              <a:buChar char="○"/>
              <a:defRPr sz="1200">
                <a:solidFill>
                  <a:schemeClr val="dk1"/>
                </a:solidFill>
              </a:defRPr>
            </a:lvl5pPr>
            <a:lvl6pPr marL="2743200" lvl="5" indent="-304800" rtl="0">
              <a:spcBef>
                <a:spcPts val="0"/>
              </a:spcBef>
              <a:spcAft>
                <a:spcPts val="0"/>
              </a:spcAft>
              <a:buClr>
                <a:schemeClr val="dk1"/>
              </a:buClr>
              <a:buSzPts val="1200"/>
              <a:buChar char="■"/>
              <a:defRPr sz="1200">
                <a:solidFill>
                  <a:schemeClr val="dk1"/>
                </a:solidFill>
              </a:defRPr>
            </a:lvl6pPr>
            <a:lvl7pPr marL="3200400" lvl="6" indent="-304800" rtl="0">
              <a:spcBef>
                <a:spcPts val="0"/>
              </a:spcBef>
              <a:spcAft>
                <a:spcPts val="0"/>
              </a:spcAft>
              <a:buClr>
                <a:schemeClr val="dk1"/>
              </a:buClr>
              <a:buSzPts val="1200"/>
              <a:buChar char="●"/>
              <a:defRPr sz="1200">
                <a:solidFill>
                  <a:schemeClr val="dk1"/>
                </a:solidFill>
              </a:defRPr>
            </a:lvl7pPr>
            <a:lvl8pPr marL="3657600" lvl="7" indent="-304800" rtl="0">
              <a:spcBef>
                <a:spcPts val="0"/>
              </a:spcBef>
              <a:spcAft>
                <a:spcPts val="0"/>
              </a:spcAft>
              <a:buClr>
                <a:schemeClr val="dk1"/>
              </a:buClr>
              <a:buSzPts val="1200"/>
              <a:buChar char="○"/>
              <a:defRPr sz="1200">
                <a:solidFill>
                  <a:schemeClr val="dk1"/>
                </a:solidFill>
              </a:defRPr>
            </a:lvl8pPr>
            <a:lvl9pPr marL="4114800" lvl="8" indent="-304800" rtl="0">
              <a:spcBef>
                <a:spcPts val="0"/>
              </a:spcBef>
              <a:spcAft>
                <a:spcPts val="0"/>
              </a:spcAft>
              <a:buClr>
                <a:schemeClr val="dk1"/>
              </a:buClr>
              <a:buSzPts val="1200"/>
              <a:buChar char="■"/>
              <a:defRPr sz="1200">
                <a:solidFill>
                  <a:schemeClr val="dk1"/>
                </a:solidFill>
              </a:defRPr>
            </a:lvl9pPr>
          </a:lstStyle>
          <a:p>
            <a:endParaRPr/>
          </a:p>
        </p:txBody>
      </p:sp>
      <p:sp>
        <p:nvSpPr>
          <p:cNvPr id="744" name="Google Shape;744;p21"/>
          <p:cNvSpPr txBox="1">
            <a:spLocks noGrp="1"/>
          </p:cNvSpPr>
          <p:nvPr>
            <p:ph type="title"/>
          </p:nvPr>
        </p:nvSpPr>
        <p:spPr>
          <a:xfrm>
            <a:off x="713225" y="539500"/>
            <a:ext cx="7717500" cy="612900"/>
          </a:xfrm>
          <a:prstGeom prst="rect">
            <a:avLst/>
          </a:prstGeom>
        </p:spPr>
        <p:txBody>
          <a:bodyPr spcFirstLastPara="1" wrap="square" lIns="91425" tIns="91425" rIns="91425" bIns="91425" anchor="t" anchorCtr="0">
            <a:noAutofit/>
          </a:bodyPr>
          <a:lstStyle>
            <a:lvl1pPr lvl="0" rtl="0">
              <a:spcBef>
                <a:spcPts val="0"/>
              </a:spcBef>
              <a:spcAft>
                <a:spcPts val="0"/>
              </a:spcAft>
              <a:buSzPts val="4600"/>
              <a:buNone/>
              <a:defRPr/>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sp>
        <p:nvSpPr>
          <p:cNvPr id="745" name="Google Shape;745;p21"/>
          <p:cNvSpPr txBox="1">
            <a:spLocks noGrp="1"/>
          </p:cNvSpPr>
          <p:nvPr>
            <p:ph type="body" idx="2"/>
          </p:nvPr>
        </p:nvSpPr>
        <p:spPr>
          <a:xfrm>
            <a:off x="713225" y="1540775"/>
            <a:ext cx="3838800" cy="3067800"/>
          </a:xfrm>
          <a:prstGeom prst="rect">
            <a:avLst/>
          </a:prstGeom>
          <a:noFill/>
          <a:ln>
            <a:noFill/>
          </a:ln>
        </p:spPr>
        <p:txBody>
          <a:bodyPr spcFirstLastPara="1" wrap="square" lIns="91425" tIns="91425" rIns="91425" bIns="91425" anchor="t" anchorCtr="0">
            <a:noAutofit/>
          </a:bodyPr>
          <a:lstStyle>
            <a:lvl1pPr marL="457200" lvl="0" indent="-304800" rtl="0">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1pPr>
            <a:lvl2pPr marL="914400" lvl="1" indent="-304800" rtl="0">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2pPr>
            <a:lvl3pPr marL="1371600" lvl="2" indent="-304800" rtl="0">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3pPr>
            <a:lvl4pPr marL="1828800" lvl="3" indent="-304800" rtl="0">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4pPr>
            <a:lvl5pPr marL="2286000" lvl="4" indent="-304800" rtl="0">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5pPr>
            <a:lvl6pPr marL="2743200" lvl="5" indent="-304800" rtl="0">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6pPr>
            <a:lvl7pPr marL="3200400" lvl="6" indent="-304800" rtl="0">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7pPr>
            <a:lvl8pPr marL="3657600" lvl="7" indent="-304800" rtl="0">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8pPr>
            <a:lvl9pPr marL="4114800" lvl="8" indent="-304800" rtl="0">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9pPr>
          </a:lstStyle>
          <a:p>
            <a:endParaRPr/>
          </a:p>
        </p:txBody>
      </p:sp>
      <p:sp>
        <p:nvSpPr>
          <p:cNvPr id="746" name="Google Shape;746;p21"/>
          <p:cNvSpPr/>
          <p:nvPr/>
        </p:nvSpPr>
        <p:spPr>
          <a:xfrm>
            <a:off x="466850" y="14196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7" name="Google Shape;747;p21"/>
          <p:cNvGrpSpPr/>
          <p:nvPr/>
        </p:nvGrpSpPr>
        <p:grpSpPr>
          <a:xfrm rot="702602">
            <a:off x="154916" y="330381"/>
            <a:ext cx="168483" cy="278738"/>
            <a:chOff x="2994713" y="2224360"/>
            <a:chExt cx="333286" cy="551387"/>
          </a:xfrm>
        </p:grpSpPr>
        <p:sp>
          <p:nvSpPr>
            <p:cNvPr id="748" name="Google Shape;748;p21"/>
            <p:cNvSpPr/>
            <p:nvPr/>
          </p:nvSpPr>
          <p:spPr>
            <a:xfrm>
              <a:off x="3004751" y="2292053"/>
              <a:ext cx="313267" cy="19962"/>
            </a:xfrm>
            <a:custGeom>
              <a:avLst/>
              <a:gdLst/>
              <a:ahLst/>
              <a:cxnLst/>
              <a:rect l="l" t="t" r="r" b="b"/>
              <a:pathLst>
                <a:path w="22190" h="1414" extrusionOk="0">
                  <a:moveTo>
                    <a:pt x="0" y="0"/>
                  </a:moveTo>
                  <a:lnTo>
                    <a:pt x="0" y="1413"/>
                  </a:lnTo>
                  <a:lnTo>
                    <a:pt x="22190" y="1413"/>
                  </a:lnTo>
                  <a:lnTo>
                    <a:pt x="22190"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1"/>
            <p:cNvSpPr/>
            <p:nvPr/>
          </p:nvSpPr>
          <p:spPr>
            <a:xfrm>
              <a:off x="3008238" y="2384805"/>
              <a:ext cx="306293" cy="19962"/>
            </a:xfrm>
            <a:custGeom>
              <a:avLst/>
              <a:gdLst/>
              <a:ahLst/>
              <a:cxnLst/>
              <a:rect l="l" t="t" r="r" b="b"/>
              <a:pathLst>
                <a:path w="21696" h="1414" extrusionOk="0">
                  <a:moveTo>
                    <a:pt x="0" y="1"/>
                  </a:moveTo>
                  <a:lnTo>
                    <a:pt x="0" y="1414"/>
                  </a:lnTo>
                  <a:lnTo>
                    <a:pt x="21696" y="1414"/>
                  </a:lnTo>
                  <a:lnTo>
                    <a:pt x="21696"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1"/>
            <p:cNvSpPr/>
            <p:nvPr/>
          </p:nvSpPr>
          <p:spPr>
            <a:xfrm>
              <a:off x="3008944" y="2620412"/>
              <a:ext cx="300082" cy="19962"/>
            </a:xfrm>
            <a:custGeom>
              <a:avLst/>
              <a:gdLst/>
              <a:ahLst/>
              <a:cxnLst/>
              <a:rect l="l" t="t" r="r" b="b"/>
              <a:pathLst>
                <a:path w="21256" h="1414" extrusionOk="0">
                  <a:moveTo>
                    <a:pt x="0" y="0"/>
                  </a:moveTo>
                  <a:lnTo>
                    <a:pt x="0" y="1413"/>
                  </a:lnTo>
                  <a:lnTo>
                    <a:pt x="21256" y="1413"/>
                  </a:lnTo>
                  <a:lnTo>
                    <a:pt x="21256"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1"/>
            <p:cNvSpPr/>
            <p:nvPr/>
          </p:nvSpPr>
          <p:spPr>
            <a:xfrm>
              <a:off x="3004751" y="2713108"/>
              <a:ext cx="313267" cy="19962"/>
            </a:xfrm>
            <a:custGeom>
              <a:avLst/>
              <a:gdLst/>
              <a:ahLst/>
              <a:cxnLst/>
              <a:rect l="l" t="t" r="r" b="b"/>
              <a:pathLst>
                <a:path w="22190" h="1414" extrusionOk="0">
                  <a:moveTo>
                    <a:pt x="0" y="1"/>
                  </a:moveTo>
                  <a:lnTo>
                    <a:pt x="0" y="1414"/>
                  </a:lnTo>
                  <a:lnTo>
                    <a:pt x="22190" y="1414"/>
                  </a:lnTo>
                  <a:lnTo>
                    <a:pt x="2219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1"/>
            <p:cNvSpPr/>
            <p:nvPr/>
          </p:nvSpPr>
          <p:spPr>
            <a:xfrm>
              <a:off x="2994713" y="2224360"/>
              <a:ext cx="333286" cy="551387"/>
            </a:xfrm>
            <a:custGeom>
              <a:avLst/>
              <a:gdLst/>
              <a:ahLst/>
              <a:cxnLst/>
              <a:rect l="l" t="t" r="r" b="b"/>
              <a:pathLst>
                <a:path w="23608" h="39057" extrusionOk="0">
                  <a:moveTo>
                    <a:pt x="1" y="1"/>
                  </a:moveTo>
                  <a:lnTo>
                    <a:pt x="1" y="10196"/>
                  </a:lnTo>
                  <a:cubicBezTo>
                    <a:pt x="1" y="13141"/>
                    <a:pt x="1622" y="15851"/>
                    <a:pt x="4220" y="17241"/>
                  </a:cubicBezTo>
                  <a:lnTo>
                    <a:pt x="18720" y="25012"/>
                  </a:lnTo>
                  <a:cubicBezTo>
                    <a:pt x="20862" y="26159"/>
                    <a:pt x="22198" y="28386"/>
                    <a:pt x="22194" y="30814"/>
                  </a:cubicBezTo>
                  <a:lnTo>
                    <a:pt x="22194" y="39056"/>
                  </a:lnTo>
                  <a:lnTo>
                    <a:pt x="23607" y="39056"/>
                  </a:lnTo>
                  <a:lnTo>
                    <a:pt x="23607" y="30814"/>
                  </a:lnTo>
                  <a:cubicBezTo>
                    <a:pt x="23607" y="27865"/>
                    <a:pt x="21986" y="25159"/>
                    <a:pt x="19388" y="23769"/>
                  </a:cubicBezTo>
                  <a:lnTo>
                    <a:pt x="4888" y="15998"/>
                  </a:lnTo>
                  <a:cubicBezTo>
                    <a:pt x="2749" y="14852"/>
                    <a:pt x="1414" y="12620"/>
                    <a:pt x="1414" y="10192"/>
                  </a:cubicBezTo>
                  <a:lnTo>
                    <a:pt x="14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1"/>
            <p:cNvSpPr/>
            <p:nvPr/>
          </p:nvSpPr>
          <p:spPr>
            <a:xfrm>
              <a:off x="2994713" y="2224360"/>
              <a:ext cx="333286" cy="551387"/>
            </a:xfrm>
            <a:custGeom>
              <a:avLst/>
              <a:gdLst/>
              <a:ahLst/>
              <a:cxnLst/>
              <a:rect l="l" t="t" r="r" b="b"/>
              <a:pathLst>
                <a:path w="23608" h="39057" extrusionOk="0">
                  <a:moveTo>
                    <a:pt x="22194" y="1"/>
                  </a:moveTo>
                  <a:lnTo>
                    <a:pt x="22194" y="10192"/>
                  </a:lnTo>
                  <a:cubicBezTo>
                    <a:pt x="22198" y="12620"/>
                    <a:pt x="20862" y="14852"/>
                    <a:pt x="18720" y="15998"/>
                  </a:cubicBezTo>
                  <a:lnTo>
                    <a:pt x="4224" y="23769"/>
                  </a:lnTo>
                  <a:cubicBezTo>
                    <a:pt x="1622" y="25159"/>
                    <a:pt x="1" y="27869"/>
                    <a:pt x="5" y="30814"/>
                  </a:cubicBezTo>
                  <a:lnTo>
                    <a:pt x="5" y="39056"/>
                  </a:lnTo>
                  <a:lnTo>
                    <a:pt x="1418" y="39056"/>
                  </a:lnTo>
                  <a:lnTo>
                    <a:pt x="1418" y="30814"/>
                  </a:lnTo>
                  <a:cubicBezTo>
                    <a:pt x="1414" y="28386"/>
                    <a:pt x="2749" y="26159"/>
                    <a:pt x="4892" y="25012"/>
                  </a:cubicBezTo>
                  <a:lnTo>
                    <a:pt x="19388" y="17237"/>
                  </a:lnTo>
                  <a:cubicBezTo>
                    <a:pt x="21986" y="15848"/>
                    <a:pt x="23607" y="13141"/>
                    <a:pt x="23607" y="10192"/>
                  </a:cubicBezTo>
                  <a:lnTo>
                    <a:pt x="236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 name="Google Shape;754;p21"/>
          <p:cNvGrpSpPr/>
          <p:nvPr/>
        </p:nvGrpSpPr>
        <p:grpSpPr>
          <a:xfrm rot="-745016">
            <a:off x="948659" y="153075"/>
            <a:ext cx="138060" cy="319948"/>
            <a:chOff x="3789373" y="1135858"/>
            <a:chExt cx="273103" cy="632902"/>
          </a:xfrm>
        </p:grpSpPr>
        <p:sp>
          <p:nvSpPr>
            <p:cNvPr id="755" name="Google Shape;755;p21"/>
            <p:cNvSpPr/>
            <p:nvPr/>
          </p:nvSpPr>
          <p:spPr>
            <a:xfrm>
              <a:off x="3864846" y="1452274"/>
              <a:ext cx="187664" cy="302157"/>
            </a:xfrm>
            <a:custGeom>
              <a:avLst/>
              <a:gdLst/>
              <a:ahLst/>
              <a:cxnLst/>
              <a:rect l="l" t="t" r="r" b="b"/>
              <a:pathLst>
                <a:path w="13293" h="21403" extrusionOk="0">
                  <a:moveTo>
                    <a:pt x="5" y="0"/>
                  </a:moveTo>
                  <a:lnTo>
                    <a:pt x="5" y="12740"/>
                  </a:lnTo>
                  <a:cubicBezTo>
                    <a:pt x="1" y="16797"/>
                    <a:pt x="2726" y="20349"/>
                    <a:pt x="6644" y="21402"/>
                  </a:cubicBezTo>
                  <a:cubicBezTo>
                    <a:pt x="10563" y="20352"/>
                    <a:pt x="13292" y="16797"/>
                    <a:pt x="13288" y="12740"/>
                  </a:cubicBezTo>
                  <a:lnTo>
                    <a:pt x="13288"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1"/>
            <p:cNvSpPr/>
            <p:nvPr/>
          </p:nvSpPr>
          <p:spPr>
            <a:xfrm>
              <a:off x="3789373" y="1135858"/>
              <a:ext cx="273047" cy="326397"/>
            </a:xfrm>
            <a:custGeom>
              <a:avLst/>
              <a:gdLst/>
              <a:ahLst/>
              <a:cxnLst/>
              <a:rect l="l" t="t" r="r" b="b"/>
              <a:pathLst>
                <a:path w="19341" h="23120" extrusionOk="0">
                  <a:moveTo>
                    <a:pt x="9721" y="1413"/>
                  </a:moveTo>
                  <a:cubicBezTo>
                    <a:pt x="14249" y="1413"/>
                    <a:pt x="17928" y="5096"/>
                    <a:pt x="17928" y="9620"/>
                  </a:cubicBezTo>
                  <a:lnTo>
                    <a:pt x="17928" y="21707"/>
                  </a:lnTo>
                  <a:lnTo>
                    <a:pt x="1409" y="21707"/>
                  </a:lnTo>
                  <a:lnTo>
                    <a:pt x="1409" y="9620"/>
                  </a:lnTo>
                  <a:cubicBezTo>
                    <a:pt x="1409" y="5096"/>
                    <a:pt x="5092" y="1413"/>
                    <a:pt x="9620" y="1413"/>
                  </a:cubicBezTo>
                  <a:close/>
                  <a:moveTo>
                    <a:pt x="9620" y="0"/>
                  </a:moveTo>
                  <a:cubicBezTo>
                    <a:pt x="4316" y="0"/>
                    <a:pt x="0" y="4316"/>
                    <a:pt x="0" y="9620"/>
                  </a:cubicBezTo>
                  <a:lnTo>
                    <a:pt x="0" y="23120"/>
                  </a:lnTo>
                  <a:lnTo>
                    <a:pt x="19341" y="23120"/>
                  </a:lnTo>
                  <a:lnTo>
                    <a:pt x="19341" y="9620"/>
                  </a:lnTo>
                  <a:cubicBezTo>
                    <a:pt x="19341" y="4316"/>
                    <a:pt x="15025" y="0"/>
                    <a:pt x="9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1"/>
            <p:cNvSpPr/>
            <p:nvPr/>
          </p:nvSpPr>
          <p:spPr>
            <a:xfrm>
              <a:off x="3789373" y="1442307"/>
              <a:ext cx="273103" cy="326453"/>
            </a:xfrm>
            <a:custGeom>
              <a:avLst/>
              <a:gdLst/>
              <a:ahLst/>
              <a:cxnLst/>
              <a:rect l="l" t="t" r="r" b="b"/>
              <a:pathLst>
                <a:path w="19345" h="23124" extrusionOk="0">
                  <a:moveTo>
                    <a:pt x="17928" y="1413"/>
                  </a:moveTo>
                  <a:lnTo>
                    <a:pt x="17928" y="13446"/>
                  </a:lnTo>
                  <a:cubicBezTo>
                    <a:pt x="17932" y="18006"/>
                    <a:pt x="14233" y="21707"/>
                    <a:pt x="9674" y="21707"/>
                  </a:cubicBezTo>
                  <a:cubicBezTo>
                    <a:pt x="9671" y="21707"/>
                    <a:pt x="9669" y="21707"/>
                    <a:pt x="9667" y="21707"/>
                  </a:cubicBezTo>
                  <a:cubicBezTo>
                    <a:pt x="5115" y="21707"/>
                    <a:pt x="1413" y="18001"/>
                    <a:pt x="1413" y="13446"/>
                  </a:cubicBezTo>
                  <a:lnTo>
                    <a:pt x="1413" y="1413"/>
                  </a:lnTo>
                  <a:close/>
                  <a:moveTo>
                    <a:pt x="0" y="0"/>
                  </a:moveTo>
                  <a:lnTo>
                    <a:pt x="0" y="13446"/>
                  </a:lnTo>
                  <a:cubicBezTo>
                    <a:pt x="0" y="18781"/>
                    <a:pt x="4335" y="23124"/>
                    <a:pt x="9667" y="23124"/>
                  </a:cubicBezTo>
                  <a:cubicBezTo>
                    <a:pt x="15013" y="23124"/>
                    <a:pt x="19345" y="18789"/>
                    <a:pt x="19341" y="13446"/>
                  </a:cubicBezTo>
                  <a:lnTo>
                    <a:pt x="193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8" name="Google Shape;758;p21"/>
          <p:cNvGrpSpPr/>
          <p:nvPr/>
        </p:nvGrpSpPr>
        <p:grpSpPr>
          <a:xfrm>
            <a:off x="567046" y="404554"/>
            <a:ext cx="223134" cy="272917"/>
            <a:chOff x="3410431" y="2717682"/>
            <a:chExt cx="441412" cy="539896"/>
          </a:xfrm>
        </p:grpSpPr>
        <p:sp>
          <p:nvSpPr>
            <p:cNvPr id="759" name="Google Shape;759;p21"/>
            <p:cNvSpPr/>
            <p:nvPr/>
          </p:nvSpPr>
          <p:spPr>
            <a:xfrm>
              <a:off x="3493499" y="3040112"/>
              <a:ext cx="281771" cy="140893"/>
            </a:xfrm>
            <a:custGeom>
              <a:avLst/>
              <a:gdLst/>
              <a:ahLst/>
              <a:cxnLst/>
              <a:rect l="l" t="t" r="r" b="b"/>
              <a:pathLst>
                <a:path w="19959" h="9980" extrusionOk="0">
                  <a:moveTo>
                    <a:pt x="0" y="0"/>
                  </a:moveTo>
                  <a:cubicBezTo>
                    <a:pt x="0" y="5513"/>
                    <a:pt x="4467" y="9979"/>
                    <a:pt x="9979" y="9979"/>
                  </a:cubicBezTo>
                  <a:cubicBezTo>
                    <a:pt x="15492" y="9979"/>
                    <a:pt x="19958" y="5513"/>
                    <a:pt x="19958"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1"/>
            <p:cNvSpPr/>
            <p:nvPr/>
          </p:nvSpPr>
          <p:spPr>
            <a:xfrm>
              <a:off x="3410431" y="2717682"/>
              <a:ext cx="441412" cy="539896"/>
            </a:xfrm>
            <a:custGeom>
              <a:avLst/>
              <a:gdLst/>
              <a:ahLst/>
              <a:cxnLst/>
              <a:rect l="l" t="t" r="r" b="b"/>
              <a:pathLst>
                <a:path w="31267" h="38243" extrusionOk="0">
                  <a:moveTo>
                    <a:pt x="18967" y="1414"/>
                  </a:moveTo>
                  <a:lnTo>
                    <a:pt x="18967" y="6900"/>
                  </a:lnTo>
                  <a:cubicBezTo>
                    <a:pt x="18971" y="8177"/>
                    <a:pt x="19751" y="9328"/>
                    <a:pt x="20943" y="9803"/>
                  </a:cubicBezTo>
                  <a:cubicBezTo>
                    <a:pt x="26356" y="11910"/>
                    <a:pt x="29857" y="17029"/>
                    <a:pt x="29857" y="22839"/>
                  </a:cubicBezTo>
                  <a:cubicBezTo>
                    <a:pt x="29865" y="26588"/>
                    <a:pt x="28363" y="30182"/>
                    <a:pt x="25684" y="32803"/>
                  </a:cubicBezTo>
                  <a:cubicBezTo>
                    <a:pt x="23058" y="35391"/>
                    <a:pt x="19598" y="36832"/>
                    <a:pt x="15928" y="36832"/>
                  </a:cubicBezTo>
                  <a:cubicBezTo>
                    <a:pt x="15837" y="36832"/>
                    <a:pt x="15746" y="36831"/>
                    <a:pt x="15655" y="36829"/>
                  </a:cubicBezTo>
                  <a:cubicBezTo>
                    <a:pt x="8474" y="36725"/>
                    <a:pt x="2437" y="31046"/>
                    <a:pt x="1912" y="23901"/>
                  </a:cubicBezTo>
                  <a:cubicBezTo>
                    <a:pt x="1456" y="17705"/>
                    <a:pt x="5027" y="12038"/>
                    <a:pt x="10798" y="9795"/>
                  </a:cubicBezTo>
                  <a:cubicBezTo>
                    <a:pt x="11972" y="9339"/>
                    <a:pt x="12759" y="8173"/>
                    <a:pt x="12759" y="6896"/>
                  </a:cubicBezTo>
                  <a:lnTo>
                    <a:pt x="12759" y="1414"/>
                  </a:lnTo>
                  <a:close/>
                  <a:moveTo>
                    <a:pt x="11350" y="1"/>
                  </a:moveTo>
                  <a:lnTo>
                    <a:pt x="11350" y="6900"/>
                  </a:lnTo>
                  <a:cubicBezTo>
                    <a:pt x="11350" y="7602"/>
                    <a:pt x="10922" y="8235"/>
                    <a:pt x="10289" y="8482"/>
                  </a:cubicBezTo>
                  <a:cubicBezTo>
                    <a:pt x="3935" y="10949"/>
                    <a:pt x="1" y="17191"/>
                    <a:pt x="503" y="24009"/>
                  </a:cubicBezTo>
                  <a:cubicBezTo>
                    <a:pt x="1082" y="31872"/>
                    <a:pt x="7729" y="38126"/>
                    <a:pt x="15635" y="38242"/>
                  </a:cubicBezTo>
                  <a:lnTo>
                    <a:pt x="15863" y="38242"/>
                  </a:lnTo>
                  <a:cubicBezTo>
                    <a:pt x="24371" y="38238"/>
                    <a:pt x="31266" y="31344"/>
                    <a:pt x="31266" y="22839"/>
                  </a:cubicBezTo>
                  <a:cubicBezTo>
                    <a:pt x="31266" y="16439"/>
                    <a:pt x="27413" y="10806"/>
                    <a:pt x="21453" y="8482"/>
                  </a:cubicBezTo>
                  <a:cubicBezTo>
                    <a:pt x="20804" y="8224"/>
                    <a:pt x="20380" y="7594"/>
                    <a:pt x="20380" y="6896"/>
                  </a:cubicBezTo>
                  <a:lnTo>
                    <a:pt x="203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1"/>
            <p:cNvSpPr/>
            <p:nvPr/>
          </p:nvSpPr>
          <p:spPr>
            <a:xfrm>
              <a:off x="3539592" y="2717682"/>
              <a:ext cx="189513" cy="19962"/>
            </a:xfrm>
            <a:custGeom>
              <a:avLst/>
              <a:gdLst/>
              <a:ahLst/>
              <a:cxnLst/>
              <a:rect l="l" t="t" r="r" b="b"/>
              <a:pathLst>
                <a:path w="13424" h="1414" extrusionOk="0">
                  <a:moveTo>
                    <a:pt x="1" y="1"/>
                  </a:moveTo>
                  <a:lnTo>
                    <a:pt x="1" y="1414"/>
                  </a:lnTo>
                  <a:lnTo>
                    <a:pt x="13424" y="1414"/>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2" name="Google Shape;762;p21"/>
          <p:cNvGrpSpPr/>
          <p:nvPr/>
        </p:nvGrpSpPr>
        <p:grpSpPr>
          <a:xfrm>
            <a:off x="8311589" y="199568"/>
            <a:ext cx="285768" cy="240767"/>
            <a:chOff x="4264060" y="1424745"/>
            <a:chExt cx="543905" cy="458254"/>
          </a:xfrm>
        </p:grpSpPr>
        <p:sp>
          <p:nvSpPr>
            <p:cNvPr id="763" name="Google Shape;763;p21"/>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1"/>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 name="Google Shape;765;p21"/>
          <p:cNvGrpSpPr/>
          <p:nvPr/>
        </p:nvGrpSpPr>
        <p:grpSpPr>
          <a:xfrm rot="850670">
            <a:off x="7867772" y="225863"/>
            <a:ext cx="247823" cy="248717"/>
            <a:chOff x="2694759" y="3017326"/>
            <a:chExt cx="485600" cy="487350"/>
          </a:xfrm>
        </p:grpSpPr>
        <p:sp>
          <p:nvSpPr>
            <p:cNvPr id="766" name="Google Shape;766;p21"/>
            <p:cNvSpPr/>
            <p:nvPr/>
          </p:nvSpPr>
          <p:spPr>
            <a:xfrm>
              <a:off x="2694759" y="3095960"/>
              <a:ext cx="485600" cy="408716"/>
            </a:xfrm>
            <a:custGeom>
              <a:avLst/>
              <a:gdLst/>
              <a:ahLst/>
              <a:cxnLst/>
              <a:rect l="l" t="t" r="r" b="b"/>
              <a:pathLst>
                <a:path w="34397" h="28951" extrusionOk="0">
                  <a:moveTo>
                    <a:pt x="26096" y="1414"/>
                  </a:moveTo>
                  <a:cubicBezTo>
                    <a:pt x="29895" y="1414"/>
                    <a:pt x="32983" y="4502"/>
                    <a:pt x="32983" y="8297"/>
                  </a:cubicBezTo>
                  <a:lnTo>
                    <a:pt x="32983" y="20650"/>
                  </a:lnTo>
                  <a:cubicBezTo>
                    <a:pt x="32983" y="24445"/>
                    <a:pt x="29895" y="27533"/>
                    <a:pt x="26096" y="27533"/>
                  </a:cubicBezTo>
                  <a:lnTo>
                    <a:pt x="8296" y="27533"/>
                  </a:lnTo>
                  <a:cubicBezTo>
                    <a:pt x="4498" y="27533"/>
                    <a:pt x="1409" y="24445"/>
                    <a:pt x="1409" y="20650"/>
                  </a:cubicBezTo>
                  <a:lnTo>
                    <a:pt x="1409" y="8297"/>
                  </a:lnTo>
                  <a:cubicBezTo>
                    <a:pt x="1409" y="4502"/>
                    <a:pt x="4498" y="1414"/>
                    <a:pt x="8296" y="1414"/>
                  </a:cubicBezTo>
                  <a:close/>
                  <a:moveTo>
                    <a:pt x="8296" y="1"/>
                  </a:moveTo>
                  <a:cubicBezTo>
                    <a:pt x="3722" y="1"/>
                    <a:pt x="0" y="3726"/>
                    <a:pt x="0" y="8297"/>
                  </a:cubicBezTo>
                  <a:lnTo>
                    <a:pt x="0" y="20650"/>
                  </a:lnTo>
                  <a:cubicBezTo>
                    <a:pt x="0" y="25225"/>
                    <a:pt x="3722" y="28950"/>
                    <a:pt x="8296" y="28950"/>
                  </a:cubicBezTo>
                  <a:lnTo>
                    <a:pt x="26096" y="28950"/>
                  </a:lnTo>
                  <a:cubicBezTo>
                    <a:pt x="30675" y="28950"/>
                    <a:pt x="34396" y="25225"/>
                    <a:pt x="34396" y="20650"/>
                  </a:cubicBezTo>
                  <a:lnTo>
                    <a:pt x="34396" y="8297"/>
                  </a:lnTo>
                  <a:cubicBezTo>
                    <a:pt x="34396" y="3726"/>
                    <a:pt x="30671" y="1"/>
                    <a:pt x="26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1"/>
            <p:cNvSpPr/>
            <p:nvPr/>
          </p:nvSpPr>
          <p:spPr>
            <a:xfrm>
              <a:off x="2884300" y="3202562"/>
              <a:ext cx="106460" cy="195457"/>
            </a:xfrm>
            <a:custGeom>
              <a:avLst/>
              <a:gdLst/>
              <a:ahLst/>
              <a:cxnLst/>
              <a:rect l="l" t="t" r="r" b="b"/>
              <a:pathLst>
                <a:path w="7541" h="13845" extrusionOk="0">
                  <a:moveTo>
                    <a:pt x="1" y="1"/>
                  </a:moveTo>
                  <a:lnTo>
                    <a:pt x="1" y="13844"/>
                  </a:lnTo>
                  <a:lnTo>
                    <a:pt x="7540" y="13844"/>
                  </a:lnTo>
                  <a:lnTo>
                    <a:pt x="754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1"/>
            <p:cNvSpPr/>
            <p:nvPr/>
          </p:nvSpPr>
          <p:spPr>
            <a:xfrm>
              <a:off x="2839830" y="3247088"/>
              <a:ext cx="195443" cy="106460"/>
            </a:xfrm>
            <a:custGeom>
              <a:avLst/>
              <a:gdLst/>
              <a:ahLst/>
              <a:cxnLst/>
              <a:rect l="l" t="t" r="r" b="b"/>
              <a:pathLst>
                <a:path w="13844" h="7541" extrusionOk="0">
                  <a:moveTo>
                    <a:pt x="1" y="1"/>
                  </a:moveTo>
                  <a:lnTo>
                    <a:pt x="1" y="7540"/>
                  </a:lnTo>
                  <a:lnTo>
                    <a:pt x="13844" y="7540"/>
                  </a:lnTo>
                  <a:lnTo>
                    <a:pt x="13844"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1"/>
            <p:cNvSpPr/>
            <p:nvPr/>
          </p:nvSpPr>
          <p:spPr>
            <a:xfrm>
              <a:off x="2829863" y="3017326"/>
              <a:ext cx="215391" cy="98597"/>
            </a:xfrm>
            <a:custGeom>
              <a:avLst/>
              <a:gdLst/>
              <a:ahLst/>
              <a:cxnLst/>
              <a:rect l="l" t="t" r="r" b="b"/>
              <a:pathLst>
                <a:path w="15257" h="6984" extrusionOk="0">
                  <a:moveTo>
                    <a:pt x="11300" y="1413"/>
                  </a:moveTo>
                  <a:cubicBezTo>
                    <a:pt x="12701" y="1413"/>
                    <a:pt x="13840" y="2552"/>
                    <a:pt x="13844" y="3957"/>
                  </a:cubicBezTo>
                  <a:lnTo>
                    <a:pt x="13844" y="5571"/>
                  </a:lnTo>
                  <a:lnTo>
                    <a:pt x="1413" y="5571"/>
                  </a:lnTo>
                  <a:lnTo>
                    <a:pt x="1413" y="3957"/>
                  </a:lnTo>
                  <a:cubicBezTo>
                    <a:pt x="1413" y="2552"/>
                    <a:pt x="2552" y="1413"/>
                    <a:pt x="3957" y="1413"/>
                  </a:cubicBezTo>
                  <a:close/>
                  <a:moveTo>
                    <a:pt x="3957" y="0"/>
                  </a:moveTo>
                  <a:cubicBezTo>
                    <a:pt x="1772" y="0"/>
                    <a:pt x="0" y="1772"/>
                    <a:pt x="0" y="3957"/>
                  </a:cubicBezTo>
                  <a:lnTo>
                    <a:pt x="0" y="6984"/>
                  </a:lnTo>
                  <a:lnTo>
                    <a:pt x="15256" y="6984"/>
                  </a:lnTo>
                  <a:lnTo>
                    <a:pt x="15256" y="3957"/>
                  </a:lnTo>
                  <a:cubicBezTo>
                    <a:pt x="15253" y="1772"/>
                    <a:pt x="13481" y="0"/>
                    <a:pt x="113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0" name="Google Shape;770;p21"/>
          <p:cNvGrpSpPr/>
          <p:nvPr/>
        </p:nvGrpSpPr>
        <p:grpSpPr>
          <a:xfrm rot="-899971">
            <a:off x="8816002" y="233142"/>
            <a:ext cx="232541" cy="414588"/>
            <a:chOff x="308050" y="960575"/>
            <a:chExt cx="360600" cy="642900"/>
          </a:xfrm>
        </p:grpSpPr>
        <p:sp>
          <p:nvSpPr>
            <p:cNvPr id="771" name="Google Shape;771;p21"/>
            <p:cNvSpPr/>
            <p:nvPr/>
          </p:nvSpPr>
          <p:spPr>
            <a:xfrm rot="380">
              <a:off x="397058" y="1130178"/>
              <a:ext cx="182601" cy="182601"/>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2" name="Google Shape;772;p21"/>
            <p:cNvGrpSpPr/>
            <p:nvPr/>
          </p:nvGrpSpPr>
          <p:grpSpPr>
            <a:xfrm>
              <a:off x="308050" y="960575"/>
              <a:ext cx="360600" cy="642900"/>
              <a:chOff x="839250" y="836025"/>
              <a:chExt cx="360600" cy="642900"/>
            </a:xfrm>
          </p:grpSpPr>
          <p:sp>
            <p:nvSpPr>
              <p:cNvPr id="773" name="Google Shape;773;p21"/>
              <p:cNvSpPr/>
              <p:nvPr/>
            </p:nvSpPr>
            <p:spPr>
              <a:xfrm>
                <a:off x="839250" y="836025"/>
                <a:ext cx="360600" cy="642900"/>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74" name="Google Shape;774;p21"/>
              <p:cNvCxnSpPr/>
              <p:nvPr/>
            </p:nvCxnSpPr>
            <p:spPr>
              <a:xfrm>
                <a:off x="839250" y="901900"/>
                <a:ext cx="359100" cy="0"/>
              </a:xfrm>
              <a:prstGeom prst="straightConnector1">
                <a:avLst/>
              </a:prstGeom>
              <a:noFill/>
              <a:ln w="9525" cap="flat" cmpd="sng">
                <a:solidFill>
                  <a:schemeClr val="lt1"/>
                </a:solidFill>
                <a:prstDash val="solid"/>
                <a:round/>
                <a:headEnd type="none" w="med" len="med"/>
                <a:tailEnd type="none" w="med" len="med"/>
              </a:ln>
            </p:spPr>
          </p:cxnSp>
          <p:cxnSp>
            <p:nvCxnSpPr>
              <p:cNvPr id="775" name="Google Shape;775;p21"/>
              <p:cNvCxnSpPr/>
              <p:nvPr/>
            </p:nvCxnSpPr>
            <p:spPr>
              <a:xfrm>
                <a:off x="839250" y="1377100"/>
                <a:ext cx="359100" cy="0"/>
              </a:xfrm>
              <a:prstGeom prst="straightConnector1">
                <a:avLst/>
              </a:prstGeom>
              <a:noFill/>
              <a:ln w="9525" cap="flat" cmpd="sng">
                <a:solidFill>
                  <a:schemeClr val="lt1"/>
                </a:solidFill>
                <a:prstDash val="solid"/>
                <a:round/>
                <a:headEnd type="none" w="med" len="med"/>
                <a:tailEnd type="none" w="med" len="med"/>
              </a:ln>
            </p:spPr>
          </p:cxnSp>
          <p:sp>
            <p:nvSpPr>
              <p:cNvPr id="776" name="Google Shape;776;p21"/>
              <p:cNvSpPr/>
              <p:nvPr/>
            </p:nvSpPr>
            <p:spPr>
              <a:xfrm>
                <a:off x="997950" y="1406425"/>
                <a:ext cx="43200" cy="43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77" name="Google Shape;777;p21"/>
          <p:cNvSpPr/>
          <p:nvPr/>
        </p:nvSpPr>
        <p:spPr>
          <a:xfrm>
            <a:off x="8548425" y="4909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1"/>
          <p:cNvSpPr/>
          <p:nvPr/>
        </p:nvSpPr>
        <p:spPr>
          <a:xfrm>
            <a:off x="127925" y="459573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1"/>
          <p:cNvSpPr/>
          <p:nvPr/>
        </p:nvSpPr>
        <p:spPr>
          <a:xfrm>
            <a:off x="8648625" y="495161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1"/>
          <p:cNvSpPr/>
          <p:nvPr/>
        </p:nvSpPr>
        <p:spPr>
          <a:xfrm>
            <a:off x="225576" y="4802886"/>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1"/>
          <p:cNvSpPr/>
          <p:nvPr/>
        </p:nvSpPr>
        <p:spPr>
          <a:xfrm>
            <a:off x="8849276" y="469596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7_1">
    <p:spTree>
      <p:nvGrpSpPr>
        <p:cNvPr id="1" name="Shape 782"/>
        <p:cNvGrpSpPr/>
        <p:nvPr/>
      </p:nvGrpSpPr>
      <p:grpSpPr>
        <a:xfrm>
          <a:off x="0" y="0"/>
          <a:ext cx="0" cy="0"/>
          <a:chOff x="0" y="0"/>
          <a:chExt cx="0" cy="0"/>
        </a:xfrm>
      </p:grpSpPr>
      <p:sp>
        <p:nvSpPr>
          <p:cNvPr id="783" name="Google Shape;783;p22"/>
          <p:cNvSpPr txBox="1">
            <a:spLocks noGrp="1"/>
          </p:cNvSpPr>
          <p:nvPr>
            <p:ph type="title"/>
          </p:nvPr>
        </p:nvSpPr>
        <p:spPr>
          <a:xfrm>
            <a:off x="713225" y="539500"/>
            <a:ext cx="7717500" cy="70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600"/>
              <a:buNone/>
              <a:defRPr/>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sp>
        <p:nvSpPr>
          <p:cNvPr id="784" name="Google Shape;784;p22"/>
          <p:cNvSpPr txBox="1">
            <a:spLocks noGrp="1"/>
          </p:cNvSpPr>
          <p:nvPr>
            <p:ph type="subTitle" idx="1"/>
          </p:nvPr>
        </p:nvSpPr>
        <p:spPr>
          <a:xfrm>
            <a:off x="1064713" y="3810344"/>
            <a:ext cx="1984200" cy="585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1400"/>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5" name="Google Shape;785;p22"/>
          <p:cNvSpPr txBox="1">
            <a:spLocks noGrp="1"/>
          </p:cNvSpPr>
          <p:nvPr>
            <p:ph type="subTitle" idx="2"/>
          </p:nvPr>
        </p:nvSpPr>
        <p:spPr>
          <a:xfrm>
            <a:off x="1064713" y="3050375"/>
            <a:ext cx="1984200" cy="8199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000"/>
              <a:buFont typeface="Croissant One" panose="02000503080000020004"/>
              <a:buNone/>
              <a:defRPr sz="2200" b="1">
                <a:solidFill>
                  <a:schemeClr val="accent1"/>
                </a:solidFill>
                <a:latin typeface="Work Sans"/>
                <a:ea typeface="Work Sans"/>
                <a:cs typeface="Work Sans"/>
                <a:sym typeface="Work Sans"/>
              </a:defRPr>
            </a:lvl1pPr>
            <a:lvl2pPr lvl="1"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2pPr>
            <a:lvl3pPr lvl="2"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3pPr>
            <a:lvl4pPr lvl="3"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4pPr>
            <a:lvl5pPr lvl="4"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5pPr>
            <a:lvl6pPr lvl="5"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6pPr>
            <a:lvl7pPr lvl="6"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7pPr>
            <a:lvl8pPr lvl="7"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8pPr>
            <a:lvl9pPr lvl="8"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9pPr>
          </a:lstStyle>
          <a:p>
            <a:endParaRPr/>
          </a:p>
        </p:txBody>
      </p:sp>
      <p:sp>
        <p:nvSpPr>
          <p:cNvPr id="786" name="Google Shape;786;p22"/>
          <p:cNvSpPr txBox="1">
            <a:spLocks noGrp="1"/>
          </p:cNvSpPr>
          <p:nvPr>
            <p:ph type="subTitle" idx="3"/>
          </p:nvPr>
        </p:nvSpPr>
        <p:spPr>
          <a:xfrm>
            <a:off x="3579838" y="3810330"/>
            <a:ext cx="1984200" cy="585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1400"/>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7" name="Google Shape;787;p22"/>
          <p:cNvSpPr txBox="1">
            <a:spLocks noGrp="1"/>
          </p:cNvSpPr>
          <p:nvPr>
            <p:ph type="subTitle" idx="4"/>
          </p:nvPr>
        </p:nvSpPr>
        <p:spPr>
          <a:xfrm>
            <a:off x="3579838" y="3050375"/>
            <a:ext cx="1984200" cy="8199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000"/>
              <a:buFont typeface="Croissant One" panose="02000503080000020004"/>
              <a:buNone/>
              <a:defRPr sz="2200" b="1">
                <a:solidFill>
                  <a:schemeClr val="accent1"/>
                </a:solidFill>
                <a:latin typeface="Work Sans"/>
                <a:ea typeface="Work Sans"/>
                <a:cs typeface="Work Sans"/>
                <a:sym typeface="Work Sans"/>
              </a:defRPr>
            </a:lvl1pPr>
            <a:lvl2pPr lvl="1"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2pPr>
            <a:lvl3pPr lvl="2"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3pPr>
            <a:lvl4pPr lvl="3"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4pPr>
            <a:lvl5pPr lvl="4"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5pPr>
            <a:lvl6pPr lvl="5"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6pPr>
            <a:lvl7pPr lvl="6"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7pPr>
            <a:lvl8pPr lvl="7"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8pPr>
            <a:lvl9pPr lvl="8"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9pPr>
          </a:lstStyle>
          <a:p>
            <a:endParaRPr/>
          </a:p>
        </p:txBody>
      </p:sp>
      <p:sp>
        <p:nvSpPr>
          <p:cNvPr id="788" name="Google Shape;788;p22"/>
          <p:cNvSpPr txBox="1">
            <a:spLocks noGrp="1"/>
          </p:cNvSpPr>
          <p:nvPr>
            <p:ph type="subTitle" idx="5"/>
          </p:nvPr>
        </p:nvSpPr>
        <p:spPr>
          <a:xfrm>
            <a:off x="6095088" y="3810344"/>
            <a:ext cx="1984200" cy="585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1400"/>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9" name="Google Shape;789;p22"/>
          <p:cNvSpPr txBox="1">
            <a:spLocks noGrp="1"/>
          </p:cNvSpPr>
          <p:nvPr>
            <p:ph type="subTitle" idx="6"/>
          </p:nvPr>
        </p:nvSpPr>
        <p:spPr>
          <a:xfrm>
            <a:off x="6095088" y="3050375"/>
            <a:ext cx="1984200" cy="8199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000"/>
              <a:buFont typeface="Croissant One" panose="02000503080000020004"/>
              <a:buNone/>
              <a:defRPr sz="2200" b="1">
                <a:solidFill>
                  <a:schemeClr val="accent1"/>
                </a:solidFill>
                <a:latin typeface="Work Sans"/>
                <a:ea typeface="Work Sans"/>
                <a:cs typeface="Work Sans"/>
                <a:sym typeface="Work Sans"/>
              </a:defRPr>
            </a:lvl1pPr>
            <a:lvl2pPr lvl="1"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2pPr>
            <a:lvl3pPr lvl="2"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3pPr>
            <a:lvl4pPr lvl="3"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4pPr>
            <a:lvl5pPr lvl="4"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5pPr>
            <a:lvl6pPr lvl="5"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6pPr>
            <a:lvl7pPr lvl="6"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7pPr>
            <a:lvl8pPr lvl="7"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8pPr>
            <a:lvl9pPr lvl="8"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9pPr>
          </a:lstStyle>
          <a:p>
            <a:endParaRPr/>
          </a:p>
        </p:txBody>
      </p:sp>
      <p:sp>
        <p:nvSpPr>
          <p:cNvPr id="790" name="Google Shape;790;p22"/>
          <p:cNvSpPr/>
          <p:nvPr/>
        </p:nvSpPr>
        <p:spPr>
          <a:xfrm>
            <a:off x="466850" y="454251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1" name="Google Shape;791;p22"/>
          <p:cNvGrpSpPr/>
          <p:nvPr/>
        </p:nvGrpSpPr>
        <p:grpSpPr>
          <a:xfrm rot="702602">
            <a:off x="154916" y="4730931"/>
            <a:ext cx="168483" cy="278738"/>
            <a:chOff x="2994713" y="2224360"/>
            <a:chExt cx="333286" cy="551387"/>
          </a:xfrm>
        </p:grpSpPr>
        <p:sp>
          <p:nvSpPr>
            <p:cNvPr id="792" name="Google Shape;792;p22"/>
            <p:cNvSpPr/>
            <p:nvPr/>
          </p:nvSpPr>
          <p:spPr>
            <a:xfrm>
              <a:off x="3004751" y="2292053"/>
              <a:ext cx="313267" cy="19962"/>
            </a:xfrm>
            <a:custGeom>
              <a:avLst/>
              <a:gdLst/>
              <a:ahLst/>
              <a:cxnLst/>
              <a:rect l="l" t="t" r="r" b="b"/>
              <a:pathLst>
                <a:path w="22190" h="1414" extrusionOk="0">
                  <a:moveTo>
                    <a:pt x="0" y="0"/>
                  </a:moveTo>
                  <a:lnTo>
                    <a:pt x="0" y="1413"/>
                  </a:lnTo>
                  <a:lnTo>
                    <a:pt x="22190" y="1413"/>
                  </a:lnTo>
                  <a:lnTo>
                    <a:pt x="22190"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2"/>
            <p:cNvSpPr/>
            <p:nvPr/>
          </p:nvSpPr>
          <p:spPr>
            <a:xfrm>
              <a:off x="3008238" y="2384805"/>
              <a:ext cx="306293" cy="19962"/>
            </a:xfrm>
            <a:custGeom>
              <a:avLst/>
              <a:gdLst/>
              <a:ahLst/>
              <a:cxnLst/>
              <a:rect l="l" t="t" r="r" b="b"/>
              <a:pathLst>
                <a:path w="21696" h="1414" extrusionOk="0">
                  <a:moveTo>
                    <a:pt x="0" y="1"/>
                  </a:moveTo>
                  <a:lnTo>
                    <a:pt x="0" y="1414"/>
                  </a:lnTo>
                  <a:lnTo>
                    <a:pt x="21696" y="1414"/>
                  </a:lnTo>
                  <a:lnTo>
                    <a:pt x="21696"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2"/>
            <p:cNvSpPr/>
            <p:nvPr/>
          </p:nvSpPr>
          <p:spPr>
            <a:xfrm>
              <a:off x="3008944" y="2620412"/>
              <a:ext cx="300082" cy="19962"/>
            </a:xfrm>
            <a:custGeom>
              <a:avLst/>
              <a:gdLst/>
              <a:ahLst/>
              <a:cxnLst/>
              <a:rect l="l" t="t" r="r" b="b"/>
              <a:pathLst>
                <a:path w="21256" h="1414" extrusionOk="0">
                  <a:moveTo>
                    <a:pt x="0" y="0"/>
                  </a:moveTo>
                  <a:lnTo>
                    <a:pt x="0" y="1413"/>
                  </a:lnTo>
                  <a:lnTo>
                    <a:pt x="21256" y="1413"/>
                  </a:lnTo>
                  <a:lnTo>
                    <a:pt x="21256"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2"/>
            <p:cNvSpPr/>
            <p:nvPr/>
          </p:nvSpPr>
          <p:spPr>
            <a:xfrm>
              <a:off x="3004751" y="2713108"/>
              <a:ext cx="313267" cy="19962"/>
            </a:xfrm>
            <a:custGeom>
              <a:avLst/>
              <a:gdLst/>
              <a:ahLst/>
              <a:cxnLst/>
              <a:rect l="l" t="t" r="r" b="b"/>
              <a:pathLst>
                <a:path w="22190" h="1414" extrusionOk="0">
                  <a:moveTo>
                    <a:pt x="0" y="1"/>
                  </a:moveTo>
                  <a:lnTo>
                    <a:pt x="0" y="1414"/>
                  </a:lnTo>
                  <a:lnTo>
                    <a:pt x="22190" y="1414"/>
                  </a:lnTo>
                  <a:lnTo>
                    <a:pt x="2219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2"/>
            <p:cNvSpPr/>
            <p:nvPr/>
          </p:nvSpPr>
          <p:spPr>
            <a:xfrm>
              <a:off x="2994713" y="2224360"/>
              <a:ext cx="333286" cy="551387"/>
            </a:xfrm>
            <a:custGeom>
              <a:avLst/>
              <a:gdLst/>
              <a:ahLst/>
              <a:cxnLst/>
              <a:rect l="l" t="t" r="r" b="b"/>
              <a:pathLst>
                <a:path w="23608" h="39057" extrusionOk="0">
                  <a:moveTo>
                    <a:pt x="1" y="1"/>
                  </a:moveTo>
                  <a:lnTo>
                    <a:pt x="1" y="10196"/>
                  </a:lnTo>
                  <a:cubicBezTo>
                    <a:pt x="1" y="13141"/>
                    <a:pt x="1622" y="15851"/>
                    <a:pt x="4220" y="17241"/>
                  </a:cubicBezTo>
                  <a:lnTo>
                    <a:pt x="18720" y="25012"/>
                  </a:lnTo>
                  <a:cubicBezTo>
                    <a:pt x="20862" y="26159"/>
                    <a:pt x="22198" y="28386"/>
                    <a:pt x="22194" y="30814"/>
                  </a:cubicBezTo>
                  <a:lnTo>
                    <a:pt x="22194" y="39056"/>
                  </a:lnTo>
                  <a:lnTo>
                    <a:pt x="23607" y="39056"/>
                  </a:lnTo>
                  <a:lnTo>
                    <a:pt x="23607" y="30814"/>
                  </a:lnTo>
                  <a:cubicBezTo>
                    <a:pt x="23607" y="27865"/>
                    <a:pt x="21986" y="25159"/>
                    <a:pt x="19388" y="23769"/>
                  </a:cubicBezTo>
                  <a:lnTo>
                    <a:pt x="4888" y="15998"/>
                  </a:lnTo>
                  <a:cubicBezTo>
                    <a:pt x="2749" y="14852"/>
                    <a:pt x="1414" y="12620"/>
                    <a:pt x="1414" y="10192"/>
                  </a:cubicBezTo>
                  <a:lnTo>
                    <a:pt x="14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2"/>
            <p:cNvSpPr/>
            <p:nvPr/>
          </p:nvSpPr>
          <p:spPr>
            <a:xfrm>
              <a:off x="2994713" y="2224360"/>
              <a:ext cx="333286" cy="551387"/>
            </a:xfrm>
            <a:custGeom>
              <a:avLst/>
              <a:gdLst/>
              <a:ahLst/>
              <a:cxnLst/>
              <a:rect l="l" t="t" r="r" b="b"/>
              <a:pathLst>
                <a:path w="23608" h="39057" extrusionOk="0">
                  <a:moveTo>
                    <a:pt x="22194" y="1"/>
                  </a:moveTo>
                  <a:lnTo>
                    <a:pt x="22194" y="10192"/>
                  </a:lnTo>
                  <a:cubicBezTo>
                    <a:pt x="22198" y="12620"/>
                    <a:pt x="20862" y="14852"/>
                    <a:pt x="18720" y="15998"/>
                  </a:cubicBezTo>
                  <a:lnTo>
                    <a:pt x="4224" y="23769"/>
                  </a:lnTo>
                  <a:cubicBezTo>
                    <a:pt x="1622" y="25159"/>
                    <a:pt x="1" y="27869"/>
                    <a:pt x="5" y="30814"/>
                  </a:cubicBezTo>
                  <a:lnTo>
                    <a:pt x="5" y="39056"/>
                  </a:lnTo>
                  <a:lnTo>
                    <a:pt x="1418" y="39056"/>
                  </a:lnTo>
                  <a:lnTo>
                    <a:pt x="1418" y="30814"/>
                  </a:lnTo>
                  <a:cubicBezTo>
                    <a:pt x="1414" y="28386"/>
                    <a:pt x="2749" y="26159"/>
                    <a:pt x="4892" y="25012"/>
                  </a:cubicBezTo>
                  <a:lnTo>
                    <a:pt x="19388" y="17237"/>
                  </a:lnTo>
                  <a:cubicBezTo>
                    <a:pt x="21986" y="15848"/>
                    <a:pt x="23607" y="13141"/>
                    <a:pt x="23607" y="10192"/>
                  </a:cubicBezTo>
                  <a:lnTo>
                    <a:pt x="236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 name="Google Shape;798;p22"/>
          <p:cNvGrpSpPr/>
          <p:nvPr/>
        </p:nvGrpSpPr>
        <p:grpSpPr>
          <a:xfrm rot="-745016">
            <a:off x="996284" y="4681012"/>
            <a:ext cx="138060" cy="319948"/>
            <a:chOff x="3789373" y="1135858"/>
            <a:chExt cx="273103" cy="632902"/>
          </a:xfrm>
        </p:grpSpPr>
        <p:sp>
          <p:nvSpPr>
            <p:cNvPr id="799" name="Google Shape;799;p22"/>
            <p:cNvSpPr/>
            <p:nvPr/>
          </p:nvSpPr>
          <p:spPr>
            <a:xfrm>
              <a:off x="3864846" y="1452274"/>
              <a:ext cx="187664" cy="302157"/>
            </a:xfrm>
            <a:custGeom>
              <a:avLst/>
              <a:gdLst/>
              <a:ahLst/>
              <a:cxnLst/>
              <a:rect l="l" t="t" r="r" b="b"/>
              <a:pathLst>
                <a:path w="13293" h="21403" extrusionOk="0">
                  <a:moveTo>
                    <a:pt x="5" y="0"/>
                  </a:moveTo>
                  <a:lnTo>
                    <a:pt x="5" y="12740"/>
                  </a:lnTo>
                  <a:cubicBezTo>
                    <a:pt x="1" y="16797"/>
                    <a:pt x="2726" y="20349"/>
                    <a:pt x="6644" y="21402"/>
                  </a:cubicBezTo>
                  <a:cubicBezTo>
                    <a:pt x="10563" y="20352"/>
                    <a:pt x="13292" y="16797"/>
                    <a:pt x="13288" y="12740"/>
                  </a:cubicBezTo>
                  <a:lnTo>
                    <a:pt x="13288"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2"/>
            <p:cNvSpPr/>
            <p:nvPr/>
          </p:nvSpPr>
          <p:spPr>
            <a:xfrm>
              <a:off x="3789373" y="1135858"/>
              <a:ext cx="273047" cy="326397"/>
            </a:xfrm>
            <a:custGeom>
              <a:avLst/>
              <a:gdLst/>
              <a:ahLst/>
              <a:cxnLst/>
              <a:rect l="l" t="t" r="r" b="b"/>
              <a:pathLst>
                <a:path w="19341" h="23120" extrusionOk="0">
                  <a:moveTo>
                    <a:pt x="9721" y="1413"/>
                  </a:moveTo>
                  <a:cubicBezTo>
                    <a:pt x="14249" y="1413"/>
                    <a:pt x="17928" y="5096"/>
                    <a:pt x="17928" y="9620"/>
                  </a:cubicBezTo>
                  <a:lnTo>
                    <a:pt x="17928" y="21707"/>
                  </a:lnTo>
                  <a:lnTo>
                    <a:pt x="1409" y="21707"/>
                  </a:lnTo>
                  <a:lnTo>
                    <a:pt x="1409" y="9620"/>
                  </a:lnTo>
                  <a:cubicBezTo>
                    <a:pt x="1409" y="5096"/>
                    <a:pt x="5092" y="1413"/>
                    <a:pt x="9620" y="1413"/>
                  </a:cubicBezTo>
                  <a:close/>
                  <a:moveTo>
                    <a:pt x="9620" y="0"/>
                  </a:moveTo>
                  <a:cubicBezTo>
                    <a:pt x="4316" y="0"/>
                    <a:pt x="0" y="4316"/>
                    <a:pt x="0" y="9620"/>
                  </a:cubicBezTo>
                  <a:lnTo>
                    <a:pt x="0" y="23120"/>
                  </a:lnTo>
                  <a:lnTo>
                    <a:pt x="19341" y="23120"/>
                  </a:lnTo>
                  <a:lnTo>
                    <a:pt x="19341" y="9620"/>
                  </a:lnTo>
                  <a:cubicBezTo>
                    <a:pt x="19341" y="4316"/>
                    <a:pt x="15025" y="0"/>
                    <a:pt x="9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2"/>
            <p:cNvSpPr/>
            <p:nvPr/>
          </p:nvSpPr>
          <p:spPr>
            <a:xfrm>
              <a:off x="3789373" y="1442307"/>
              <a:ext cx="273103" cy="326453"/>
            </a:xfrm>
            <a:custGeom>
              <a:avLst/>
              <a:gdLst/>
              <a:ahLst/>
              <a:cxnLst/>
              <a:rect l="l" t="t" r="r" b="b"/>
              <a:pathLst>
                <a:path w="19345" h="23124" extrusionOk="0">
                  <a:moveTo>
                    <a:pt x="17928" y="1413"/>
                  </a:moveTo>
                  <a:lnTo>
                    <a:pt x="17928" y="13446"/>
                  </a:lnTo>
                  <a:cubicBezTo>
                    <a:pt x="17932" y="18006"/>
                    <a:pt x="14233" y="21707"/>
                    <a:pt x="9674" y="21707"/>
                  </a:cubicBezTo>
                  <a:cubicBezTo>
                    <a:pt x="9671" y="21707"/>
                    <a:pt x="9669" y="21707"/>
                    <a:pt x="9667" y="21707"/>
                  </a:cubicBezTo>
                  <a:cubicBezTo>
                    <a:pt x="5115" y="21707"/>
                    <a:pt x="1413" y="18001"/>
                    <a:pt x="1413" y="13446"/>
                  </a:cubicBezTo>
                  <a:lnTo>
                    <a:pt x="1413" y="1413"/>
                  </a:lnTo>
                  <a:close/>
                  <a:moveTo>
                    <a:pt x="0" y="0"/>
                  </a:moveTo>
                  <a:lnTo>
                    <a:pt x="0" y="13446"/>
                  </a:lnTo>
                  <a:cubicBezTo>
                    <a:pt x="0" y="18781"/>
                    <a:pt x="4335" y="23124"/>
                    <a:pt x="9667" y="23124"/>
                  </a:cubicBezTo>
                  <a:cubicBezTo>
                    <a:pt x="15013" y="23124"/>
                    <a:pt x="19345" y="18789"/>
                    <a:pt x="19341" y="13446"/>
                  </a:cubicBezTo>
                  <a:lnTo>
                    <a:pt x="193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 name="Google Shape;802;p22"/>
          <p:cNvGrpSpPr/>
          <p:nvPr/>
        </p:nvGrpSpPr>
        <p:grpSpPr>
          <a:xfrm>
            <a:off x="567046" y="4805104"/>
            <a:ext cx="223134" cy="272917"/>
            <a:chOff x="3410431" y="2717682"/>
            <a:chExt cx="441412" cy="539896"/>
          </a:xfrm>
        </p:grpSpPr>
        <p:sp>
          <p:nvSpPr>
            <p:cNvPr id="803" name="Google Shape;803;p22"/>
            <p:cNvSpPr/>
            <p:nvPr/>
          </p:nvSpPr>
          <p:spPr>
            <a:xfrm>
              <a:off x="3493499" y="3040112"/>
              <a:ext cx="281771" cy="140893"/>
            </a:xfrm>
            <a:custGeom>
              <a:avLst/>
              <a:gdLst/>
              <a:ahLst/>
              <a:cxnLst/>
              <a:rect l="l" t="t" r="r" b="b"/>
              <a:pathLst>
                <a:path w="19959" h="9980" extrusionOk="0">
                  <a:moveTo>
                    <a:pt x="0" y="0"/>
                  </a:moveTo>
                  <a:cubicBezTo>
                    <a:pt x="0" y="5513"/>
                    <a:pt x="4467" y="9979"/>
                    <a:pt x="9979" y="9979"/>
                  </a:cubicBezTo>
                  <a:cubicBezTo>
                    <a:pt x="15492" y="9979"/>
                    <a:pt x="19958" y="5513"/>
                    <a:pt x="19958"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2"/>
            <p:cNvSpPr/>
            <p:nvPr/>
          </p:nvSpPr>
          <p:spPr>
            <a:xfrm>
              <a:off x="3410431" y="2717682"/>
              <a:ext cx="441412" cy="539896"/>
            </a:xfrm>
            <a:custGeom>
              <a:avLst/>
              <a:gdLst/>
              <a:ahLst/>
              <a:cxnLst/>
              <a:rect l="l" t="t" r="r" b="b"/>
              <a:pathLst>
                <a:path w="31267" h="38243" extrusionOk="0">
                  <a:moveTo>
                    <a:pt x="18967" y="1414"/>
                  </a:moveTo>
                  <a:lnTo>
                    <a:pt x="18967" y="6900"/>
                  </a:lnTo>
                  <a:cubicBezTo>
                    <a:pt x="18971" y="8177"/>
                    <a:pt x="19751" y="9328"/>
                    <a:pt x="20943" y="9803"/>
                  </a:cubicBezTo>
                  <a:cubicBezTo>
                    <a:pt x="26356" y="11910"/>
                    <a:pt x="29857" y="17029"/>
                    <a:pt x="29857" y="22839"/>
                  </a:cubicBezTo>
                  <a:cubicBezTo>
                    <a:pt x="29865" y="26588"/>
                    <a:pt x="28363" y="30182"/>
                    <a:pt x="25684" y="32803"/>
                  </a:cubicBezTo>
                  <a:cubicBezTo>
                    <a:pt x="23058" y="35391"/>
                    <a:pt x="19598" y="36832"/>
                    <a:pt x="15928" y="36832"/>
                  </a:cubicBezTo>
                  <a:cubicBezTo>
                    <a:pt x="15837" y="36832"/>
                    <a:pt x="15746" y="36831"/>
                    <a:pt x="15655" y="36829"/>
                  </a:cubicBezTo>
                  <a:cubicBezTo>
                    <a:pt x="8474" y="36725"/>
                    <a:pt x="2437" y="31046"/>
                    <a:pt x="1912" y="23901"/>
                  </a:cubicBezTo>
                  <a:cubicBezTo>
                    <a:pt x="1456" y="17705"/>
                    <a:pt x="5027" y="12038"/>
                    <a:pt x="10798" y="9795"/>
                  </a:cubicBezTo>
                  <a:cubicBezTo>
                    <a:pt x="11972" y="9339"/>
                    <a:pt x="12759" y="8173"/>
                    <a:pt x="12759" y="6896"/>
                  </a:cubicBezTo>
                  <a:lnTo>
                    <a:pt x="12759" y="1414"/>
                  </a:lnTo>
                  <a:close/>
                  <a:moveTo>
                    <a:pt x="11350" y="1"/>
                  </a:moveTo>
                  <a:lnTo>
                    <a:pt x="11350" y="6900"/>
                  </a:lnTo>
                  <a:cubicBezTo>
                    <a:pt x="11350" y="7602"/>
                    <a:pt x="10922" y="8235"/>
                    <a:pt x="10289" y="8482"/>
                  </a:cubicBezTo>
                  <a:cubicBezTo>
                    <a:pt x="3935" y="10949"/>
                    <a:pt x="1" y="17191"/>
                    <a:pt x="503" y="24009"/>
                  </a:cubicBezTo>
                  <a:cubicBezTo>
                    <a:pt x="1082" y="31872"/>
                    <a:pt x="7729" y="38126"/>
                    <a:pt x="15635" y="38242"/>
                  </a:cubicBezTo>
                  <a:lnTo>
                    <a:pt x="15863" y="38242"/>
                  </a:lnTo>
                  <a:cubicBezTo>
                    <a:pt x="24371" y="38238"/>
                    <a:pt x="31266" y="31344"/>
                    <a:pt x="31266" y="22839"/>
                  </a:cubicBezTo>
                  <a:cubicBezTo>
                    <a:pt x="31266" y="16439"/>
                    <a:pt x="27413" y="10806"/>
                    <a:pt x="21453" y="8482"/>
                  </a:cubicBezTo>
                  <a:cubicBezTo>
                    <a:pt x="20804" y="8224"/>
                    <a:pt x="20380" y="7594"/>
                    <a:pt x="20380" y="6896"/>
                  </a:cubicBezTo>
                  <a:lnTo>
                    <a:pt x="203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2"/>
            <p:cNvSpPr/>
            <p:nvPr/>
          </p:nvSpPr>
          <p:spPr>
            <a:xfrm>
              <a:off x="3539592" y="2717682"/>
              <a:ext cx="189513" cy="19962"/>
            </a:xfrm>
            <a:custGeom>
              <a:avLst/>
              <a:gdLst/>
              <a:ahLst/>
              <a:cxnLst/>
              <a:rect l="l" t="t" r="r" b="b"/>
              <a:pathLst>
                <a:path w="13424" h="1414" extrusionOk="0">
                  <a:moveTo>
                    <a:pt x="1" y="1"/>
                  </a:moveTo>
                  <a:lnTo>
                    <a:pt x="1" y="1414"/>
                  </a:lnTo>
                  <a:lnTo>
                    <a:pt x="13424" y="1414"/>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 name="Google Shape;806;p22"/>
          <p:cNvGrpSpPr/>
          <p:nvPr/>
        </p:nvGrpSpPr>
        <p:grpSpPr>
          <a:xfrm>
            <a:off x="8311589" y="4600118"/>
            <a:ext cx="285768" cy="240767"/>
            <a:chOff x="4264060" y="1424745"/>
            <a:chExt cx="543905" cy="458254"/>
          </a:xfrm>
        </p:grpSpPr>
        <p:sp>
          <p:nvSpPr>
            <p:cNvPr id="807" name="Google Shape;807;p22"/>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2"/>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 name="Google Shape;809;p22"/>
          <p:cNvGrpSpPr/>
          <p:nvPr/>
        </p:nvGrpSpPr>
        <p:grpSpPr>
          <a:xfrm rot="850670">
            <a:off x="7991597" y="4817200"/>
            <a:ext cx="247823" cy="248717"/>
            <a:chOff x="2694759" y="3017326"/>
            <a:chExt cx="485600" cy="487350"/>
          </a:xfrm>
        </p:grpSpPr>
        <p:sp>
          <p:nvSpPr>
            <p:cNvPr id="810" name="Google Shape;810;p22"/>
            <p:cNvSpPr/>
            <p:nvPr/>
          </p:nvSpPr>
          <p:spPr>
            <a:xfrm>
              <a:off x="2694759" y="3095960"/>
              <a:ext cx="485600" cy="408716"/>
            </a:xfrm>
            <a:custGeom>
              <a:avLst/>
              <a:gdLst/>
              <a:ahLst/>
              <a:cxnLst/>
              <a:rect l="l" t="t" r="r" b="b"/>
              <a:pathLst>
                <a:path w="34397" h="28951" extrusionOk="0">
                  <a:moveTo>
                    <a:pt x="26096" y="1414"/>
                  </a:moveTo>
                  <a:cubicBezTo>
                    <a:pt x="29895" y="1414"/>
                    <a:pt x="32983" y="4502"/>
                    <a:pt x="32983" y="8297"/>
                  </a:cubicBezTo>
                  <a:lnTo>
                    <a:pt x="32983" y="20650"/>
                  </a:lnTo>
                  <a:cubicBezTo>
                    <a:pt x="32983" y="24445"/>
                    <a:pt x="29895" y="27533"/>
                    <a:pt x="26096" y="27533"/>
                  </a:cubicBezTo>
                  <a:lnTo>
                    <a:pt x="8296" y="27533"/>
                  </a:lnTo>
                  <a:cubicBezTo>
                    <a:pt x="4498" y="27533"/>
                    <a:pt x="1409" y="24445"/>
                    <a:pt x="1409" y="20650"/>
                  </a:cubicBezTo>
                  <a:lnTo>
                    <a:pt x="1409" y="8297"/>
                  </a:lnTo>
                  <a:cubicBezTo>
                    <a:pt x="1409" y="4502"/>
                    <a:pt x="4498" y="1414"/>
                    <a:pt x="8296" y="1414"/>
                  </a:cubicBezTo>
                  <a:close/>
                  <a:moveTo>
                    <a:pt x="8296" y="1"/>
                  </a:moveTo>
                  <a:cubicBezTo>
                    <a:pt x="3722" y="1"/>
                    <a:pt x="0" y="3726"/>
                    <a:pt x="0" y="8297"/>
                  </a:cubicBezTo>
                  <a:lnTo>
                    <a:pt x="0" y="20650"/>
                  </a:lnTo>
                  <a:cubicBezTo>
                    <a:pt x="0" y="25225"/>
                    <a:pt x="3722" y="28950"/>
                    <a:pt x="8296" y="28950"/>
                  </a:cubicBezTo>
                  <a:lnTo>
                    <a:pt x="26096" y="28950"/>
                  </a:lnTo>
                  <a:cubicBezTo>
                    <a:pt x="30675" y="28950"/>
                    <a:pt x="34396" y="25225"/>
                    <a:pt x="34396" y="20650"/>
                  </a:cubicBezTo>
                  <a:lnTo>
                    <a:pt x="34396" y="8297"/>
                  </a:lnTo>
                  <a:cubicBezTo>
                    <a:pt x="34396" y="3726"/>
                    <a:pt x="30671" y="1"/>
                    <a:pt x="26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2"/>
            <p:cNvSpPr/>
            <p:nvPr/>
          </p:nvSpPr>
          <p:spPr>
            <a:xfrm>
              <a:off x="2884300" y="3202562"/>
              <a:ext cx="106460" cy="195457"/>
            </a:xfrm>
            <a:custGeom>
              <a:avLst/>
              <a:gdLst/>
              <a:ahLst/>
              <a:cxnLst/>
              <a:rect l="l" t="t" r="r" b="b"/>
              <a:pathLst>
                <a:path w="7541" h="13845" extrusionOk="0">
                  <a:moveTo>
                    <a:pt x="1" y="1"/>
                  </a:moveTo>
                  <a:lnTo>
                    <a:pt x="1" y="13844"/>
                  </a:lnTo>
                  <a:lnTo>
                    <a:pt x="7540" y="13844"/>
                  </a:lnTo>
                  <a:lnTo>
                    <a:pt x="754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2"/>
            <p:cNvSpPr/>
            <p:nvPr/>
          </p:nvSpPr>
          <p:spPr>
            <a:xfrm>
              <a:off x="2839830" y="3247088"/>
              <a:ext cx="195443" cy="106460"/>
            </a:xfrm>
            <a:custGeom>
              <a:avLst/>
              <a:gdLst/>
              <a:ahLst/>
              <a:cxnLst/>
              <a:rect l="l" t="t" r="r" b="b"/>
              <a:pathLst>
                <a:path w="13844" h="7541" extrusionOk="0">
                  <a:moveTo>
                    <a:pt x="1" y="1"/>
                  </a:moveTo>
                  <a:lnTo>
                    <a:pt x="1" y="7540"/>
                  </a:lnTo>
                  <a:lnTo>
                    <a:pt x="13844" y="7540"/>
                  </a:lnTo>
                  <a:lnTo>
                    <a:pt x="13844"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2"/>
            <p:cNvSpPr/>
            <p:nvPr/>
          </p:nvSpPr>
          <p:spPr>
            <a:xfrm>
              <a:off x="2829863" y="3017326"/>
              <a:ext cx="215391" cy="98597"/>
            </a:xfrm>
            <a:custGeom>
              <a:avLst/>
              <a:gdLst/>
              <a:ahLst/>
              <a:cxnLst/>
              <a:rect l="l" t="t" r="r" b="b"/>
              <a:pathLst>
                <a:path w="15257" h="6984" extrusionOk="0">
                  <a:moveTo>
                    <a:pt x="11300" y="1413"/>
                  </a:moveTo>
                  <a:cubicBezTo>
                    <a:pt x="12701" y="1413"/>
                    <a:pt x="13840" y="2552"/>
                    <a:pt x="13844" y="3957"/>
                  </a:cubicBezTo>
                  <a:lnTo>
                    <a:pt x="13844" y="5571"/>
                  </a:lnTo>
                  <a:lnTo>
                    <a:pt x="1413" y="5571"/>
                  </a:lnTo>
                  <a:lnTo>
                    <a:pt x="1413" y="3957"/>
                  </a:lnTo>
                  <a:cubicBezTo>
                    <a:pt x="1413" y="2552"/>
                    <a:pt x="2552" y="1413"/>
                    <a:pt x="3957" y="1413"/>
                  </a:cubicBezTo>
                  <a:close/>
                  <a:moveTo>
                    <a:pt x="3957" y="0"/>
                  </a:moveTo>
                  <a:cubicBezTo>
                    <a:pt x="1772" y="0"/>
                    <a:pt x="0" y="1772"/>
                    <a:pt x="0" y="3957"/>
                  </a:cubicBezTo>
                  <a:lnTo>
                    <a:pt x="0" y="6984"/>
                  </a:lnTo>
                  <a:lnTo>
                    <a:pt x="15256" y="6984"/>
                  </a:lnTo>
                  <a:lnTo>
                    <a:pt x="15256" y="3957"/>
                  </a:lnTo>
                  <a:cubicBezTo>
                    <a:pt x="15253" y="1772"/>
                    <a:pt x="13481" y="0"/>
                    <a:pt x="113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 name="Google Shape;814;p22"/>
          <p:cNvGrpSpPr/>
          <p:nvPr/>
        </p:nvGrpSpPr>
        <p:grpSpPr>
          <a:xfrm rot="-899971">
            <a:off x="8816002" y="4633692"/>
            <a:ext cx="232541" cy="414588"/>
            <a:chOff x="308050" y="960575"/>
            <a:chExt cx="360600" cy="642900"/>
          </a:xfrm>
        </p:grpSpPr>
        <p:sp>
          <p:nvSpPr>
            <p:cNvPr id="815" name="Google Shape;815;p22"/>
            <p:cNvSpPr/>
            <p:nvPr/>
          </p:nvSpPr>
          <p:spPr>
            <a:xfrm rot="380">
              <a:off x="397058" y="1130178"/>
              <a:ext cx="182601" cy="182601"/>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6" name="Google Shape;816;p22"/>
            <p:cNvGrpSpPr/>
            <p:nvPr/>
          </p:nvGrpSpPr>
          <p:grpSpPr>
            <a:xfrm>
              <a:off x="308050" y="960575"/>
              <a:ext cx="360600" cy="642900"/>
              <a:chOff x="839250" y="836025"/>
              <a:chExt cx="360600" cy="642900"/>
            </a:xfrm>
          </p:grpSpPr>
          <p:sp>
            <p:nvSpPr>
              <p:cNvPr id="817" name="Google Shape;817;p22"/>
              <p:cNvSpPr/>
              <p:nvPr/>
            </p:nvSpPr>
            <p:spPr>
              <a:xfrm>
                <a:off x="839250" y="836025"/>
                <a:ext cx="360600" cy="642900"/>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18" name="Google Shape;818;p22"/>
              <p:cNvCxnSpPr/>
              <p:nvPr/>
            </p:nvCxnSpPr>
            <p:spPr>
              <a:xfrm>
                <a:off x="839250" y="901900"/>
                <a:ext cx="359100" cy="0"/>
              </a:xfrm>
              <a:prstGeom prst="straightConnector1">
                <a:avLst/>
              </a:prstGeom>
              <a:noFill/>
              <a:ln w="9525" cap="flat" cmpd="sng">
                <a:solidFill>
                  <a:schemeClr val="lt1"/>
                </a:solidFill>
                <a:prstDash val="solid"/>
                <a:round/>
                <a:headEnd type="none" w="med" len="med"/>
                <a:tailEnd type="none" w="med" len="med"/>
              </a:ln>
            </p:spPr>
          </p:cxnSp>
          <p:cxnSp>
            <p:nvCxnSpPr>
              <p:cNvPr id="819" name="Google Shape;819;p22"/>
              <p:cNvCxnSpPr/>
              <p:nvPr/>
            </p:nvCxnSpPr>
            <p:spPr>
              <a:xfrm>
                <a:off x="839250" y="1377100"/>
                <a:ext cx="359100" cy="0"/>
              </a:xfrm>
              <a:prstGeom prst="straightConnector1">
                <a:avLst/>
              </a:prstGeom>
              <a:noFill/>
              <a:ln w="9525" cap="flat" cmpd="sng">
                <a:solidFill>
                  <a:schemeClr val="lt1"/>
                </a:solidFill>
                <a:prstDash val="solid"/>
                <a:round/>
                <a:headEnd type="none" w="med" len="med"/>
                <a:tailEnd type="none" w="med" len="med"/>
              </a:ln>
            </p:spPr>
          </p:cxnSp>
          <p:sp>
            <p:nvSpPr>
              <p:cNvPr id="820" name="Google Shape;820;p22"/>
              <p:cNvSpPr/>
              <p:nvPr/>
            </p:nvSpPr>
            <p:spPr>
              <a:xfrm>
                <a:off x="997950" y="1406425"/>
                <a:ext cx="43200" cy="43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1" name="Google Shape;821;p22"/>
          <p:cNvSpPr/>
          <p:nvPr/>
        </p:nvSpPr>
        <p:spPr>
          <a:xfrm>
            <a:off x="8548425" y="489145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2" name="Google Shape;822;p22"/>
          <p:cNvGrpSpPr/>
          <p:nvPr/>
        </p:nvGrpSpPr>
        <p:grpSpPr>
          <a:xfrm flipH="1">
            <a:off x="564532" y="180847"/>
            <a:ext cx="313994" cy="205922"/>
            <a:chOff x="4277246" y="2003393"/>
            <a:chExt cx="464282" cy="304529"/>
          </a:xfrm>
        </p:grpSpPr>
        <p:sp>
          <p:nvSpPr>
            <p:cNvPr id="823" name="Google Shape;823;p22"/>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2"/>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2"/>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22"/>
          <p:cNvGrpSpPr/>
          <p:nvPr/>
        </p:nvGrpSpPr>
        <p:grpSpPr>
          <a:xfrm rot="-1286723" flipH="1">
            <a:off x="8768578" y="197244"/>
            <a:ext cx="191107" cy="352962"/>
            <a:chOff x="4848722" y="2011765"/>
            <a:chExt cx="394754" cy="728943"/>
          </a:xfrm>
        </p:grpSpPr>
        <p:sp>
          <p:nvSpPr>
            <p:cNvPr id="827" name="Google Shape;827;p22"/>
            <p:cNvSpPr/>
            <p:nvPr/>
          </p:nvSpPr>
          <p:spPr>
            <a:xfrm>
              <a:off x="4858689" y="2393361"/>
              <a:ext cx="89773" cy="231146"/>
            </a:xfrm>
            <a:custGeom>
              <a:avLst/>
              <a:gdLst/>
              <a:ahLst/>
              <a:cxnLst/>
              <a:rect l="l" t="t" r="r" b="b"/>
              <a:pathLst>
                <a:path w="6359" h="16373" extrusionOk="0">
                  <a:moveTo>
                    <a:pt x="1" y="1"/>
                  </a:moveTo>
                  <a:lnTo>
                    <a:pt x="1" y="16373"/>
                  </a:lnTo>
                  <a:lnTo>
                    <a:pt x="6359" y="16373"/>
                  </a:lnTo>
                  <a:lnTo>
                    <a:pt x="6359"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2"/>
            <p:cNvSpPr/>
            <p:nvPr/>
          </p:nvSpPr>
          <p:spPr>
            <a:xfrm>
              <a:off x="5020278" y="2393361"/>
              <a:ext cx="213217" cy="231146"/>
            </a:xfrm>
            <a:custGeom>
              <a:avLst/>
              <a:gdLst/>
              <a:ahLst/>
              <a:cxnLst/>
              <a:rect l="l" t="t" r="r" b="b"/>
              <a:pathLst>
                <a:path w="15103" h="16373" extrusionOk="0">
                  <a:moveTo>
                    <a:pt x="1" y="1"/>
                  </a:moveTo>
                  <a:lnTo>
                    <a:pt x="1" y="16373"/>
                  </a:lnTo>
                  <a:lnTo>
                    <a:pt x="15103" y="16373"/>
                  </a:lnTo>
                  <a:lnTo>
                    <a:pt x="1510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2"/>
            <p:cNvSpPr/>
            <p:nvPr/>
          </p:nvSpPr>
          <p:spPr>
            <a:xfrm>
              <a:off x="4848722" y="2126215"/>
              <a:ext cx="394754" cy="614492"/>
            </a:xfrm>
            <a:custGeom>
              <a:avLst/>
              <a:gdLst/>
              <a:ahLst/>
              <a:cxnLst/>
              <a:rect l="l" t="t" r="r" b="b"/>
              <a:pathLst>
                <a:path w="27962" h="43527" extrusionOk="0">
                  <a:moveTo>
                    <a:pt x="19248" y="1417"/>
                  </a:moveTo>
                  <a:lnTo>
                    <a:pt x="19248" y="3050"/>
                  </a:lnTo>
                  <a:cubicBezTo>
                    <a:pt x="19248" y="7107"/>
                    <a:pt x="21796" y="10798"/>
                    <a:pt x="25591" y="12234"/>
                  </a:cubicBezTo>
                  <a:cubicBezTo>
                    <a:pt x="26166" y="12454"/>
                    <a:pt x="26544" y="13002"/>
                    <a:pt x="26548" y="13620"/>
                  </a:cubicBezTo>
                  <a:lnTo>
                    <a:pt x="26548" y="39006"/>
                  </a:lnTo>
                  <a:cubicBezTo>
                    <a:pt x="26544" y="40720"/>
                    <a:pt x="25155" y="42113"/>
                    <a:pt x="23437" y="42113"/>
                  </a:cubicBezTo>
                  <a:lnTo>
                    <a:pt x="4521" y="42113"/>
                  </a:lnTo>
                  <a:cubicBezTo>
                    <a:pt x="2807" y="42113"/>
                    <a:pt x="1413" y="40720"/>
                    <a:pt x="1413" y="39006"/>
                  </a:cubicBezTo>
                  <a:lnTo>
                    <a:pt x="1413" y="13623"/>
                  </a:lnTo>
                  <a:cubicBezTo>
                    <a:pt x="1413" y="13006"/>
                    <a:pt x="1795" y="12454"/>
                    <a:pt x="2371" y="12234"/>
                  </a:cubicBezTo>
                  <a:cubicBezTo>
                    <a:pt x="6165" y="10798"/>
                    <a:pt x="8713" y="7107"/>
                    <a:pt x="8713" y="3054"/>
                  </a:cubicBezTo>
                  <a:lnTo>
                    <a:pt x="8713" y="1417"/>
                  </a:lnTo>
                  <a:close/>
                  <a:moveTo>
                    <a:pt x="7300" y="0"/>
                  </a:moveTo>
                  <a:lnTo>
                    <a:pt x="7300" y="3046"/>
                  </a:lnTo>
                  <a:cubicBezTo>
                    <a:pt x="7300" y="6520"/>
                    <a:pt x="5119" y="9682"/>
                    <a:pt x="1869" y="10913"/>
                  </a:cubicBezTo>
                  <a:cubicBezTo>
                    <a:pt x="745" y="11342"/>
                    <a:pt x="4" y="12419"/>
                    <a:pt x="0" y="13620"/>
                  </a:cubicBezTo>
                  <a:lnTo>
                    <a:pt x="0" y="39002"/>
                  </a:lnTo>
                  <a:cubicBezTo>
                    <a:pt x="4" y="41499"/>
                    <a:pt x="2027" y="43522"/>
                    <a:pt x="4521" y="43526"/>
                  </a:cubicBezTo>
                  <a:lnTo>
                    <a:pt x="23437" y="43526"/>
                  </a:lnTo>
                  <a:cubicBezTo>
                    <a:pt x="25934" y="43522"/>
                    <a:pt x="27957" y="41499"/>
                    <a:pt x="27961" y="39002"/>
                  </a:cubicBezTo>
                  <a:lnTo>
                    <a:pt x="27961" y="13620"/>
                  </a:lnTo>
                  <a:cubicBezTo>
                    <a:pt x="27953" y="12419"/>
                    <a:pt x="27212" y="11346"/>
                    <a:pt x="26093" y="10917"/>
                  </a:cubicBezTo>
                  <a:cubicBezTo>
                    <a:pt x="22842" y="9686"/>
                    <a:pt x="20661" y="6528"/>
                    <a:pt x="20661" y="3054"/>
                  </a:cubicBezTo>
                  <a:lnTo>
                    <a:pt x="206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2"/>
            <p:cNvSpPr/>
            <p:nvPr/>
          </p:nvSpPr>
          <p:spPr>
            <a:xfrm>
              <a:off x="4904966" y="2011765"/>
              <a:ext cx="282265" cy="134455"/>
            </a:xfrm>
            <a:custGeom>
              <a:avLst/>
              <a:gdLst/>
              <a:ahLst/>
              <a:cxnLst/>
              <a:rect l="l" t="t" r="r" b="b"/>
              <a:pathLst>
                <a:path w="19994" h="9524" extrusionOk="0">
                  <a:moveTo>
                    <a:pt x="18580" y="1413"/>
                  </a:moveTo>
                  <a:lnTo>
                    <a:pt x="18580" y="8111"/>
                  </a:lnTo>
                  <a:lnTo>
                    <a:pt x="1409" y="8111"/>
                  </a:lnTo>
                  <a:lnTo>
                    <a:pt x="1409" y="1413"/>
                  </a:lnTo>
                  <a:close/>
                  <a:moveTo>
                    <a:pt x="0" y="0"/>
                  </a:moveTo>
                  <a:lnTo>
                    <a:pt x="0" y="9524"/>
                  </a:lnTo>
                  <a:lnTo>
                    <a:pt x="19993" y="9524"/>
                  </a:lnTo>
                  <a:lnTo>
                    <a:pt x="199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2"/>
            <p:cNvSpPr/>
            <p:nvPr/>
          </p:nvSpPr>
          <p:spPr>
            <a:xfrm>
              <a:off x="4968185"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2"/>
            <p:cNvSpPr/>
            <p:nvPr/>
          </p:nvSpPr>
          <p:spPr>
            <a:xfrm>
              <a:off x="5036090"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2"/>
            <p:cNvSpPr/>
            <p:nvPr/>
          </p:nvSpPr>
          <p:spPr>
            <a:xfrm>
              <a:off x="5104051"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4" name="Google Shape;834;p22"/>
          <p:cNvSpPr/>
          <p:nvPr/>
        </p:nvSpPr>
        <p:spPr>
          <a:xfrm flipH="1">
            <a:off x="8079325" y="106586"/>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2"/>
          <p:cNvSpPr/>
          <p:nvPr/>
        </p:nvSpPr>
        <p:spPr>
          <a:xfrm rot="10800000">
            <a:off x="116275" y="18093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2"/>
          <p:cNvSpPr/>
          <p:nvPr/>
        </p:nvSpPr>
        <p:spPr>
          <a:xfrm flipH="1">
            <a:off x="290850" y="48993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2"/>
          <p:cNvSpPr/>
          <p:nvPr/>
        </p:nvSpPr>
        <p:spPr>
          <a:xfrm rot="10800000">
            <a:off x="1049725" y="7428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2"/>
          <p:cNvSpPr/>
          <p:nvPr/>
        </p:nvSpPr>
        <p:spPr>
          <a:xfrm rot="10800000">
            <a:off x="8517325" y="43928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1">
  <p:cSld name="CUSTOM_7_1_2">
    <p:spTree>
      <p:nvGrpSpPr>
        <p:cNvPr id="1" name="Shape 839"/>
        <p:cNvGrpSpPr/>
        <p:nvPr/>
      </p:nvGrpSpPr>
      <p:grpSpPr>
        <a:xfrm>
          <a:off x="0" y="0"/>
          <a:ext cx="0" cy="0"/>
          <a:chOff x="0" y="0"/>
          <a:chExt cx="0" cy="0"/>
        </a:xfrm>
      </p:grpSpPr>
      <p:sp>
        <p:nvSpPr>
          <p:cNvPr id="840" name="Google Shape;840;p23"/>
          <p:cNvSpPr txBox="1">
            <a:spLocks noGrp="1"/>
          </p:cNvSpPr>
          <p:nvPr>
            <p:ph type="title"/>
          </p:nvPr>
        </p:nvSpPr>
        <p:spPr>
          <a:xfrm>
            <a:off x="713225" y="539500"/>
            <a:ext cx="7717500" cy="70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600"/>
              <a:buNone/>
              <a:defRPr/>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sp>
        <p:nvSpPr>
          <p:cNvPr id="841" name="Google Shape;841;p23"/>
          <p:cNvSpPr txBox="1">
            <a:spLocks noGrp="1"/>
          </p:cNvSpPr>
          <p:nvPr>
            <p:ph type="subTitle" idx="1"/>
          </p:nvPr>
        </p:nvSpPr>
        <p:spPr>
          <a:xfrm>
            <a:off x="1064750" y="3505543"/>
            <a:ext cx="1984200" cy="535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1400"/>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42" name="Google Shape;842;p23"/>
          <p:cNvSpPr txBox="1">
            <a:spLocks noGrp="1"/>
          </p:cNvSpPr>
          <p:nvPr>
            <p:ph type="subTitle" idx="2"/>
          </p:nvPr>
        </p:nvSpPr>
        <p:spPr>
          <a:xfrm>
            <a:off x="1064750" y="3094025"/>
            <a:ext cx="1984200" cy="4713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000"/>
              <a:buFont typeface="Croissant One" panose="02000503080000020004"/>
              <a:buNone/>
              <a:defRPr sz="2200" b="1">
                <a:solidFill>
                  <a:schemeClr val="accent1"/>
                </a:solidFill>
                <a:latin typeface="Work Sans"/>
                <a:ea typeface="Work Sans"/>
                <a:cs typeface="Work Sans"/>
                <a:sym typeface="Work Sans"/>
              </a:defRPr>
            </a:lvl1pPr>
            <a:lvl2pPr lvl="1"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2pPr>
            <a:lvl3pPr lvl="2"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3pPr>
            <a:lvl4pPr lvl="3"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4pPr>
            <a:lvl5pPr lvl="4"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5pPr>
            <a:lvl6pPr lvl="5"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6pPr>
            <a:lvl7pPr lvl="6"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7pPr>
            <a:lvl8pPr lvl="7"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8pPr>
            <a:lvl9pPr lvl="8"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9pPr>
          </a:lstStyle>
          <a:p>
            <a:endParaRPr/>
          </a:p>
        </p:txBody>
      </p:sp>
      <p:sp>
        <p:nvSpPr>
          <p:cNvPr id="843" name="Google Shape;843;p23"/>
          <p:cNvSpPr txBox="1">
            <a:spLocks noGrp="1"/>
          </p:cNvSpPr>
          <p:nvPr>
            <p:ph type="subTitle" idx="3"/>
          </p:nvPr>
        </p:nvSpPr>
        <p:spPr>
          <a:xfrm>
            <a:off x="3579938" y="3505530"/>
            <a:ext cx="1984200" cy="535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1400"/>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44" name="Google Shape;844;p23"/>
          <p:cNvSpPr txBox="1">
            <a:spLocks noGrp="1"/>
          </p:cNvSpPr>
          <p:nvPr>
            <p:ph type="subTitle" idx="4"/>
          </p:nvPr>
        </p:nvSpPr>
        <p:spPr>
          <a:xfrm>
            <a:off x="3579938" y="3094025"/>
            <a:ext cx="1984200" cy="4713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000"/>
              <a:buFont typeface="Croissant One" panose="02000503080000020004"/>
              <a:buNone/>
              <a:defRPr sz="2200" b="1">
                <a:solidFill>
                  <a:schemeClr val="accent1"/>
                </a:solidFill>
                <a:latin typeface="Work Sans"/>
                <a:ea typeface="Work Sans"/>
                <a:cs typeface="Work Sans"/>
                <a:sym typeface="Work Sans"/>
              </a:defRPr>
            </a:lvl1pPr>
            <a:lvl2pPr lvl="1"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2pPr>
            <a:lvl3pPr lvl="2"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3pPr>
            <a:lvl4pPr lvl="3"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4pPr>
            <a:lvl5pPr lvl="4"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5pPr>
            <a:lvl6pPr lvl="5"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6pPr>
            <a:lvl7pPr lvl="6"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7pPr>
            <a:lvl8pPr lvl="7"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8pPr>
            <a:lvl9pPr lvl="8"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9pPr>
          </a:lstStyle>
          <a:p>
            <a:endParaRPr/>
          </a:p>
        </p:txBody>
      </p:sp>
      <p:sp>
        <p:nvSpPr>
          <p:cNvPr id="845" name="Google Shape;845;p23"/>
          <p:cNvSpPr txBox="1">
            <a:spLocks noGrp="1"/>
          </p:cNvSpPr>
          <p:nvPr>
            <p:ph type="subTitle" idx="5"/>
          </p:nvPr>
        </p:nvSpPr>
        <p:spPr>
          <a:xfrm>
            <a:off x="6095125" y="3505543"/>
            <a:ext cx="1984200" cy="535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1400"/>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46" name="Google Shape;846;p23"/>
          <p:cNvSpPr txBox="1">
            <a:spLocks noGrp="1"/>
          </p:cNvSpPr>
          <p:nvPr>
            <p:ph type="subTitle" idx="6"/>
          </p:nvPr>
        </p:nvSpPr>
        <p:spPr>
          <a:xfrm>
            <a:off x="6095125" y="3094025"/>
            <a:ext cx="1984200" cy="4713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000"/>
              <a:buFont typeface="Croissant One" panose="02000503080000020004"/>
              <a:buNone/>
              <a:defRPr sz="2200" b="1">
                <a:solidFill>
                  <a:schemeClr val="accent1"/>
                </a:solidFill>
                <a:latin typeface="Work Sans"/>
                <a:ea typeface="Work Sans"/>
                <a:cs typeface="Work Sans"/>
                <a:sym typeface="Work Sans"/>
              </a:defRPr>
            </a:lvl1pPr>
            <a:lvl2pPr lvl="1"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2pPr>
            <a:lvl3pPr lvl="2"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3pPr>
            <a:lvl4pPr lvl="3"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4pPr>
            <a:lvl5pPr lvl="4"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5pPr>
            <a:lvl6pPr lvl="5"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6pPr>
            <a:lvl7pPr lvl="6"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7pPr>
            <a:lvl8pPr lvl="7"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8pPr>
            <a:lvl9pPr lvl="8" rtl="0">
              <a:spcBef>
                <a:spcPts val="0"/>
              </a:spcBef>
              <a:spcAft>
                <a:spcPts val="0"/>
              </a:spcAft>
              <a:buSzPts val="2000"/>
              <a:buFont typeface="Croissant One" panose="02000503080000020004"/>
              <a:buNone/>
              <a:defRPr sz="2000">
                <a:latin typeface="Croissant One" panose="02000503080000020004"/>
                <a:ea typeface="Croissant One" panose="02000503080000020004"/>
                <a:cs typeface="Croissant One" panose="02000503080000020004"/>
                <a:sym typeface="Croissant One" panose="02000503080000020004"/>
              </a:defRPr>
            </a:lvl9pPr>
          </a:lstStyle>
          <a:p>
            <a:endParaRPr/>
          </a:p>
        </p:txBody>
      </p:sp>
      <p:sp>
        <p:nvSpPr>
          <p:cNvPr id="847" name="Google Shape;847;p23"/>
          <p:cNvSpPr/>
          <p:nvPr/>
        </p:nvSpPr>
        <p:spPr>
          <a:xfrm>
            <a:off x="466850" y="14196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8" name="Google Shape;848;p23"/>
          <p:cNvGrpSpPr/>
          <p:nvPr/>
        </p:nvGrpSpPr>
        <p:grpSpPr>
          <a:xfrm rot="702602">
            <a:off x="154916" y="330381"/>
            <a:ext cx="168483" cy="278738"/>
            <a:chOff x="2994713" y="2224360"/>
            <a:chExt cx="333286" cy="551387"/>
          </a:xfrm>
        </p:grpSpPr>
        <p:sp>
          <p:nvSpPr>
            <p:cNvPr id="849" name="Google Shape;849;p23"/>
            <p:cNvSpPr/>
            <p:nvPr/>
          </p:nvSpPr>
          <p:spPr>
            <a:xfrm>
              <a:off x="3004751" y="2292053"/>
              <a:ext cx="313267" cy="19962"/>
            </a:xfrm>
            <a:custGeom>
              <a:avLst/>
              <a:gdLst/>
              <a:ahLst/>
              <a:cxnLst/>
              <a:rect l="l" t="t" r="r" b="b"/>
              <a:pathLst>
                <a:path w="22190" h="1414" extrusionOk="0">
                  <a:moveTo>
                    <a:pt x="0" y="0"/>
                  </a:moveTo>
                  <a:lnTo>
                    <a:pt x="0" y="1413"/>
                  </a:lnTo>
                  <a:lnTo>
                    <a:pt x="22190" y="1413"/>
                  </a:lnTo>
                  <a:lnTo>
                    <a:pt x="22190"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3"/>
            <p:cNvSpPr/>
            <p:nvPr/>
          </p:nvSpPr>
          <p:spPr>
            <a:xfrm>
              <a:off x="3008238" y="2384805"/>
              <a:ext cx="306293" cy="19962"/>
            </a:xfrm>
            <a:custGeom>
              <a:avLst/>
              <a:gdLst/>
              <a:ahLst/>
              <a:cxnLst/>
              <a:rect l="l" t="t" r="r" b="b"/>
              <a:pathLst>
                <a:path w="21696" h="1414" extrusionOk="0">
                  <a:moveTo>
                    <a:pt x="0" y="1"/>
                  </a:moveTo>
                  <a:lnTo>
                    <a:pt x="0" y="1414"/>
                  </a:lnTo>
                  <a:lnTo>
                    <a:pt x="21696" y="1414"/>
                  </a:lnTo>
                  <a:lnTo>
                    <a:pt x="21696"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3"/>
            <p:cNvSpPr/>
            <p:nvPr/>
          </p:nvSpPr>
          <p:spPr>
            <a:xfrm>
              <a:off x="3008944" y="2620412"/>
              <a:ext cx="300082" cy="19962"/>
            </a:xfrm>
            <a:custGeom>
              <a:avLst/>
              <a:gdLst/>
              <a:ahLst/>
              <a:cxnLst/>
              <a:rect l="l" t="t" r="r" b="b"/>
              <a:pathLst>
                <a:path w="21256" h="1414" extrusionOk="0">
                  <a:moveTo>
                    <a:pt x="0" y="0"/>
                  </a:moveTo>
                  <a:lnTo>
                    <a:pt x="0" y="1413"/>
                  </a:lnTo>
                  <a:lnTo>
                    <a:pt x="21256" y="1413"/>
                  </a:lnTo>
                  <a:lnTo>
                    <a:pt x="21256"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3"/>
            <p:cNvSpPr/>
            <p:nvPr/>
          </p:nvSpPr>
          <p:spPr>
            <a:xfrm>
              <a:off x="3004751" y="2713108"/>
              <a:ext cx="313267" cy="19962"/>
            </a:xfrm>
            <a:custGeom>
              <a:avLst/>
              <a:gdLst/>
              <a:ahLst/>
              <a:cxnLst/>
              <a:rect l="l" t="t" r="r" b="b"/>
              <a:pathLst>
                <a:path w="22190" h="1414" extrusionOk="0">
                  <a:moveTo>
                    <a:pt x="0" y="1"/>
                  </a:moveTo>
                  <a:lnTo>
                    <a:pt x="0" y="1414"/>
                  </a:lnTo>
                  <a:lnTo>
                    <a:pt x="22190" y="1414"/>
                  </a:lnTo>
                  <a:lnTo>
                    <a:pt x="2219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3"/>
            <p:cNvSpPr/>
            <p:nvPr/>
          </p:nvSpPr>
          <p:spPr>
            <a:xfrm>
              <a:off x="2994713" y="2224360"/>
              <a:ext cx="333286" cy="551387"/>
            </a:xfrm>
            <a:custGeom>
              <a:avLst/>
              <a:gdLst/>
              <a:ahLst/>
              <a:cxnLst/>
              <a:rect l="l" t="t" r="r" b="b"/>
              <a:pathLst>
                <a:path w="23608" h="39057" extrusionOk="0">
                  <a:moveTo>
                    <a:pt x="1" y="1"/>
                  </a:moveTo>
                  <a:lnTo>
                    <a:pt x="1" y="10196"/>
                  </a:lnTo>
                  <a:cubicBezTo>
                    <a:pt x="1" y="13141"/>
                    <a:pt x="1622" y="15851"/>
                    <a:pt x="4220" y="17241"/>
                  </a:cubicBezTo>
                  <a:lnTo>
                    <a:pt x="18720" y="25012"/>
                  </a:lnTo>
                  <a:cubicBezTo>
                    <a:pt x="20862" y="26159"/>
                    <a:pt x="22198" y="28386"/>
                    <a:pt x="22194" y="30814"/>
                  </a:cubicBezTo>
                  <a:lnTo>
                    <a:pt x="22194" y="39056"/>
                  </a:lnTo>
                  <a:lnTo>
                    <a:pt x="23607" y="39056"/>
                  </a:lnTo>
                  <a:lnTo>
                    <a:pt x="23607" y="30814"/>
                  </a:lnTo>
                  <a:cubicBezTo>
                    <a:pt x="23607" y="27865"/>
                    <a:pt x="21986" y="25159"/>
                    <a:pt x="19388" y="23769"/>
                  </a:cubicBezTo>
                  <a:lnTo>
                    <a:pt x="4888" y="15998"/>
                  </a:lnTo>
                  <a:cubicBezTo>
                    <a:pt x="2749" y="14852"/>
                    <a:pt x="1414" y="12620"/>
                    <a:pt x="1414" y="10192"/>
                  </a:cubicBezTo>
                  <a:lnTo>
                    <a:pt x="14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3"/>
            <p:cNvSpPr/>
            <p:nvPr/>
          </p:nvSpPr>
          <p:spPr>
            <a:xfrm>
              <a:off x="2994713" y="2224360"/>
              <a:ext cx="333286" cy="551387"/>
            </a:xfrm>
            <a:custGeom>
              <a:avLst/>
              <a:gdLst/>
              <a:ahLst/>
              <a:cxnLst/>
              <a:rect l="l" t="t" r="r" b="b"/>
              <a:pathLst>
                <a:path w="23608" h="39057" extrusionOk="0">
                  <a:moveTo>
                    <a:pt x="22194" y="1"/>
                  </a:moveTo>
                  <a:lnTo>
                    <a:pt x="22194" y="10192"/>
                  </a:lnTo>
                  <a:cubicBezTo>
                    <a:pt x="22198" y="12620"/>
                    <a:pt x="20862" y="14852"/>
                    <a:pt x="18720" y="15998"/>
                  </a:cubicBezTo>
                  <a:lnTo>
                    <a:pt x="4224" y="23769"/>
                  </a:lnTo>
                  <a:cubicBezTo>
                    <a:pt x="1622" y="25159"/>
                    <a:pt x="1" y="27869"/>
                    <a:pt x="5" y="30814"/>
                  </a:cubicBezTo>
                  <a:lnTo>
                    <a:pt x="5" y="39056"/>
                  </a:lnTo>
                  <a:lnTo>
                    <a:pt x="1418" y="39056"/>
                  </a:lnTo>
                  <a:lnTo>
                    <a:pt x="1418" y="30814"/>
                  </a:lnTo>
                  <a:cubicBezTo>
                    <a:pt x="1414" y="28386"/>
                    <a:pt x="2749" y="26159"/>
                    <a:pt x="4892" y="25012"/>
                  </a:cubicBezTo>
                  <a:lnTo>
                    <a:pt x="19388" y="17237"/>
                  </a:lnTo>
                  <a:cubicBezTo>
                    <a:pt x="21986" y="15848"/>
                    <a:pt x="23607" y="13141"/>
                    <a:pt x="23607" y="10192"/>
                  </a:cubicBezTo>
                  <a:lnTo>
                    <a:pt x="236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5" name="Google Shape;855;p23"/>
          <p:cNvGrpSpPr/>
          <p:nvPr/>
        </p:nvGrpSpPr>
        <p:grpSpPr>
          <a:xfrm rot="-745016">
            <a:off x="948659" y="153075"/>
            <a:ext cx="138060" cy="319948"/>
            <a:chOff x="3789373" y="1135858"/>
            <a:chExt cx="273103" cy="632902"/>
          </a:xfrm>
        </p:grpSpPr>
        <p:sp>
          <p:nvSpPr>
            <p:cNvPr id="856" name="Google Shape;856;p23"/>
            <p:cNvSpPr/>
            <p:nvPr/>
          </p:nvSpPr>
          <p:spPr>
            <a:xfrm>
              <a:off x="3864846" y="1452274"/>
              <a:ext cx="187664" cy="302157"/>
            </a:xfrm>
            <a:custGeom>
              <a:avLst/>
              <a:gdLst/>
              <a:ahLst/>
              <a:cxnLst/>
              <a:rect l="l" t="t" r="r" b="b"/>
              <a:pathLst>
                <a:path w="13293" h="21403" extrusionOk="0">
                  <a:moveTo>
                    <a:pt x="5" y="0"/>
                  </a:moveTo>
                  <a:lnTo>
                    <a:pt x="5" y="12740"/>
                  </a:lnTo>
                  <a:cubicBezTo>
                    <a:pt x="1" y="16797"/>
                    <a:pt x="2726" y="20349"/>
                    <a:pt x="6644" y="21402"/>
                  </a:cubicBezTo>
                  <a:cubicBezTo>
                    <a:pt x="10563" y="20352"/>
                    <a:pt x="13292" y="16797"/>
                    <a:pt x="13288" y="12740"/>
                  </a:cubicBezTo>
                  <a:lnTo>
                    <a:pt x="13288"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3"/>
            <p:cNvSpPr/>
            <p:nvPr/>
          </p:nvSpPr>
          <p:spPr>
            <a:xfrm>
              <a:off x="3789373" y="1135858"/>
              <a:ext cx="273047" cy="326397"/>
            </a:xfrm>
            <a:custGeom>
              <a:avLst/>
              <a:gdLst/>
              <a:ahLst/>
              <a:cxnLst/>
              <a:rect l="l" t="t" r="r" b="b"/>
              <a:pathLst>
                <a:path w="19341" h="23120" extrusionOk="0">
                  <a:moveTo>
                    <a:pt x="9721" y="1413"/>
                  </a:moveTo>
                  <a:cubicBezTo>
                    <a:pt x="14249" y="1413"/>
                    <a:pt x="17928" y="5096"/>
                    <a:pt x="17928" y="9620"/>
                  </a:cubicBezTo>
                  <a:lnTo>
                    <a:pt x="17928" y="21707"/>
                  </a:lnTo>
                  <a:lnTo>
                    <a:pt x="1409" y="21707"/>
                  </a:lnTo>
                  <a:lnTo>
                    <a:pt x="1409" y="9620"/>
                  </a:lnTo>
                  <a:cubicBezTo>
                    <a:pt x="1409" y="5096"/>
                    <a:pt x="5092" y="1413"/>
                    <a:pt x="9620" y="1413"/>
                  </a:cubicBezTo>
                  <a:close/>
                  <a:moveTo>
                    <a:pt x="9620" y="0"/>
                  </a:moveTo>
                  <a:cubicBezTo>
                    <a:pt x="4316" y="0"/>
                    <a:pt x="0" y="4316"/>
                    <a:pt x="0" y="9620"/>
                  </a:cubicBezTo>
                  <a:lnTo>
                    <a:pt x="0" y="23120"/>
                  </a:lnTo>
                  <a:lnTo>
                    <a:pt x="19341" y="23120"/>
                  </a:lnTo>
                  <a:lnTo>
                    <a:pt x="19341" y="9620"/>
                  </a:lnTo>
                  <a:cubicBezTo>
                    <a:pt x="19341" y="4316"/>
                    <a:pt x="15025" y="0"/>
                    <a:pt x="9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3"/>
            <p:cNvSpPr/>
            <p:nvPr/>
          </p:nvSpPr>
          <p:spPr>
            <a:xfrm>
              <a:off x="3789373" y="1442307"/>
              <a:ext cx="273103" cy="326453"/>
            </a:xfrm>
            <a:custGeom>
              <a:avLst/>
              <a:gdLst/>
              <a:ahLst/>
              <a:cxnLst/>
              <a:rect l="l" t="t" r="r" b="b"/>
              <a:pathLst>
                <a:path w="19345" h="23124" extrusionOk="0">
                  <a:moveTo>
                    <a:pt x="17928" y="1413"/>
                  </a:moveTo>
                  <a:lnTo>
                    <a:pt x="17928" y="13446"/>
                  </a:lnTo>
                  <a:cubicBezTo>
                    <a:pt x="17932" y="18006"/>
                    <a:pt x="14233" y="21707"/>
                    <a:pt x="9674" y="21707"/>
                  </a:cubicBezTo>
                  <a:cubicBezTo>
                    <a:pt x="9671" y="21707"/>
                    <a:pt x="9669" y="21707"/>
                    <a:pt x="9667" y="21707"/>
                  </a:cubicBezTo>
                  <a:cubicBezTo>
                    <a:pt x="5115" y="21707"/>
                    <a:pt x="1413" y="18001"/>
                    <a:pt x="1413" y="13446"/>
                  </a:cubicBezTo>
                  <a:lnTo>
                    <a:pt x="1413" y="1413"/>
                  </a:lnTo>
                  <a:close/>
                  <a:moveTo>
                    <a:pt x="0" y="0"/>
                  </a:moveTo>
                  <a:lnTo>
                    <a:pt x="0" y="13446"/>
                  </a:lnTo>
                  <a:cubicBezTo>
                    <a:pt x="0" y="18781"/>
                    <a:pt x="4335" y="23124"/>
                    <a:pt x="9667" y="23124"/>
                  </a:cubicBezTo>
                  <a:cubicBezTo>
                    <a:pt x="15013" y="23124"/>
                    <a:pt x="19345" y="18789"/>
                    <a:pt x="19341" y="13446"/>
                  </a:cubicBezTo>
                  <a:lnTo>
                    <a:pt x="193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9" name="Google Shape;859;p23"/>
          <p:cNvGrpSpPr/>
          <p:nvPr/>
        </p:nvGrpSpPr>
        <p:grpSpPr>
          <a:xfrm>
            <a:off x="567046" y="404554"/>
            <a:ext cx="223134" cy="272917"/>
            <a:chOff x="3410431" y="2717682"/>
            <a:chExt cx="441412" cy="539896"/>
          </a:xfrm>
        </p:grpSpPr>
        <p:sp>
          <p:nvSpPr>
            <p:cNvPr id="860" name="Google Shape;860;p23"/>
            <p:cNvSpPr/>
            <p:nvPr/>
          </p:nvSpPr>
          <p:spPr>
            <a:xfrm>
              <a:off x="3493499" y="3040112"/>
              <a:ext cx="281771" cy="140893"/>
            </a:xfrm>
            <a:custGeom>
              <a:avLst/>
              <a:gdLst/>
              <a:ahLst/>
              <a:cxnLst/>
              <a:rect l="l" t="t" r="r" b="b"/>
              <a:pathLst>
                <a:path w="19959" h="9980" extrusionOk="0">
                  <a:moveTo>
                    <a:pt x="0" y="0"/>
                  </a:moveTo>
                  <a:cubicBezTo>
                    <a:pt x="0" y="5513"/>
                    <a:pt x="4467" y="9979"/>
                    <a:pt x="9979" y="9979"/>
                  </a:cubicBezTo>
                  <a:cubicBezTo>
                    <a:pt x="15492" y="9979"/>
                    <a:pt x="19958" y="5513"/>
                    <a:pt x="19958"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3"/>
            <p:cNvSpPr/>
            <p:nvPr/>
          </p:nvSpPr>
          <p:spPr>
            <a:xfrm>
              <a:off x="3410431" y="2717682"/>
              <a:ext cx="441412" cy="539896"/>
            </a:xfrm>
            <a:custGeom>
              <a:avLst/>
              <a:gdLst/>
              <a:ahLst/>
              <a:cxnLst/>
              <a:rect l="l" t="t" r="r" b="b"/>
              <a:pathLst>
                <a:path w="31267" h="38243" extrusionOk="0">
                  <a:moveTo>
                    <a:pt x="18967" y="1414"/>
                  </a:moveTo>
                  <a:lnTo>
                    <a:pt x="18967" y="6900"/>
                  </a:lnTo>
                  <a:cubicBezTo>
                    <a:pt x="18971" y="8177"/>
                    <a:pt x="19751" y="9328"/>
                    <a:pt x="20943" y="9803"/>
                  </a:cubicBezTo>
                  <a:cubicBezTo>
                    <a:pt x="26356" y="11910"/>
                    <a:pt x="29857" y="17029"/>
                    <a:pt x="29857" y="22839"/>
                  </a:cubicBezTo>
                  <a:cubicBezTo>
                    <a:pt x="29865" y="26588"/>
                    <a:pt x="28363" y="30182"/>
                    <a:pt x="25684" y="32803"/>
                  </a:cubicBezTo>
                  <a:cubicBezTo>
                    <a:pt x="23058" y="35391"/>
                    <a:pt x="19598" y="36832"/>
                    <a:pt x="15928" y="36832"/>
                  </a:cubicBezTo>
                  <a:cubicBezTo>
                    <a:pt x="15837" y="36832"/>
                    <a:pt x="15746" y="36831"/>
                    <a:pt x="15655" y="36829"/>
                  </a:cubicBezTo>
                  <a:cubicBezTo>
                    <a:pt x="8474" y="36725"/>
                    <a:pt x="2437" y="31046"/>
                    <a:pt x="1912" y="23901"/>
                  </a:cubicBezTo>
                  <a:cubicBezTo>
                    <a:pt x="1456" y="17705"/>
                    <a:pt x="5027" y="12038"/>
                    <a:pt x="10798" y="9795"/>
                  </a:cubicBezTo>
                  <a:cubicBezTo>
                    <a:pt x="11972" y="9339"/>
                    <a:pt x="12759" y="8173"/>
                    <a:pt x="12759" y="6896"/>
                  </a:cubicBezTo>
                  <a:lnTo>
                    <a:pt x="12759" y="1414"/>
                  </a:lnTo>
                  <a:close/>
                  <a:moveTo>
                    <a:pt x="11350" y="1"/>
                  </a:moveTo>
                  <a:lnTo>
                    <a:pt x="11350" y="6900"/>
                  </a:lnTo>
                  <a:cubicBezTo>
                    <a:pt x="11350" y="7602"/>
                    <a:pt x="10922" y="8235"/>
                    <a:pt x="10289" y="8482"/>
                  </a:cubicBezTo>
                  <a:cubicBezTo>
                    <a:pt x="3935" y="10949"/>
                    <a:pt x="1" y="17191"/>
                    <a:pt x="503" y="24009"/>
                  </a:cubicBezTo>
                  <a:cubicBezTo>
                    <a:pt x="1082" y="31872"/>
                    <a:pt x="7729" y="38126"/>
                    <a:pt x="15635" y="38242"/>
                  </a:cubicBezTo>
                  <a:lnTo>
                    <a:pt x="15863" y="38242"/>
                  </a:lnTo>
                  <a:cubicBezTo>
                    <a:pt x="24371" y="38238"/>
                    <a:pt x="31266" y="31344"/>
                    <a:pt x="31266" y="22839"/>
                  </a:cubicBezTo>
                  <a:cubicBezTo>
                    <a:pt x="31266" y="16439"/>
                    <a:pt x="27413" y="10806"/>
                    <a:pt x="21453" y="8482"/>
                  </a:cubicBezTo>
                  <a:cubicBezTo>
                    <a:pt x="20804" y="8224"/>
                    <a:pt x="20380" y="7594"/>
                    <a:pt x="20380" y="6896"/>
                  </a:cubicBezTo>
                  <a:lnTo>
                    <a:pt x="203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3"/>
            <p:cNvSpPr/>
            <p:nvPr/>
          </p:nvSpPr>
          <p:spPr>
            <a:xfrm>
              <a:off x="3539592" y="2717682"/>
              <a:ext cx="189513" cy="19962"/>
            </a:xfrm>
            <a:custGeom>
              <a:avLst/>
              <a:gdLst/>
              <a:ahLst/>
              <a:cxnLst/>
              <a:rect l="l" t="t" r="r" b="b"/>
              <a:pathLst>
                <a:path w="13424" h="1414" extrusionOk="0">
                  <a:moveTo>
                    <a:pt x="1" y="1"/>
                  </a:moveTo>
                  <a:lnTo>
                    <a:pt x="1" y="1414"/>
                  </a:lnTo>
                  <a:lnTo>
                    <a:pt x="13424" y="1414"/>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3" name="Google Shape;863;p23"/>
          <p:cNvGrpSpPr/>
          <p:nvPr/>
        </p:nvGrpSpPr>
        <p:grpSpPr>
          <a:xfrm>
            <a:off x="8311589" y="199568"/>
            <a:ext cx="285768" cy="240767"/>
            <a:chOff x="4264060" y="1424745"/>
            <a:chExt cx="543905" cy="458254"/>
          </a:xfrm>
        </p:grpSpPr>
        <p:sp>
          <p:nvSpPr>
            <p:cNvPr id="864" name="Google Shape;864;p23"/>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3"/>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6" name="Google Shape;866;p23"/>
          <p:cNvGrpSpPr/>
          <p:nvPr/>
        </p:nvGrpSpPr>
        <p:grpSpPr>
          <a:xfrm rot="850670">
            <a:off x="7867772" y="225863"/>
            <a:ext cx="247823" cy="248717"/>
            <a:chOff x="2694759" y="3017326"/>
            <a:chExt cx="485600" cy="487350"/>
          </a:xfrm>
        </p:grpSpPr>
        <p:sp>
          <p:nvSpPr>
            <p:cNvPr id="867" name="Google Shape;867;p23"/>
            <p:cNvSpPr/>
            <p:nvPr/>
          </p:nvSpPr>
          <p:spPr>
            <a:xfrm>
              <a:off x="2694759" y="3095960"/>
              <a:ext cx="485600" cy="408716"/>
            </a:xfrm>
            <a:custGeom>
              <a:avLst/>
              <a:gdLst/>
              <a:ahLst/>
              <a:cxnLst/>
              <a:rect l="l" t="t" r="r" b="b"/>
              <a:pathLst>
                <a:path w="34397" h="28951" extrusionOk="0">
                  <a:moveTo>
                    <a:pt x="26096" y="1414"/>
                  </a:moveTo>
                  <a:cubicBezTo>
                    <a:pt x="29895" y="1414"/>
                    <a:pt x="32983" y="4502"/>
                    <a:pt x="32983" y="8297"/>
                  </a:cubicBezTo>
                  <a:lnTo>
                    <a:pt x="32983" y="20650"/>
                  </a:lnTo>
                  <a:cubicBezTo>
                    <a:pt x="32983" y="24445"/>
                    <a:pt x="29895" y="27533"/>
                    <a:pt x="26096" y="27533"/>
                  </a:cubicBezTo>
                  <a:lnTo>
                    <a:pt x="8296" y="27533"/>
                  </a:lnTo>
                  <a:cubicBezTo>
                    <a:pt x="4498" y="27533"/>
                    <a:pt x="1409" y="24445"/>
                    <a:pt x="1409" y="20650"/>
                  </a:cubicBezTo>
                  <a:lnTo>
                    <a:pt x="1409" y="8297"/>
                  </a:lnTo>
                  <a:cubicBezTo>
                    <a:pt x="1409" y="4502"/>
                    <a:pt x="4498" y="1414"/>
                    <a:pt x="8296" y="1414"/>
                  </a:cubicBezTo>
                  <a:close/>
                  <a:moveTo>
                    <a:pt x="8296" y="1"/>
                  </a:moveTo>
                  <a:cubicBezTo>
                    <a:pt x="3722" y="1"/>
                    <a:pt x="0" y="3726"/>
                    <a:pt x="0" y="8297"/>
                  </a:cubicBezTo>
                  <a:lnTo>
                    <a:pt x="0" y="20650"/>
                  </a:lnTo>
                  <a:cubicBezTo>
                    <a:pt x="0" y="25225"/>
                    <a:pt x="3722" y="28950"/>
                    <a:pt x="8296" y="28950"/>
                  </a:cubicBezTo>
                  <a:lnTo>
                    <a:pt x="26096" y="28950"/>
                  </a:lnTo>
                  <a:cubicBezTo>
                    <a:pt x="30675" y="28950"/>
                    <a:pt x="34396" y="25225"/>
                    <a:pt x="34396" y="20650"/>
                  </a:cubicBezTo>
                  <a:lnTo>
                    <a:pt x="34396" y="8297"/>
                  </a:lnTo>
                  <a:cubicBezTo>
                    <a:pt x="34396" y="3726"/>
                    <a:pt x="30671" y="1"/>
                    <a:pt x="26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3"/>
            <p:cNvSpPr/>
            <p:nvPr/>
          </p:nvSpPr>
          <p:spPr>
            <a:xfrm>
              <a:off x="2884300" y="3202562"/>
              <a:ext cx="106460" cy="195457"/>
            </a:xfrm>
            <a:custGeom>
              <a:avLst/>
              <a:gdLst/>
              <a:ahLst/>
              <a:cxnLst/>
              <a:rect l="l" t="t" r="r" b="b"/>
              <a:pathLst>
                <a:path w="7541" h="13845" extrusionOk="0">
                  <a:moveTo>
                    <a:pt x="1" y="1"/>
                  </a:moveTo>
                  <a:lnTo>
                    <a:pt x="1" y="13844"/>
                  </a:lnTo>
                  <a:lnTo>
                    <a:pt x="7540" y="13844"/>
                  </a:lnTo>
                  <a:lnTo>
                    <a:pt x="754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3"/>
            <p:cNvSpPr/>
            <p:nvPr/>
          </p:nvSpPr>
          <p:spPr>
            <a:xfrm>
              <a:off x="2839830" y="3247088"/>
              <a:ext cx="195443" cy="106460"/>
            </a:xfrm>
            <a:custGeom>
              <a:avLst/>
              <a:gdLst/>
              <a:ahLst/>
              <a:cxnLst/>
              <a:rect l="l" t="t" r="r" b="b"/>
              <a:pathLst>
                <a:path w="13844" h="7541" extrusionOk="0">
                  <a:moveTo>
                    <a:pt x="1" y="1"/>
                  </a:moveTo>
                  <a:lnTo>
                    <a:pt x="1" y="7540"/>
                  </a:lnTo>
                  <a:lnTo>
                    <a:pt x="13844" y="7540"/>
                  </a:lnTo>
                  <a:lnTo>
                    <a:pt x="13844"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3"/>
            <p:cNvSpPr/>
            <p:nvPr/>
          </p:nvSpPr>
          <p:spPr>
            <a:xfrm>
              <a:off x="2829863" y="3017326"/>
              <a:ext cx="215391" cy="98597"/>
            </a:xfrm>
            <a:custGeom>
              <a:avLst/>
              <a:gdLst/>
              <a:ahLst/>
              <a:cxnLst/>
              <a:rect l="l" t="t" r="r" b="b"/>
              <a:pathLst>
                <a:path w="15257" h="6984" extrusionOk="0">
                  <a:moveTo>
                    <a:pt x="11300" y="1413"/>
                  </a:moveTo>
                  <a:cubicBezTo>
                    <a:pt x="12701" y="1413"/>
                    <a:pt x="13840" y="2552"/>
                    <a:pt x="13844" y="3957"/>
                  </a:cubicBezTo>
                  <a:lnTo>
                    <a:pt x="13844" y="5571"/>
                  </a:lnTo>
                  <a:lnTo>
                    <a:pt x="1413" y="5571"/>
                  </a:lnTo>
                  <a:lnTo>
                    <a:pt x="1413" y="3957"/>
                  </a:lnTo>
                  <a:cubicBezTo>
                    <a:pt x="1413" y="2552"/>
                    <a:pt x="2552" y="1413"/>
                    <a:pt x="3957" y="1413"/>
                  </a:cubicBezTo>
                  <a:close/>
                  <a:moveTo>
                    <a:pt x="3957" y="0"/>
                  </a:moveTo>
                  <a:cubicBezTo>
                    <a:pt x="1772" y="0"/>
                    <a:pt x="0" y="1772"/>
                    <a:pt x="0" y="3957"/>
                  </a:cubicBezTo>
                  <a:lnTo>
                    <a:pt x="0" y="6984"/>
                  </a:lnTo>
                  <a:lnTo>
                    <a:pt x="15256" y="6984"/>
                  </a:lnTo>
                  <a:lnTo>
                    <a:pt x="15256" y="3957"/>
                  </a:lnTo>
                  <a:cubicBezTo>
                    <a:pt x="15253" y="1772"/>
                    <a:pt x="13481" y="0"/>
                    <a:pt x="113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 name="Google Shape;871;p23"/>
          <p:cNvGrpSpPr/>
          <p:nvPr/>
        </p:nvGrpSpPr>
        <p:grpSpPr>
          <a:xfrm rot="-899971">
            <a:off x="8816002" y="233142"/>
            <a:ext cx="232541" cy="414588"/>
            <a:chOff x="308050" y="960575"/>
            <a:chExt cx="360600" cy="642900"/>
          </a:xfrm>
        </p:grpSpPr>
        <p:sp>
          <p:nvSpPr>
            <p:cNvPr id="872" name="Google Shape;872;p23"/>
            <p:cNvSpPr/>
            <p:nvPr/>
          </p:nvSpPr>
          <p:spPr>
            <a:xfrm rot="380">
              <a:off x="397058" y="1130178"/>
              <a:ext cx="182601" cy="182601"/>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3" name="Google Shape;873;p23"/>
            <p:cNvGrpSpPr/>
            <p:nvPr/>
          </p:nvGrpSpPr>
          <p:grpSpPr>
            <a:xfrm>
              <a:off x="308050" y="960575"/>
              <a:ext cx="360600" cy="642900"/>
              <a:chOff x="839250" y="836025"/>
              <a:chExt cx="360600" cy="642900"/>
            </a:xfrm>
          </p:grpSpPr>
          <p:sp>
            <p:nvSpPr>
              <p:cNvPr id="874" name="Google Shape;874;p23"/>
              <p:cNvSpPr/>
              <p:nvPr/>
            </p:nvSpPr>
            <p:spPr>
              <a:xfrm>
                <a:off x="839250" y="836025"/>
                <a:ext cx="360600" cy="642900"/>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5" name="Google Shape;875;p23"/>
              <p:cNvCxnSpPr/>
              <p:nvPr/>
            </p:nvCxnSpPr>
            <p:spPr>
              <a:xfrm>
                <a:off x="839250" y="901900"/>
                <a:ext cx="359100" cy="0"/>
              </a:xfrm>
              <a:prstGeom prst="straightConnector1">
                <a:avLst/>
              </a:prstGeom>
              <a:noFill/>
              <a:ln w="9525" cap="flat" cmpd="sng">
                <a:solidFill>
                  <a:schemeClr val="lt1"/>
                </a:solidFill>
                <a:prstDash val="solid"/>
                <a:round/>
                <a:headEnd type="none" w="med" len="med"/>
                <a:tailEnd type="none" w="med" len="med"/>
              </a:ln>
            </p:spPr>
          </p:cxnSp>
          <p:cxnSp>
            <p:nvCxnSpPr>
              <p:cNvPr id="876" name="Google Shape;876;p23"/>
              <p:cNvCxnSpPr/>
              <p:nvPr/>
            </p:nvCxnSpPr>
            <p:spPr>
              <a:xfrm>
                <a:off x="839250" y="1377100"/>
                <a:ext cx="359100" cy="0"/>
              </a:xfrm>
              <a:prstGeom prst="straightConnector1">
                <a:avLst/>
              </a:prstGeom>
              <a:noFill/>
              <a:ln w="9525" cap="flat" cmpd="sng">
                <a:solidFill>
                  <a:schemeClr val="lt1"/>
                </a:solidFill>
                <a:prstDash val="solid"/>
                <a:round/>
                <a:headEnd type="none" w="med" len="med"/>
                <a:tailEnd type="none" w="med" len="med"/>
              </a:ln>
            </p:spPr>
          </p:cxnSp>
          <p:sp>
            <p:nvSpPr>
              <p:cNvPr id="877" name="Google Shape;877;p23"/>
              <p:cNvSpPr/>
              <p:nvPr/>
            </p:nvSpPr>
            <p:spPr>
              <a:xfrm>
                <a:off x="997950" y="1406425"/>
                <a:ext cx="43200" cy="43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78" name="Google Shape;878;p23"/>
          <p:cNvSpPr/>
          <p:nvPr/>
        </p:nvSpPr>
        <p:spPr>
          <a:xfrm>
            <a:off x="8548425" y="4909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3"/>
          <p:cNvSpPr/>
          <p:nvPr/>
        </p:nvSpPr>
        <p:spPr>
          <a:xfrm>
            <a:off x="127925" y="459573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3"/>
          <p:cNvSpPr/>
          <p:nvPr/>
        </p:nvSpPr>
        <p:spPr>
          <a:xfrm>
            <a:off x="8648625" y="495161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3"/>
          <p:cNvSpPr/>
          <p:nvPr/>
        </p:nvSpPr>
        <p:spPr>
          <a:xfrm>
            <a:off x="225576" y="4802886"/>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3"/>
          <p:cNvSpPr/>
          <p:nvPr/>
        </p:nvSpPr>
        <p:spPr>
          <a:xfrm>
            <a:off x="8849276" y="469596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four columns">
  <p:cSld name="CUSTOM_1">
    <p:spTree>
      <p:nvGrpSpPr>
        <p:cNvPr id="1" name="Shape 883"/>
        <p:cNvGrpSpPr/>
        <p:nvPr/>
      </p:nvGrpSpPr>
      <p:grpSpPr>
        <a:xfrm>
          <a:off x="0" y="0"/>
          <a:ext cx="0" cy="0"/>
          <a:chOff x="0" y="0"/>
          <a:chExt cx="0" cy="0"/>
        </a:xfrm>
      </p:grpSpPr>
      <p:sp>
        <p:nvSpPr>
          <p:cNvPr id="884" name="Google Shape;884;p24"/>
          <p:cNvSpPr txBox="1">
            <a:spLocks noGrp="1"/>
          </p:cNvSpPr>
          <p:nvPr>
            <p:ph type="title"/>
          </p:nvPr>
        </p:nvSpPr>
        <p:spPr>
          <a:xfrm>
            <a:off x="3629825" y="539500"/>
            <a:ext cx="4801200" cy="70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600"/>
              <a:buNone/>
              <a:defRPr/>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sp>
        <p:nvSpPr>
          <p:cNvPr id="885" name="Google Shape;885;p24"/>
          <p:cNvSpPr txBox="1">
            <a:spLocks noGrp="1"/>
          </p:cNvSpPr>
          <p:nvPr>
            <p:ph type="subTitle" idx="1"/>
          </p:nvPr>
        </p:nvSpPr>
        <p:spPr>
          <a:xfrm>
            <a:off x="4067124" y="2394884"/>
            <a:ext cx="1537500" cy="585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886" name="Google Shape;886;p24"/>
          <p:cNvSpPr txBox="1">
            <a:spLocks noGrp="1"/>
          </p:cNvSpPr>
          <p:nvPr>
            <p:ph type="subTitle" idx="2"/>
          </p:nvPr>
        </p:nvSpPr>
        <p:spPr>
          <a:xfrm>
            <a:off x="4067124" y="2160525"/>
            <a:ext cx="1537500" cy="3720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3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endParaRPr/>
          </a:p>
        </p:txBody>
      </p:sp>
      <p:sp>
        <p:nvSpPr>
          <p:cNvPr id="887" name="Google Shape;887;p24"/>
          <p:cNvSpPr txBox="1">
            <a:spLocks noGrp="1"/>
          </p:cNvSpPr>
          <p:nvPr>
            <p:ph type="subTitle" idx="3"/>
          </p:nvPr>
        </p:nvSpPr>
        <p:spPr>
          <a:xfrm>
            <a:off x="6456338" y="4030787"/>
            <a:ext cx="1537200" cy="5799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888" name="Google Shape;888;p24"/>
          <p:cNvSpPr txBox="1">
            <a:spLocks noGrp="1"/>
          </p:cNvSpPr>
          <p:nvPr>
            <p:ph type="subTitle" idx="4"/>
          </p:nvPr>
        </p:nvSpPr>
        <p:spPr>
          <a:xfrm>
            <a:off x="6456340" y="3796437"/>
            <a:ext cx="1537200" cy="3720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3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endParaRPr/>
          </a:p>
        </p:txBody>
      </p:sp>
      <p:sp>
        <p:nvSpPr>
          <p:cNvPr id="889" name="Google Shape;889;p24"/>
          <p:cNvSpPr txBox="1">
            <a:spLocks noGrp="1"/>
          </p:cNvSpPr>
          <p:nvPr>
            <p:ph type="subTitle" idx="5"/>
          </p:nvPr>
        </p:nvSpPr>
        <p:spPr>
          <a:xfrm>
            <a:off x="6456530" y="2394875"/>
            <a:ext cx="1537200" cy="585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890" name="Google Shape;890;p24"/>
          <p:cNvSpPr txBox="1">
            <a:spLocks noGrp="1"/>
          </p:cNvSpPr>
          <p:nvPr>
            <p:ph type="subTitle" idx="6"/>
          </p:nvPr>
        </p:nvSpPr>
        <p:spPr>
          <a:xfrm>
            <a:off x="6456531" y="2160525"/>
            <a:ext cx="1537200" cy="3720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3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endParaRPr/>
          </a:p>
        </p:txBody>
      </p:sp>
      <p:sp>
        <p:nvSpPr>
          <p:cNvPr id="891" name="Google Shape;891;p24"/>
          <p:cNvSpPr txBox="1">
            <a:spLocks noGrp="1"/>
          </p:cNvSpPr>
          <p:nvPr>
            <p:ph type="subTitle" idx="7"/>
          </p:nvPr>
        </p:nvSpPr>
        <p:spPr>
          <a:xfrm>
            <a:off x="4067124" y="4036148"/>
            <a:ext cx="1537500" cy="5799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892" name="Google Shape;892;p24"/>
          <p:cNvSpPr txBox="1">
            <a:spLocks noGrp="1"/>
          </p:cNvSpPr>
          <p:nvPr>
            <p:ph type="subTitle" idx="8"/>
          </p:nvPr>
        </p:nvSpPr>
        <p:spPr>
          <a:xfrm>
            <a:off x="4067124" y="3801390"/>
            <a:ext cx="1537500" cy="3720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3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endParaRPr/>
          </a:p>
        </p:txBody>
      </p:sp>
      <p:grpSp>
        <p:nvGrpSpPr>
          <p:cNvPr id="893" name="Google Shape;893;p24"/>
          <p:cNvGrpSpPr/>
          <p:nvPr/>
        </p:nvGrpSpPr>
        <p:grpSpPr>
          <a:xfrm rot="-1213344">
            <a:off x="288256" y="2383192"/>
            <a:ext cx="241635" cy="555456"/>
            <a:chOff x="2363845" y="2207038"/>
            <a:chExt cx="418880" cy="962898"/>
          </a:xfrm>
        </p:grpSpPr>
        <p:sp>
          <p:nvSpPr>
            <p:cNvPr id="894" name="Google Shape;894;p24"/>
            <p:cNvSpPr/>
            <p:nvPr/>
          </p:nvSpPr>
          <p:spPr>
            <a:xfrm>
              <a:off x="2481938" y="2474734"/>
              <a:ext cx="249075" cy="437318"/>
            </a:xfrm>
            <a:custGeom>
              <a:avLst/>
              <a:gdLst/>
              <a:ahLst/>
              <a:cxnLst/>
              <a:rect l="l" t="t" r="r" b="b"/>
              <a:pathLst>
                <a:path w="17643" h="30977" extrusionOk="0">
                  <a:moveTo>
                    <a:pt x="0" y="0"/>
                  </a:moveTo>
                  <a:lnTo>
                    <a:pt x="0" y="30976"/>
                  </a:lnTo>
                  <a:lnTo>
                    <a:pt x="17642" y="30976"/>
                  </a:lnTo>
                  <a:lnTo>
                    <a:pt x="17642"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4"/>
            <p:cNvSpPr/>
            <p:nvPr/>
          </p:nvSpPr>
          <p:spPr>
            <a:xfrm>
              <a:off x="2405590" y="2370688"/>
              <a:ext cx="335389" cy="552474"/>
            </a:xfrm>
            <a:custGeom>
              <a:avLst/>
              <a:gdLst/>
              <a:ahLst/>
              <a:cxnLst/>
              <a:rect l="l" t="t" r="r" b="b"/>
              <a:pathLst>
                <a:path w="23757" h="39134" extrusionOk="0">
                  <a:moveTo>
                    <a:pt x="22344" y="1414"/>
                  </a:moveTo>
                  <a:lnTo>
                    <a:pt x="22344" y="37721"/>
                  </a:lnTo>
                  <a:lnTo>
                    <a:pt x="1413" y="37721"/>
                  </a:lnTo>
                  <a:lnTo>
                    <a:pt x="1413" y="1414"/>
                  </a:lnTo>
                  <a:close/>
                  <a:moveTo>
                    <a:pt x="0" y="1"/>
                  </a:moveTo>
                  <a:lnTo>
                    <a:pt x="0" y="39134"/>
                  </a:lnTo>
                  <a:lnTo>
                    <a:pt x="23757" y="39134"/>
                  </a:lnTo>
                  <a:lnTo>
                    <a:pt x="237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4"/>
            <p:cNvSpPr/>
            <p:nvPr/>
          </p:nvSpPr>
          <p:spPr>
            <a:xfrm>
              <a:off x="2476107" y="2903200"/>
              <a:ext cx="194356" cy="138888"/>
            </a:xfrm>
            <a:custGeom>
              <a:avLst/>
              <a:gdLst/>
              <a:ahLst/>
              <a:cxnLst/>
              <a:rect l="l" t="t" r="r" b="b"/>
              <a:pathLst>
                <a:path w="13767" h="9838" extrusionOk="0">
                  <a:moveTo>
                    <a:pt x="12087" y="1414"/>
                  </a:moveTo>
                  <a:lnTo>
                    <a:pt x="10867" y="8424"/>
                  </a:lnTo>
                  <a:lnTo>
                    <a:pt x="2900" y="8424"/>
                  </a:lnTo>
                  <a:lnTo>
                    <a:pt x="1680" y="1414"/>
                  </a:lnTo>
                  <a:close/>
                  <a:moveTo>
                    <a:pt x="0" y="1"/>
                  </a:moveTo>
                  <a:lnTo>
                    <a:pt x="1714" y="9837"/>
                  </a:lnTo>
                  <a:lnTo>
                    <a:pt x="12053" y="9837"/>
                  </a:lnTo>
                  <a:lnTo>
                    <a:pt x="137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4"/>
            <p:cNvSpPr/>
            <p:nvPr/>
          </p:nvSpPr>
          <p:spPr>
            <a:xfrm>
              <a:off x="2531857" y="2269917"/>
              <a:ext cx="82856" cy="120733"/>
            </a:xfrm>
            <a:custGeom>
              <a:avLst/>
              <a:gdLst/>
              <a:ahLst/>
              <a:cxnLst/>
              <a:rect l="l" t="t" r="r" b="b"/>
              <a:pathLst>
                <a:path w="5869" h="8552" extrusionOk="0">
                  <a:moveTo>
                    <a:pt x="4459" y="1414"/>
                  </a:moveTo>
                  <a:lnTo>
                    <a:pt x="4459" y="7139"/>
                  </a:lnTo>
                  <a:lnTo>
                    <a:pt x="1413" y="7139"/>
                  </a:lnTo>
                  <a:lnTo>
                    <a:pt x="1413" y="1414"/>
                  </a:lnTo>
                  <a:close/>
                  <a:moveTo>
                    <a:pt x="1" y="1"/>
                  </a:moveTo>
                  <a:lnTo>
                    <a:pt x="1" y="8552"/>
                  </a:lnTo>
                  <a:lnTo>
                    <a:pt x="5868" y="8552"/>
                  </a:lnTo>
                  <a:lnTo>
                    <a:pt x="58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4"/>
            <p:cNvSpPr/>
            <p:nvPr/>
          </p:nvSpPr>
          <p:spPr>
            <a:xfrm>
              <a:off x="2467001" y="2207038"/>
              <a:ext cx="224609" cy="82841"/>
            </a:xfrm>
            <a:custGeom>
              <a:avLst/>
              <a:gdLst/>
              <a:ahLst/>
              <a:cxnLst/>
              <a:rect l="l" t="t" r="r" b="b"/>
              <a:pathLst>
                <a:path w="15910" h="5868" extrusionOk="0">
                  <a:moveTo>
                    <a:pt x="13057" y="1409"/>
                  </a:moveTo>
                  <a:cubicBezTo>
                    <a:pt x="13852" y="1409"/>
                    <a:pt x="14496" y="2054"/>
                    <a:pt x="14500" y="2849"/>
                  </a:cubicBezTo>
                  <a:lnTo>
                    <a:pt x="14500" y="3011"/>
                  </a:lnTo>
                  <a:cubicBezTo>
                    <a:pt x="14496" y="3806"/>
                    <a:pt x="13852" y="4451"/>
                    <a:pt x="13057" y="4455"/>
                  </a:cubicBezTo>
                  <a:lnTo>
                    <a:pt x="2857" y="4455"/>
                  </a:lnTo>
                  <a:cubicBezTo>
                    <a:pt x="2058" y="4451"/>
                    <a:pt x="1414" y="3806"/>
                    <a:pt x="1414" y="3011"/>
                  </a:cubicBezTo>
                  <a:lnTo>
                    <a:pt x="1414" y="2849"/>
                  </a:lnTo>
                  <a:cubicBezTo>
                    <a:pt x="1417" y="2054"/>
                    <a:pt x="2058" y="1409"/>
                    <a:pt x="2857" y="1409"/>
                  </a:cubicBezTo>
                  <a:close/>
                  <a:moveTo>
                    <a:pt x="2857" y="0"/>
                  </a:moveTo>
                  <a:cubicBezTo>
                    <a:pt x="1282" y="0"/>
                    <a:pt x="5" y="1278"/>
                    <a:pt x="1" y="2853"/>
                  </a:cubicBezTo>
                  <a:lnTo>
                    <a:pt x="1" y="3015"/>
                  </a:lnTo>
                  <a:cubicBezTo>
                    <a:pt x="5" y="4590"/>
                    <a:pt x="1282" y="5868"/>
                    <a:pt x="2857" y="5868"/>
                  </a:cubicBezTo>
                  <a:lnTo>
                    <a:pt x="13057" y="5868"/>
                  </a:lnTo>
                  <a:cubicBezTo>
                    <a:pt x="14632" y="5868"/>
                    <a:pt x="15909" y="4590"/>
                    <a:pt x="15909" y="3015"/>
                  </a:cubicBezTo>
                  <a:lnTo>
                    <a:pt x="15909" y="2853"/>
                  </a:lnTo>
                  <a:cubicBezTo>
                    <a:pt x="15909" y="1278"/>
                    <a:pt x="14632" y="0"/>
                    <a:pt x="130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4"/>
            <p:cNvSpPr/>
            <p:nvPr/>
          </p:nvSpPr>
          <p:spPr>
            <a:xfrm>
              <a:off x="2563311" y="3032093"/>
              <a:ext cx="19948" cy="137843"/>
            </a:xfrm>
            <a:custGeom>
              <a:avLst/>
              <a:gdLst/>
              <a:ahLst/>
              <a:cxnLst/>
              <a:rect l="l" t="t" r="r" b="b"/>
              <a:pathLst>
                <a:path w="1413" h="9764" extrusionOk="0">
                  <a:moveTo>
                    <a:pt x="0" y="1"/>
                  </a:moveTo>
                  <a:lnTo>
                    <a:pt x="0" y="9764"/>
                  </a:lnTo>
                  <a:lnTo>
                    <a:pt x="1413" y="9764"/>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4"/>
            <p:cNvSpPr/>
            <p:nvPr/>
          </p:nvSpPr>
          <p:spPr>
            <a:xfrm>
              <a:off x="2573278" y="2556813"/>
              <a:ext cx="157735" cy="19948"/>
            </a:xfrm>
            <a:custGeom>
              <a:avLst/>
              <a:gdLst/>
              <a:ahLst/>
              <a:cxnLst/>
              <a:rect l="l" t="t" r="r" b="b"/>
              <a:pathLst>
                <a:path w="11173" h="1413" extrusionOk="0">
                  <a:moveTo>
                    <a:pt x="0" y="0"/>
                  </a:moveTo>
                  <a:lnTo>
                    <a:pt x="0" y="1413"/>
                  </a:lnTo>
                  <a:lnTo>
                    <a:pt x="11172" y="1413"/>
                  </a:lnTo>
                  <a:lnTo>
                    <a:pt x="111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4"/>
            <p:cNvSpPr/>
            <p:nvPr/>
          </p:nvSpPr>
          <p:spPr>
            <a:xfrm>
              <a:off x="2573278" y="2680624"/>
              <a:ext cx="157735" cy="19906"/>
            </a:xfrm>
            <a:custGeom>
              <a:avLst/>
              <a:gdLst/>
              <a:ahLst/>
              <a:cxnLst/>
              <a:rect l="l" t="t" r="r" b="b"/>
              <a:pathLst>
                <a:path w="11173" h="1410" extrusionOk="0">
                  <a:moveTo>
                    <a:pt x="0" y="1"/>
                  </a:moveTo>
                  <a:lnTo>
                    <a:pt x="0" y="1410"/>
                  </a:lnTo>
                  <a:lnTo>
                    <a:pt x="11172" y="1410"/>
                  </a:lnTo>
                  <a:lnTo>
                    <a:pt x="111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4"/>
            <p:cNvSpPr/>
            <p:nvPr/>
          </p:nvSpPr>
          <p:spPr>
            <a:xfrm>
              <a:off x="2573278" y="2804392"/>
              <a:ext cx="157735" cy="19962"/>
            </a:xfrm>
            <a:custGeom>
              <a:avLst/>
              <a:gdLst/>
              <a:ahLst/>
              <a:cxnLst/>
              <a:rect l="l" t="t" r="r" b="b"/>
              <a:pathLst>
                <a:path w="11173" h="1414" extrusionOk="0">
                  <a:moveTo>
                    <a:pt x="0" y="1"/>
                  </a:moveTo>
                  <a:lnTo>
                    <a:pt x="0" y="1414"/>
                  </a:lnTo>
                  <a:lnTo>
                    <a:pt x="11172" y="1414"/>
                  </a:lnTo>
                  <a:lnTo>
                    <a:pt x="111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4"/>
            <p:cNvSpPr/>
            <p:nvPr/>
          </p:nvSpPr>
          <p:spPr>
            <a:xfrm>
              <a:off x="2363845" y="2370688"/>
              <a:ext cx="418880" cy="19962"/>
            </a:xfrm>
            <a:custGeom>
              <a:avLst/>
              <a:gdLst/>
              <a:ahLst/>
              <a:cxnLst/>
              <a:rect l="l" t="t" r="r" b="b"/>
              <a:pathLst>
                <a:path w="29671" h="1414" extrusionOk="0">
                  <a:moveTo>
                    <a:pt x="0" y="1"/>
                  </a:moveTo>
                  <a:lnTo>
                    <a:pt x="0" y="1414"/>
                  </a:lnTo>
                  <a:lnTo>
                    <a:pt x="29671" y="1414"/>
                  </a:lnTo>
                  <a:lnTo>
                    <a:pt x="296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4" name="Google Shape;904;p24"/>
          <p:cNvGrpSpPr/>
          <p:nvPr/>
        </p:nvGrpSpPr>
        <p:grpSpPr>
          <a:xfrm rot="1099072">
            <a:off x="247255" y="648363"/>
            <a:ext cx="223446" cy="338658"/>
            <a:chOff x="3250805" y="3533264"/>
            <a:chExt cx="352189" cy="533783"/>
          </a:xfrm>
        </p:grpSpPr>
        <p:sp>
          <p:nvSpPr>
            <p:cNvPr id="905" name="Google Shape;905;p24"/>
            <p:cNvSpPr/>
            <p:nvPr/>
          </p:nvSpPr>
          <p:spPr>
            <a:xfrm>
              <a:off x="3343515" y="3654420"/>
              <a:ext cx="222421" cy="399878"/>
            </a:xfrm>
            <a:custGeom>
              <a:avLst/>
              <a:gdLst/>
              <a:ahLst/>
              <a:cxnLst/>
              <a:rect l="l" t="t" r="r" b="b"/>
              <a:pathLst>
                <a:path w="15755" h="28325" extrusionOk="0">
                  <a:moveTo>
                    <a:pt x="15751" y="0"/>
                  </a:moveTo>
                  <a:lnTo>
                    <a:pt x="0" y="4"/>
                  </a:lnTo>
                  <a:lnTo>
                    <a:pt x="0" y="18677"/>
                  </a:lnTo>
                  <a:cubicBezTo>
                    <a:pt x="0" y="23445"/>
                    <a:pt x="3386" y="27417"/>
                    <a:pt x="7879" y="28324"/>
                  </a:cubicBezTo>
                  <a:cubicBezTo>
                    <a:pt x="12462" y="27386"/>
                    <a:pt x="15755" y="23356"/>
                    <a:pt x="15751" y="18677"/>
                  </a:cubicBezTo>
                  <a:lnTo>
                    <a:pt x="1575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4"/>
            <p:cNvSpPr/>
            <p:nvPr/>
          </p:nvSpPr>
          <p:spPr>
            <a:xfrm>
              <a:off x="3454690" y="3724839"/>
              <a:ext cx="113039" cy="19948"/>
            </a:xfrm>
            <a:custGeom>
              <a:avLst/>
              <a:gdLst/>
              <a:ahLst/>
              <a:cxnLst/>
              <a:rect l="l" t="t" r="r" b="b"/>
              <a:pathLst>
                <a:path w="8007" h="1413" extrusionOk="0">
                  <a:moveTo>
                    <a:pt x="0" y="0"/>
                  </a:moveTo>
                  <a:lnTo>
                    <a:pt x="0" y="1413"/>
                  </a:lnTo>
                  <a:lnTo>
                    <a:pt x="8007" y="1413"/>
                  </a:lnTo>
                  <a:lnTo>
                    <a:pt x="80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4"/>
            <p:cNvSpPr/>
            <p:nvPr/>
          </p:nvSpPr>
          <p:spPr>
            <a:xfrm>
              <a:off x="3454690" y="3813609"/>
              <a:ext cx="113039" cy="19906"/>
            </a:xfrm>
            <a:custGeom>
              <a:avLst/>
              <a:gdLst/>
              <a:ahLst/>
              <a:cxnLst/>
              <a:rect l="l" t="t" r="r" b="b"/>
              <a:pathLst>
                <a:path w="8007" h="1410" extrusionOk="0">
                  <a:moveTo>
                    <a:pt x="0" y="1"/>
                  </a:moveTo>
                  <a:lnTo>
                    <a:pt x="0" y="1410"/>
                  </a:lnTo>
                  <a:lnTo>
                    <a:pt x="8007" y="1410"/>
                  </a:lnTo>
                  <a:lnTo>
                    <a:pt x="80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4"/>
            <p:cNvSpPr/>
            <p:nvPr/>
          </p:nvSpPr>
          <p:spPr>
            <a:xfrm>
              <a:off x="3454690" y="3902338"/>
              <a:ext cx="111189" cy="19962"/>
            </a:xfrm>
            <a:custGeom>
              <a:avLst/>
              <a:gdLst/>
              <a:ahLst/>
              <a:cxnLst/>
              <a:rect l="l" t="t" r="r" b="b"/>
              <a:pathLst>
                <a:path w="7876" h="1414" extrusionOk="0">
                  <a:moveTo>
                    <a:pt x="0" y="0"/>
                  </a:moveTo>
                  <a:lnTo>
                    <a:pt x="0" y="1413"/>
                  </a:lnTo>
                  <a:lnTo>
                    <a:pt x="7876" y="1413"/>
                  </a:lnTo>
                  <a:lnTo>
                    <a:pt x="78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4"/>
            <p:cNvSpPr/>
            <p:nvPr/>
          </p:nvSpPr>
          <p:spPr>
            <a:xfrm>
              <a:off x="3277953" y="3533264"/>
              <a:ext cx="297907" cy="533783"/>
            </a:xfrm>
            <a:custGeom>
              <a:avLst/>
              <a:gdLst/>
              <a:ahLst/>
              <a:cxnLst/>
              <a:rect l="l" t="t" r="r" b="b"/>
              <a:pathLst>
                <a:path w="21102" h="37810" extrusionOk="0">
                  <a:moveTo>
                    <a:pt x="19688" y="1414"/>
                  </a:moveTo>
                  <a:lnTo>
                    <a:pt x="19688" y="27259"/>
                  </a:lnTo>
                  <a:cubicBezTo>
                    <a:pt x="19688" y="31587"/>
                    <a:pt x="16619" y="35350"/>
                    <a:pt x="12381" y="36211"/>
                  </a:cubicBezTo>
                  <a:cubicBezTo>
                    <a:pt x="11778" y="36335"/>
                    <a:pt x="11164" y="36397"/>
                    <a:pt x="10551" y="36397"/>
                  </a:cubicBezTo>
                  <a:cubicBezTo>
                    <a:pt x="5513" y="36397"/>
                    <a:pt x="1413" y="32297"/>
                    <a:pt x="1413" y="27259"/>
                  </a:cubicBezTo>
                  <a:lnTo>
                    <a:pt x="1413" y="1414"/>
                  </a:lnTo>
                  <a:close/>
                  <a:moveTo>
                    <a:pt x="0" y="1"/>
                  </a:moveTo>
                  <a:lnTo>
                    <a:pt x="0" y="27259"/>
                  </a:lnTo>
                  <a:cubicBezTo>
                    <a:pt x="0" y="33077"/>
                    <a:pt x="4733" y="37810"/>
                    <a:pt x="10551" y="37810"/>
                  </a:cubicBezTo>
                  <a:cubicBezTo>
                    <a:pt x="11261" y="37810"/>
                    <a:pt x="11971" y="37740"/>
                    <a:pt x="12666" y="37593"/>
                  </a:cubicBezTo>
                  <a:cubicBezTo>
                    <a:pt x="17553" y="36601"/>
                    <a:pt x="21101" y="32254"/>
                    <a:pt x="21101" y="27259"/>
                  </a:cubicBezTo>
                  <a:lnTo>
                    <a:pt x="211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4"/>
            <p:cNvSpPr/>
            <p:nvPr/>
          </p:nvSpPr>
          <p:spPr>
            <a:xfrm>
              <a:off x="3250805" y="3533264"/>
              <a:ext cx="352189" cy="19962"/>
            </a:xfrm>
            <a:custGeom>
              <a:avLst/>
              <a:gdLst/>
              <a:ahLst/>
              <a:cxnLst/>
              <a:rect l="l" t="t" r="r" b="b"/>
              <a:pathLst>
                <a:path w="24947" h="1414" extrusionOk="0">
                  <a:moveTo>
                    <a:pt x="1" y="1"/>
                  </a:moveTo>
                  <a:lnTo>
                    <a:pt x="1" y="1414"/>
                  </a:lnTo>
                  <a:lnTo>
                    <a:pt x="24947" y="1414"/>
                  </a:lnTo>
                  <a:lnTo>
                    <a:pt x="2494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1" name="Google Shape;911;p24"/>
          <p:cNvGrpSpPr/>
          <p:nvPr/>
        </p:nvGrpSpPr>
        <p:grpSpPr>
          <a:xfrm>
            <a:off x="503848" y="1326326"/>
            <a:ext cx="418751" cy="401537"/>
            <a:chOff x="4385428" y="3121061"/>
            <a:chExt cx="785060" cy="752787"/>
          </a:xfrm>
        </p:grpSpPr>
        <p:sp>
          <p:nvSpPr>
            <p:cNvPr id="912" name="Google Shape;912;p24"/>
            <p:cNvSpPr/>
            <p:nvPr/>
          </p:nvSpPr>
          <p:spPr>
            <a:xfrm>
              <a:off x="4385428" y="3121061"/>
              <a:ext cx="785060" cy="752787"/>
            </a:xfrm>
            <a:custGeom>
              <a:avLst/>
              <a:gdLst/>
              <a:ahLst/>
              <a:cxnLst/>
              <a:rect l="l" t="t" r="r" b="b"/>
              <a:pathLst>
                <a:path w="55609" h="53323" extrusionOk="0">
                  <a:moveTo>
                    <a:pt x="42411" y="1412"/>
                  </a:moveTo>
                  <a:cubicBezTo>
                    <a:pt x="42416" y="1412"/>
                    <a:pt x="42421" y="1412"/>
                    <a:pt x="42426" y="1412"/>
                  </a:cubicBezTo>
                  <a:cubicBezTo>
                    <a:pt x="42429" y="1412"/>
                    <a:pt x="42432" y="1412"/>
                    <a:pt x="42435" y="1412"/>
                  </a:cubicBezTo>
                  <a:cubicBezTo>
                    <a:pt x="46720" y="1412"/>
                    <a:pt x="50584" y="3993"/>
                    <a:pt x="52223" y="7955"/>
                  </a:cubicBezTo>
                  <a:cubicBezTo>
                    <a:pt x="53868" y="11916"/>
                    <a:pt x="52961" y="16479"/>
                    <a:pt x="49923" y="19509"/>
                  </a:cubicBezTo>
                  <a:lnTo>
                    <a:pt x="30706" y="38730"/>
                  </a:lnTo>
                  <a:cubicBezTo>
                    <a:pt x="28447" y="40977"/>
                    <a:pt x="25525" y="42432"/>
                    <a:pt x="22371" y="42880"/>
                  </a:cubicBezTo>
                  <a:lnTo>
                    <a:pt x="21008" y="43073"/>
                  </a:lnTo>
                  <a:cubicBezTo>
                    <a:pt x="16804" y="43668"/>
                    <a:pt x="12909" y="45609"/>
                    <a:pt x="9898" y="48609"/>
                  </a:cubicBezTo>
                  <a:lnTo>
                    <a:pt x="7590" y="50917"/>
                  </a:lnTo>
                  <a:cubicBezTo>
                    <a:pt x="6926" y="51581"/>
                    <a:pt x="6056" y="51913"/>
                    <a:pt x="5187" y="51913"/>
                  </a:cubicBezTo>
                  <a:cubicBezTo>
                    <a:pt x="4317" y="51913"/>
                    <a:pt x="3447" y="51581"/>
                    <a:pt x="2783" y="50917"/>
                  </a:cubicBezTo>
                  <a:cubicBezTo>
                    <a:pt x="1459" y="49593"/>
                    <a:pt x="1459" y="47443"/>
                    <a:pt x="2783" y="46115"/>
                  </a:cubicBezTo>
                  <a:lnTo>
                    <a:pt x="4729" y="44169"/>
                  </a:lnTo>
                  <a:cubicBezTo>
                    <a:pt x="7980" y="40927"/>
                    <a:pt x="10211" y="36804"/>
                    <a:pt x="11153" y="32306"/>
                  </a:cubicBezTo>
                  <a:lnTo>
                    <a:pt x="11323" y="31492"/>
                  </a:lnTo>
                  <a:cubicBezTo>
                    <a:pt x="11906" y="28705"/>
                    <a:pt x="13288" y="26149"/>
                    <a:pt x="15303" y="24138"/>
                  </a:cubicBezTo>
                  <a:lnTo>
                    <a:pt x="34925" y="4512"/>
                  </a:lnTo>
                  <a:cubicBezTo>
                    <a:pt x="36910" y="2527"/>
                    <a:pt x="39602" y="1412"/>
                    <a:pt x="42411" y="1412"/>
                  </a:cubicBezTo>
                  <a:close/>
                  <a:moveTo>
                    <a:pt x="42428" y="1"/>
                  </a:moveTo>
                  <a:cubicBezTo>
                    <a:pt x="39350" y="1"/>
                    <a:pt x="36272" y="1172"/>
                    <a:pt x="33929" y="3516"/>
                  </a:cubicBezTo>
                  <a:lnTo>
                    <a:pt x="14307" y="23138"/>
                  </a:lnTo>
                  <a:cubicBezTo>
                    <a:pt x="12099" y="25342"/>
                    <a:pt x="10581" y="28145"/>
                    <a:pt x="9941" y="31202"/>
                  </a:cubicBezTo>
                  <a:lnTo>
                    <a:pt x="9771" y="32017"/>
                  </a:lnTo>
                  <a:cubicBezTo>
                    <a:pt x="8887" y="36244"/>
                    <a:pt x="6787" y="40120"/>
                    <a:pt x="3729" y="43173"/>
                  </a:cubicBezTo>
                  <a:lnTo>
                    <a:pt x="1788" y="45115"/>
                  </a:lnTo>
                  <a:cubicBezTo>
                    <a:pt x="409" y="46490"/>
                    <a:pt x="0" y="48559"/>
                    <a:pt x="745" y="50358"/>
                  </a:cubicBezTo>
                  <a:cubicBezTo>
                    <a:pt x="1485" y="52150"/>
                    <a:pt x="3237" y="53322"/>
                    <a:pt x="5179" y="53322"/>
                  </a:cubicBezTo>
                  <a:cubicBezTo>
                    <a:pt x="5182" y="53322"/>
                    <a:pt x="5185" y="53322"/>
                    <a:pt x="5189" y="53322"/>
                  </a:cubicBezTo>
                  <a:cubicBezTo>
                    <a:pt x="5193" y="53322"/>
                    <a:pt x="5198" y="53322"/>
                    <a:pt x="5203" y="53322"/>
                  </a:cubicBezTo>
                  <a:cubicBezTo>
                    <a:pt x="6472" y="53322"/>
                    <a:pt x="7690" y="52817"/>
                    <a:pt x="8590" y="51921"/>
                  </a:cubicBezTo>
                  <a:lnTo>
                    <a:pt x="10902" y="49609"/>
                  </a:lnTo>
                  <a:cubicBezTo>
                    <a:pt x="13693" y="46829"/>
                    <a:pt x="17306" y="45026"/>
                    <a:pt x="21209" y="44474"/>
                  </a:cubicBezTo>
                  <a:lnTo>
                    <a:pt x="22568" y="44281"/>
                  </a:lnTo>
                  <a:cubicBezTo>
                    <a:pt x="26027" y="43787"/>
                    <a:pt x="29231" y="42193"/>
                    <a:pt x="31705" y="39726"/>
                  </a:cubicBezTo>
                  <a:lnTo>
                    <a:pt x="50926" y="20509"/>
                  </a:lnTo>
                  <a:cubicBezTo>
                    <a:pt x="55609" y="15823"/>
                    <a:pt x="55609" y="8198"/>
                    <a:pt x="50926" y="3516"/>
                  </a:cubicBezTo>
                  <a:cubicBezTo>
                    <a:pt x="48583" y="1172"/>
                    <a:pt x="45505" y="1"/>
                    <a:pt x="424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4"/>
            <p:cNvSpPr/>
            <p:nvPr/>
          </p:nvSpPr>
          <p:spPr>
            <a:xfrm>
              <a:off x="4610391" y="3276198"/>
              <a:ext cx="388429" cy="388372"/>
            </a:xfrm>
            <a:custGeom>
              <a:avLst/>
              <a:gdLst/>
              <a:ahLst/>
              <a:cxnLst/>
              <a:rect l="l" t="t" r="r" b="b"/>
              <a:pathLst>
                <a:path w="27514" h="27510" extrusionOk="0">
                  <a:moveTo>
                    <a:pt x="26514" y="0"/>
                  </a:moveTo>
                  <a:lnTo>
                    <a:pt x="1" y="26514"/>
                  </a:lnTo>
                  <a:lnTo>
                    <a:pt x="1001" y="27510"/>
                  </a:lnTo>
                  <a:lnTo>
                    <a:pt x="27514" y="1000"/>
                  </a:lnTo>
                  <a:lnTo>
                    <a:pt x="26514"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4"/>
            <p:cNvSpPr/>
            <p:nvPr/>
          </p:nvSpPr>
          <p:spPr>
            <a:xfrm>
              <a:off x="4816676" y="3218373"/>
              <a:ext cx="88898" cy="88898"/>
            </a:xfrm>
            <a:custGeom>
              <a:avLst/>
              <a:gdLst/>
              <a:ahLst/>
              <a:cxnLst/>
              <a:rect l="l" t="t" r="r" b="b"/>
              <a:pathLst>
                <a:path w="6297" h="6297" extrusionOk="0">
                  <a:moveTo>
                    <a:pt x="1000" y="0"/>
                  </a:moveTo>
                  <a:lnTo>
                    <a:pt x="0" y="1000"/>
                  </a:lnTo>
                  <a:lnTo>
                    <a:pt x="5301" y="6297"/>
                  </a:lnTo>
                  <a:lnTo>
                    <a:pt x="6297" y="5301"/>
                  </a:lnTo>
                  <a:lnTo>
                    <a:pt x="100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4"/>
            <p:cNvSpPr/>
            <p:nvPr/>
          </p:nvSpPr>
          <p:spPr>
            <a:xfrm>
              <a:off x="4722879" y="3312000"/>
              <a:ext cx="88898" cy="88898"/>
            </a:xfrm>
            <a:custGeom>
              <a:avLst/>
              <a:gdLst/>
              <a:ahLst/>
              <a:cxnLst/>
              <a:rect l="l" t="t" r="r" b="b"/>
              <a:pathLst>
                <a:path w="6297" h="6297" extrusionOk="0">
                  <a:moveTo>
                    <a:pt x="997" y="1"/>
                  </a:moveTo>
                  <a:lnTo>
                    <a:pt x="1" y="1000"/>
                  </a:lnTo>
                  <a:lnTo>
                    <a:pt x="5297" y="6297"/>
                  </a:lnTo>
                  <a:lnTo>
                    <a:pt x="6297" y="5297"/>
                  </a:lnTo>
                  <a:lnTo>
                    <a:pt x="9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4"/>
            <p:cNvSpPr/>
            <p:nvPr/>
          </p:nvSpPr>
          <p:spPr>
            <a:xfrm>
              <a:off x="4629040" y="3405854"/>
              <a:ext cx="88898" cy="88898"/>
            </a:xfrm>
            <a:custGeom>
              <a:avLst/>
              <a:gdLst/>
              <a:ahLst/>
              <a:cxnLst/>
              <a:rect l="l" t="t" r="r" b="b"/>
              <a:pathLst>
                <a:path w="6297" h="6297" extrusionOk="0">
                  <a:moveTo>
                    <a:pt x="996" y="0"/>
                  </a:moveTo>
                  <a:lnTo>
                    <a:pt x="0" y="996"/>
                  </a:lnTo>
                  <a:lnTo>
                    <a:pt x="5297" y="6297"/>
                  </a:lnTo>
                  <a:lnTo>
                    <a:pt x="6296" y="5297"/>
                  </a:lnTo>
                  <a:lnTo>
                    <a:pt x="9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7" name="Google Shape;917;p24"/>
          <p:cNvGrpSpPr/>
          <p:nvPr/>
        </p:nvGrpSpPr>
        <p:grpSpPr>
          <a:xfrm>
            <a:off x="1294624" y="257087"/>
            <a:ext cx="308064" cy="309175"/>
            <a:chOff x="2694759" y="3017326"/>
            <a:chExt cx="485600" cy="487350"/>
          </a:xfrm>
        </p:grpSpPr>
        <p:sp>
          <p:nvSpPr>
            <p:cNvPr id="918" name="Google Shape;918;p24"/>
            <p:cNvSpPr/>
            <p:nvPr/>
          </p:nvSpPr>
          <p:spPr>
            <a:xfrm>
              <a:off x="2694759" y="3095960"/>
              <a:ext cx="485600" cy="408716"/>
            </a:xfrm>
            <a:custGeom>
              <a:avLst/>
              <a:gdLst/>
              <a:ahLst/>
              <a:cxnLst/>
              <a:rect l="l" t="t" r="r" b="b"/>
              <a:pathLst>
                <a:path w="34397" h="28951" extrusionOk="0">
                  <a:moveTo>
                    <a:pt x="26096" y="1414"/>
                  </a:moveTo>
                  <a:cubicBezTo>
                    <a:pt x="29895" y="1414"/>
                    <a:pt x="32983" y="4502"/>
                    <a:pt x="32983" y="8297"/>
                  </a:cubicBezTo>
                  <a:lnTo>
                    <a:pt x="32983" y="20650"/>
                  </a:lnTo>
                  <a:cubicBezTo>
                    <a:pt x="32983" y="24445"/>
                    <a:pt x="29895" y="27533"/>
                    <a:pt x="26096" y="27533"/>
                  </a:cubicBezTo>
                  <a:lnTo>
                    <a:pt x="8296" y="27533"/>
                  </a:lnTo>
                  <a:cubicBezTo>
                    <a:pt x="4498" y="27533"/>
                    <a:pt x="1409" y="24445"/>
                    <a:pt x="1409" y="20650"/>
                  </a:cubicBezTo>
                  <a:lnTo>
                    <a:pt x="1409" y="8297"/>
                  </a:lnTo>
                  <a:cubicBezTo>
                    <a:pt x="1409" y="4502"/>
                    <a:pt x="4498" y="1414"/>
                    <a:pt x="8296" y="1414"/>
                  </a:cubicBezTo>
                  <a:close/>
                  <a:moveTo>
                    <a:pt x="8296" y="1"/>
                  </a:moveTo>
                  <a:cubicBezTo>
                    <a:pt x="3722" y="1"/>
                    <a:pt x="0" y="3726"/>
                    <a:pt x="0" y="8297"/>
                  </a:cubicBezTo>
                  <a:lnTo>
                    <a:pt x="0" y="20650"/>
                  </a:lnTo>
                  <a:cubicBezTo>
                    <a:pt x="0" y="25225"/>
                    <a:pt x="3722" y="28950"/>
                    <a:pt x="8296" y="28950"/>
                  </a:cubicBezTo>
                  <a:lnTo>
                    <a:pt x="26096" y="28950"/>
                  </a:lnTo>
                  <a:cubicBezTo>
                    <a:pt x="30675" y="28950"/>
                    <a:pt x="34396" y="25225"/>
                    <a:pt x="34396" y="20650"/>
                  </a:cubicBezTo>
                  <a:lnTo>
                    <a:pt x="34396" y="8297"/>
                  </a:lnTo>
                  <a:cubicBezTo>
                    <a:pt x="34396" y="3726"/>
                    <a:pt x="30671" y="1"/>
                    <a:pt x="26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4"/>
            <p:cNvSpPr/>
            <p:nvPr/>
          </p:nvSpPr>
          <p:spPr>
            <a:xfrm>
              <a:off x="2884300" y="3202562"/>
              <a:ext cx="106460" cy="195457"/>
            </a:xfrm>
            <a:custGeom>
              <a:avLst/>
              <a:gdLst/>
              <a:ahLst/>
              <a:cxnLst/>
              <a:rect l="l" t="t" r="r" b="b"/>
              <a:pathLst>
                <a:path w="7541" h="13845" extrusionOk="0">
                  <a:moveTo>
                    <a:pt x="1" y="1"/>
                  </a:moveTo>
                  <a:lnTo>
                    <a:pt x="1" y="13844"/>
                  </a:lnTo>
                  <a:lnTo>
                    <a:pt x="7540" y="13844"/>
                  </a:lnTo>
                  <a:lnTo>
                    <a:pt x="754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4"/>
            <p:cNvSpPr/>
            <p:nvPr/>
          </p:nvSpPr>
          <p:spPr>
            <a:xfrm>
              <a:off x="2839830" y="3247088"/>
              <a:ext cx="195443" cy="106460"/>
            </a:xfrm>
            <a:custGeom>
              <a:avLst/>
              <a:gdLst/>
              <a:ahLst/>
              <a:cxnLst/>
              <a:rect l="l" t="t" r="r" b="b"/>
              <a:pathLst>
                <a:path w="13844" h="7541" extrusionOk="0">
                  <a:moveTo>
                    <a:pt x="1" y="1"/>
                  </a:moveTo>
                  <a:lnTo>
                    <a:pt x="1" y="7540"/>
                  </a:lnTo>
                  <a:lnTo>
                    <a:pt x="13844" y="7540"/>
                  </a:lnTo>
                  <a:lnTo>
                    <a:pt x="13844"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4"/>
            <p:cNvSpPr/>
            <p:nvPr/>
          </p:nvSpPr>
          <p:spPr>
            <a:xfrm>
              <a:off x="2829863" y="3017326"/>
              <a:ext cx="215391" cy="98597"/>
            </a:xfrm>
            <a:custGeom>
              <a:avLst/>
              <a:gdLst/>
              <a:ahLst/>
              <a:cxnLst/>
              <a:rect l="l" t="t" r="r" b="b"/>
              <a:pathLst>
                <a:path w="15257" h="6984" extrusionOk="0">
                  <a:moveTo>
                    <a:pt x="11300" y="1413"/>
                  </a:moveTo>
                  <a:cubicBezTo>
                    <a:pt x="12701" y="1413"/>
                    <a:pt x="13840" y="2552"/>
                    <a:pt x="13844" y="3957"/>
                  </a:cubicBezTo>
                  <a:lnTo>
                    <a:pt x="13844" y="5571"/>
                  </a:lnTo>
                  <a:lnTo>
                    <a:pt x="1413" y="5571"/>
                  </a:lnTo>
                  <a:lnTo>
                    <a:pt x="1413" y="3957"/>
                  </a:lnTo>
                  <a:cubicBezTo>
                    <a:pt x="1413" y="2552"/>
                    <a:pt x="2552" y="1413"/>
                    <a:pt x="3957" y="1413"/>
                  </a:cubicBezTo>
                  <a:close/>
                  <a:moveTo>
                    <a:pt x="3957" y="0"/>
                  </a:moveTo>
                  <a:cubicBezTo>
                    <a:pt x="1772" y="0"/>
                    <a:pt x="0" y="1772"/>
                    <a:pt x="0" y="3957"/>
                  </a:cubicBezTo>
                  <a:lnTo>
                    <a:pt x="0" y="6984"/>
                  </a:lnTo>
                  <a:lnTo>
                    <a:pt x="15256" y="6984"/>
                  </a:lnTo>
                  <a:lnTo>
                    <a:pt x="15256" y="3957"/>
                  </a:lnTo>
                  <a:cubicBezTo>
                    <a:pt x="15253" y="1772"/>
                    <a:pt x="13481" y="0"/>
                    <a:pt x="113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24"/>
          <p:cNvGrpSpPr/>
          <p:nvPr/>
        </p:nvGrpSpPr>
        <p:grpSpPr>
          <a:xfrm rot="-649796">
            <a:off x="2308563" y="368235"/>
            <a:ext cx="280031" cy="342509"/>
            <a:chOff x="3410431" y="2717682"/>
            <a:chExt cx="441412" cy="539896"/>
          </a:xfrm>
        </p:grpSpPr>
        <p:sp>
          <p:nvSpPr>
            <p:cNvPr id="923" name="Google Shape;923;p24"/>
            <p:cNvSpPr/>
            <p:nvPr/>
          </p:nvSpPr>
          <p:spPr>
            <a:xfrm>
              <a:off x="3493499" y="3040112"/>
              <a:ext cx="281771" cy="140893"/>
            </a:xfrm>
            <a:custGeom>
              <a:avLst/>
              <a:gdLst/>
              <a:ahLst/>
              <a:cxnLst/>
              <a:rect l="l" t="t" r="r" b="b"/>
              <a:pathLst>
                <a:path w="19959" h="9980" extrusionOk="0">
                  <a:moveTo>
                    <a:pt x="0" y="0"/>
                  </a:moveTo>
                  <a:cubicBezTo>
                    <a:pt x="0" y="5513"/>
                    <a:pt x="4467" y="9979"/>
                    <a:pt x="9979" y="9979"/>
                  </a:cubicBezTo>
                  <a:cubicBezTo>
                    <a:pt x="15492" y="9979"/>
                    <a:pt x="19958" y="5513"/>
                    <a:pt x="19958"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4"/>
            <p:cNvSpPr/>
            <p:nvPr/>
          </p:nvSpPr>
          <p:spPr>
            <a:xfrm>
              <a:off x="3410431" y="2717682"/>
              <a:ext cx="441412" cy="539896"/>
            </a:xfrm>
            <a:custGeom>
              <a:avLst/>
              <a:gdLst/>
              <a:ahLst/>
              <a:cxnLst/>
              <a:rect l="l" t="t" r="r" b="b"/>
              <a:pathLst>
                <a:path w="31267" h="38243" extrusionOk="0">
                  <a:moveTo>
                    <a:pt x="18967" y="1414"/>
                  </a:moveTo>
                  <a:lnTo>
                    <a:pt x="18967" y="6900"/>
                  </a:lnTo>
                  <a:cubicBezTo>
                    <a:pt x="18971" y="8177"/>
                    <a:pt x="19751" y="9328"/>
                    <a:pt x="20943" y="9803"/>
                  </a:cubicBezTo>
                  <a:cubicBezTo>
                    <a:pt x="26356" y="11910"/>
                    <a:pt x="29857" y="17029"/>
                    <a:pt x="29857" y="22839"/>
                  </a:cubicBezTo>
                  <a:cubicBezTo>
                    <a:pt x="29865" y="26588"/>
                    <a:pt x="28363" y="30182"/>
                    <a:pt x="25684" y="32803"/>
                  </a:cubicBezTo>
                  <a:cubicBezTo>
                    <a:pt x="23058" y="35391"/>
                    <a:pt x="19598" y="36832"/>
                    <a:pt x="15928" y="36832"/>
                  </a:cubicBezTo>
                  <a:cubicBezTo>
                    <a:pt x="15837" y="36832"/>
                    <a:pt x="15746" y="36831"/>
                    <a:pt x="15655" y="36829"/>
                  </a:cubicBezTo>
                  <a:cubicBezTo>
                    <a:pt x="8474" y="36725"/>
                    <a:pt x="2437" y="31046"/>
                    <a:pt x="1912" y="23901"/>
                  </a:cubicBezTo>
                  <a:cubicBezTo>
                    <a:pt x="1456" y="17705"/>
                    <a:pt x="5027" y="12038"/>
                    <a:pt x="10798" y="9795"/>
                  </a:cubicBezTo>
                  <a:cubicBezTo>
                    <a:pt x="11972" y="9339"/>
                    <a:pt x="12759" y="8173"/>
                    <a:pt x="12759" y="6896"/>
                  </a:cubicBezTo>
                  <a:lnTo>
                    <a:pt x="12759" y="1414"/>
                  </a:lnTo>
                  <a:close/>
                  <a:moveTo>
                    <a:pt x="11350" y="1"/>
                  </a:moveTo>
                  <a:lnTo>
                    <a:pt x="11350" y="6900"/>
                  </a:lnTo>
                  <a:cubicBezTo>
                    <a:pt x="11350" y="7602"/>
                    <a:pt x="10922" y="8235"/>
                    <a:pt x="10289" y="8482"/>
                  </a:cubicBezTo>
                  <a:cubicBezTo>
                    <a:pt x="3935" y="10949"/>
                    <a:pt x="1" y="17191"/>
                    <a:pt x="503" y="24009"/>
                  </a:cubicBezTo>
                  <a:cubicBezTo>
                    <a:pt x="1082" y="31872"/>
                    <a:pt x="7729" y="38126"/>
                    <a:pt x="15635" y="38242"/>
                  </a:cubicBezTo>
                  <a:lnTo>
                    <a:pt x="15863" y="38242"/>
                  </a:lnTo>
                  <a:cubicBezTo>
                    <a:pt x="24371" y="38238"/>
                    <a:pt x="31266" y="31344"/>
                    <a:pt x="31266" y="22839"/>
                  </a:cubicBezTo>
                  <a:cubicBezTo>
                    <a:pt x="31266" y="16439"/>
                    <a:pt x="27413" y="10806"/>
                    <a:pt x="21453" y="8482"/>
                  </a:cubicBezTo>
                  <a:cubicBezTo>
                    <a:pt x="20804" y="8224"/>
                    <a:pt x="20380" y="7594"/>
                    <a:pt x="20380" y="6896"/>
                  </a:cubicBezTo>
                  <a:lnTo>
                    <a:pt x="203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4"/>
            <p:cNvSpPr/>
            <p:nvPr/>
          </p:nvSpPr>
          <p:spPr>
            <a:xfrm>
              <a:off x="3539592" y="2717682"/>
              <a:ext cx="189513" cy="19962"/>
            </a:xfrm>
            <a:custGeom>
              <a:avLst/>
              <a:gdLst/>
              <a:ahLst/>
              <a:cxnLst/>
              <a:rect l="l" t="t" r="r" b="b"/>
              <a:pathLst>
                <a:path w="13424" h="1414" extrusionOk="0">
                  <a:moveTo>
                    <a:pt x="1" y="1"/>
                  </a:moveTo>
                  <a:lnTo>
                    <a:pt x="1" y="1414"/>
                  </a:lnTo>
                  <a:lnTo>
                    <a:pt x="13424" y="1414"/>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6" name="Google Shape;926;p24"/>
          <p:cNvSpPr/>
          <p:nvPr/>
        </p:nvSpPr>
        <p:spPr>
          <a:xfrm rot="10800000" flipH="1">
            <a:off x="138001" y="4354664"/>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4"/>
          <p:cNvSpPr/>
          <p:nvPr/>
        </p:nvSpPr>
        <p:spPr>
          <a:xfrm rot="10800000" flipH="1">
            <a:off x="409075" y="3675261"/>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4"/>
          <p:cNvSpPr/>
          <p:nvPr/>
        </p:nvSpPr>
        <p:spPr>
          <a:xfrm rot="10800000" flipH="1">
            <a:off x="699063" y="4170936"/>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4"/>
          <p:cNvSpPr/>
          <p:nvPr/>
        </p:nvSpPr>
        <p:spPr>
          <a:xfrm rot="10800000" flipH="1">
            <a:off x="1118163" y="913361"/>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4"/>
          <p:cNvSpPr/>
          <p:nvPr/>
        </p:nvSpPr>
        <p:spPr>
          <a:xfrm rot="10800000" flipH="1">
            <a:off x="3156513" y="754836"/>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4"/>
          <p:cNvSpPr/>
          <p:nvPr/>
        </p:nvSpPr>
        <p:spPr>
          <a:xfrm rot="10800000" flipH="1">
            <a:off x="212375" y="1846461"/>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4"/>
          <p:cNvSpPr/>
          <p:nvPr/>
        </p:nvSpPr>
        <p:spPr>
          <a:xfrm rot="10800000" flipH="1">
            <a:off x="2032300" y="156886"/>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4"/>
          <p:cNvSpPr/>
          <p:nvPr/>
        </p:nvSpPr>
        <p:spPr>
          <a:xfrm rot="10800000" flipH="1">
            <a:off x="799275" y="463311"/>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4"/>
          <p:cNvSpPr/>
          <p:nvPr/>
        </p:nvSpPr>
        <p:spPr>
          <a:xfrm rot="10800000" flipH="1">
            <a:off x="3056325" y="1477011"/>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4"/>
          <p:cNvSpPr/>
          <p:nvPr/>
        </p:nvSpPr>
        <p:spPr>
          <a:xfrm rot="10800000" flipH="1">
            <a:off x="8900088" y="58659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4"/>
          <p:cNvSpPr/>
          <p:nvPr/>
        </p:nvSpPr>
        <p:spPr>
          <a:xfrm rot="10800000" flipH="1">
            <a:off x="8581200" y="13654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4"/>
          <p:cNvSpPr/>
          <p:nvPr/>
        </p:nvSpPr>
        <p:spPr>
          <a:xfrm rot="10800000" flipH="1">
            <a:off x="8431026" y="4792314"/>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4"/>
          <p:cNvSpPr/>
          <p:nvPr/>
        </p:nvSpPr>
        <p:spPr>
          <a:xfrm rot="10800000" flipH="1">
            <a:off x="8992088" y="4608586"/>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1">
  <p:cSld name="CUSTOM_1_2">
    <p:spTree>
      <p:nvGrpSpPr>
        <p:cNvPr id="1" name="Shape 939"/>
        <p:cNvGrpSpPr/>
        <p:nvPr/>
      </p:nvGrpSpPr>
      <p:grpSpPr>
        <a:xfrm>
          <a:off x="0" y="0"/>
          <a:ext cx="0" cy="0"/>
          <a:chOff x="0" y="0"/>
          <a:chExt cx="0" cy="0"/>
        </a:xfrm>
      </p:grpSpPr>
      <p:sp>
        <p:nvSpPr>
          <p:cNvPr id="940" name="Google Shape;940;p25"/>
          <p:cNvSpPr txBox="1">
            <a:spLocks noGrp="1"/>
          </p:cNvSpPr>
          <p:nvPr>
            <p:ph type="title"/>
          </p:nvPr>
        </p:nvSpPr>
        <p:spPr>
          <a:xfrm>
            <a:off x="713225" y="539500"/>
            <a:ext cx="7717500" cy="853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600"/>
              <a:buNone/>
              <a:defRPr/>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sp>
        <p:nvSpPr>
          <p:cNvPr id="941" name="Google Shape;941;p25"/>
          <p:cNvSpPr txBox="1">
            <a:spLocks noGrp="1"/>
          </p:cNvSpPr>
          <p:nvPr>
            <p:ph type="subTitle" idx="1"/>
          </p:nvPr>
        </p:nvSpPr>
        <p:spPr>
          <a:xfrm>
            <a:off x="1099063" y="3724334"/>
            <a:ext cx="1537500" cy="5799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942" name="Google Shape;942;p25"/>
          <p:cNvSpPr txBox="1">
            <a:spLocks noGrp="1"/>
          </p:cNvSpPr>
          <p:nvPr>
            <p:ph type="subTitle" idx="2"/>
          </p:nvPr>
        </p:nvSpPr>
        <p:spPr>
          <a:xfrm>
            <a:off x="1099077" y="3461400"/>
            <a:ext cx="1537500" cy="3720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3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endParaRPr/>
          </a:p>
        </p:txBody>
      </p:sp>
      <p:sp>
        <p:nvSpPr>
          <p:cNvPr id="943" name="Google Shape;943;p25"/>
          <p:cNvSpPr txBox="1">
            <a:spLocks noGrp="1"/>
          </p:cNvSpPr>
          <p:nvPr>
            <p:ph type="subTitle" idx="3"/>
          </p:nvPr>
        </p:nvSpPr>
        <p:spPr>
          <a:xfrm>
            <a:off x="6507738" y="3724325"/>
            <a:ext cx="1537200" cy="5799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944" name="Google Shape;944;p25"/>
          <p:cNvSpPr txBox="1">
            <a:spLocks noGrp="1"/>
          </p:cNvSpPr>
          <p:nvPr>
            <p:ph type="subTitle" idx="4"/>
          </p:nvPr>
        </p:nvSpPr>
        <p:spPr>
          <a:xfrm>
            <a:off x="6507740" y="3461400"/>
            <a:ext cx="1537200" cy="3720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3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endParaRPr/>
          </a:p>
        </p:txBody>
      </p:sp>
      <p:sp>
        <p:nvSpPr>
          <p:cNvPr id="945" name="Google Shape;945;p25"/>
          <p:cNvSpPr txBox="1">
            <a:spLocks noGrp="1"/>
          </p:cNvSpPr>
          <p:nvPr>
            <p:ph type="subTitle" idx="5"/>
          </p:nvPr>
        </p:nvSpPr>
        <p:spPr>
          <a:xfrm>
            <a:off x="4705046" y="3724325"/>
            <a:ext cx="1537200" cy="5799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946" name="Google Shape;946;p25"/>
          <p:cNvSpPr txBox="1">
            <a:spLocks noGrp="1"/>
          </p:cNvSpPr>
          <p:nvPr>
            <p:ph type="subTitle" idx="6"/>
          </p:nvPr>
        </p:nvSpPr>
        <p:spPr>
          <a:xfrm>
            <a:off x="4705053" y="3461400"/>
            <a:ext cx="1537200" cy="3720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3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endParaRPr/>
          </a:p>
        </p:txBody>
      </p:sp>
      <p:sp>
        <p:nvSpPr>
          <p:cNvPr id="947" name="Google Shape;947;p25"/>
          <p:cNvSpPr txBox="1">
            <a:spLocks noGrp="1"/>
          </p:cNvSpPr>
          <p:nvPr>
            <p:ph type="subTitle" idx="7"/>
          </p:nvPr>
        </p:nvSpPr>
        <p:spPr>
          <a:xfrm>
            <a:off x="2902054" y="3729686"/>
            <a:ext cx="1537500" cy="5799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948" name="Google Shape;948;p25"/>
          <p:cNvSpPr txBox="1">
            <a:spLocks noGrp="1"/>
          </p:cNvSpPr>
          <p:nvPr>
            <p:ph type="subTitle" idx="8"/>
          </p:nvPr>
        </p:nvSpPr>
        <p:spPr>
          <a:xfrm>
            <a:off x="2902065" y="3466353"/>
            <a:ext cx="1537500" cy="3720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3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endParaRPr/>
          </a:p>
        </p:txBody>
      </p:sp>
      <p:grpSp>
        <p:nvGrpSpPr>
          <p:cNvPr id="949" name="Google Shape;949;p25"/>
          <p:cNvGrpSpPr/>
          <p:nvPr/>
        </p:nvGrpSpPr>
        <p:grpSpPr>
          <a:xfrm rot="-1037004">
            <a:off x="8967109" y="855876"/>
            <a:ext cx="224995" cy="341005"/>
            <a:chOff x="3250805" y="3533264"/>
            <a:chExt cx="352189" cy="533783"/>
          </a:xfrm>
        </p:grpSpPr>
        <p:sp>
          <p:nvSpPr>
            <p:cNvPr id="950" name="Google Shape;950;p25"/>
            <p:cNvSpPr/>
            <p:nvPr/>
          </p:nvSpPr>
          <p:spPr>
            <a:xfrm>
              <a:off x="3343515" y="3654420"/>
              <a:ext cx="222421" cy="399878"/>
            </a:xfrm>
            <a:custGeom>
              <a:avLst/>
              <a:gdLst/>
              <a:ahLst/>
              <a:cxnLst/>
              <a:rect l="l" t="t" r="r" b="b"/>
              <a:pathLst>
                <a:path w="15755" h="28325" extrusionOk="0">
                  <a:moveTo>
                    <a:pt x="15751" y="0"/>
                  </a:moveTo>
                  <a:lnTo>
                    <a:pt x="0" y="4"/>
                  </a:lnTo>
                  <a:lnTo>
                    <a:pt x="0" y="18677"/>
                  </a:lnTo>
                  <a:cubicBezTo>
                    <a:pt x="0" y="23445"/>
                    <a:pt x="3386" y="27417"/>
                    <a:pt x="7879" y="28324"/>
                  </a:cubicBezTo>
                  <a:cubicBezTo>
                    <a:pt x="12462" y="27386"/>
                    <a:pt x="15755" y="23356"/>
                    <a:pt x="15751" y="18677"/>
                  </a:cubicBezTo>
                  <a:lnTo>
                    <a:pt x="1575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5"/>
            <p:cNvSpPr/>
            <p:nvPr/>
          </p:nvSpPr>
          <p:spPr>
            <a:xfrm>
              <a:off x="3454690" y="3724839"/>
              <a:ext cx="113039" cy="19948"/>
            </a:xfrm>
            <a:custGeom>
              <a:avLst/>
              <a:gdLst/>
              <a:ahLst/>
              <a:cxnLst/>
              <a:rect l="l" t="t" r="r" b="b"/>
              <a:pathLst>
                <a:path w="8007" h="1413" extrusionOk="0">
                  <a:moveTo>
                    <a:pt x="0" y="0"/>
                  </a:moveTo>
                  <a:lnTo>
                    <a:pt x="0" y="1413"/>
                  </a:lnTo>
                  <a:lnTo>
                    <a:pt x="8007" y="1413"/>
                  </a:lnTo>
                  <a:lnTo>
                    <a:pt x="80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5"/>
            <p:cNvSpPr/>
            <p:nvPr/>
          </p:nvSpPr>
          <p:spPr>
            <a:xfrm>
              <a:off x="3454690" y="3813609"/>
              <a:ext cx="113039" cy="19906"/>
            </a:xfrm>
            <a:custGeom>
              <a:avLst/>
              <a:gdLst/>
              <a:ahLst/>
              <a:cxnLst/>
              <a:rect l="l" t="t" r="r" b="b"/>
              <a:pathLst>
                <a:path w="8007" h="1410" extrusionOk="0">
                  <a:moveTo>
                    <a:pt x="0" y="1"/>
                  </a:moveTo>
                  <a:lnTo>
                    <a:pt x="0" y="1410"/>
                  </a:lnTo>
                  <a:lnTo>
                    <a:pt x="8007" y="1410"/>
                  </a:lnTo>
                  <a:lnTo>
                    <a:pt x="80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5"/>
            <p:cNvSpPr/>
            <p:nvPr/>
          </p:nvSpPr>
          <p:spPr>
            <a:xfrm>
              <a:off x="3454690" y="3902338"/>
              <a:ext cx="111189" cy="19962"/>
            </a:xfrm>
            <a:custGeom>
              <a:avLst/>
              <a:gdLst/>
              <a:ahLst/>
              <a:cxnLst/>
              <a:rect l="l" t="t" r="r" b="b"/>
              <a:pathLst>
                <a:path w="7876" h="1414" extrusionOk="0">
                  <a:moveTo>
                    <a:pt x="0" y="0"/>
                  </a:moveTo>
                  <a:lnTo>
                    <a:pt x="0" y="1413"/>
                  </a:lnTo>
                  <a:lnTo>
                    <a:pt x="7876" y="1413"/>
                  </a:lnTo>
                  <a:lnTo>
                    <a:pt x="78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5"/>
            <p:cNvSpPr/>
            <p:nvPr/>
          </p:nvSpPr>
          <p:spPr>
            <a:xfrm>
              <a:off x="3277953" y="3533264"/>
              <a:ext cx="297907" cy="533783"/>
            </a:xfrm>
            <a:custGeom>
              <a:avLst/>
              <a:gdLst/>
              <a:ahLst/>
              <a:cxnLst/>
              <a:rect l="l" t="t" r="r" b="b"/>
              <a:pathLst>
                <a:path w="21102" h="37810" extrusionOk="0">
                  <a:moveTo>
                    <a:pt x="19688" y="1414"/>
                  </a:moveTo>
                  <a:lnTo>
                    <a:pt x="19688" y="27259"/>
                  </a:lnTo>
                  <a:cubicBezTo>
                    <a:pt x="19688" y="31587"/>
                    <a:pt x="16619" y="35350"/>
                    <a:pt x="12381" y="36211"/>
                  </a:cubicBezTo>
                  <a:cubicBezTo>
                    <a:pt x="11778" y="36335"/>
                    <a:pt x="11164" y="36397"/>
                    <a:pt x="10551" y="36397"/>
                  </a:cubicBezTo>
                  <a:cubicBezTo>
                    <a:pt x="5513" y="36397"/>
                    <a:pt x="1413" y="32297"/>
                    <a:pt x="1413" y="27259"/>
                  </a:cubicBezTo>
                  <a:lnTo>
                    <a:pt x="1413" y="1414"/>
                  </a:lnTo>
                  <a:close/>
                  <a:moveTo>
                    <a:pt x="0" y="1"/>
                  </a:moveTo>
                  <a:lnTo>
                    <a:pt x="0" y="27259"/>
                  </a:lnTo>
                  <a:cubicBezTo>
                    <a:pt x="0" y="33077"/>
                    <a:pt x="4733" y="37810"/>
                    <a:pt x="10551" y="37810"/>
                  </a:cubicBezTo>
                  <a:cubicBezTo>
                    <a:pt x="11261" y="37810"/>
                    <a:pt x="11971" y="37740"/>
                    <a:pt x="12666" y="37593"/>
                  </a:cubicBezTo>
                  <a:cubicBezTo>
                    <a:pt x="17553" y="36601"/>
                    <a:pt x="21101" y="32254"/>
                    <a:pt x="21101" y="27259"/>
                  </a:cubicBezTo>
                  <a:lnTo>
                    <a:pt x="211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5"/>
            <p:cNvSpPr/>
            <p:nvPr/>
          </p:nvSpPr>
          <p:spPr>
            <a:xfrm>
              <a:off x="3250805" y="3533264"/>
              <a:ext cx="352189" cy="19962"/>
            </a:xfrm>
            <a:custGeom>
              <a:avLst/>
              <a:gdLst/>
              <a:ahLst/>
              <a:cxnLst/>
              <a:rect l="l" t="t" r="r" b="b"/>
              <a:pathLst>
                <a:path w="24947" h="1414" extrusionOk="0">
                  <a:moveTo>
                    <a:pt x="1" y="1"/>
                  </a:moveTo>
                  <a:lnTo>
                    <a:pt x="1" y="1414"/>
                  </a:lnTo>
                  <a:lnTo>
                    <a:pt x="24947" y="1414"/>
                  </a:lnTo>
                  <a:lnTo>
                    <a:pt x="2494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6" name="Google Shape;956;p25"/>
          <p:cNvGrpSpPr/>
          <p:nvPr/>
        </p:nvGrpSpPr>
        <p:grpSpPr>
          <a:xfrm>
            <a:off x="7620222" y="-163471"/>
            <a:ext cx="424717" cy="407258"/>
            <a:chOff x="4385428" y="3121061"/>
            <a:chExt cx="785060" cy="752787"/>
          </a:xfrm>
        </p:grpSpPr>
        <p:sp>
          <p:nvSpPr>
            <p:cNvPr id="957" name="Google Shape;957;p25"/>
            <p:cNvSpPr/>
            <p:nvPr/>
          </p:nvSpPr>
          <p:spPr>
            <a:xfrm>
              <a:off x="4385428" y="3121061"/>
              <a:ext cx="785060" cy="752787"/>
            </a:xfrm>
            <a:custGeom>
              <a:avLst/>
              <a:gdLst/>
              <a:ahLst/>
              <a:cxnLst/>
              <a:rect l="l" t="t" r="r" b="b"/>
              <a:pathLst>
                <a:path w="55609" h="53323" extrusionOk="0">
                  <a:moveTo>
                    <a:pt x="42411" y="1412"/>
                  </a:moveTo>
                  <a:cubicBezTo>
                    <a:pt x="42416" y="1412"/>
                    <a:pt x="42421" y="1412"/>
                    <a:pt x="42426" y="1412"/>
                  </a:cubicBezTo>
                  <a:cubicBezTo>
                    <a:pt x="42429" y="1412"/>
                    <a:pt x="42432" y="1412"/>
                    <a:pt x="42435" y="1412"/>
                  </a:cubicBezTo>
                  <a:cubicBezTo>
                    <a:pt x="46720" y="1412"/>
                    <a:pt x="50584" y="3993"/>
                    <a:pt x="52223" y="7955"/>
                  </a:cubicBezTo>
                  <a:cubicBezTo>
                    <a:pt x="53868" y="11916"/>
                    <a:pt x="52961" y="16479"/>
                    <a:pt x="49923" y="19509"/>
                  </a:cubicBezTo>
                  <a:lnTo>
                    <a:pt x="30706" y="38730"/>
                  </a:lnTo>
                  <a:cubicBezTo>
                    <a:pt x="28447" y="40977"/>
                    <a:pt x="25525" y="42432"/>
                    <a:pt x="22371" y="42880"/>
                  </a:cubicBezTo>
                  <a:lnTo>
                    <a:pt x="21008" y="43073"/>
                  </a:lnTo>
                  <a:cubicBezTo>
                    <a:pt x="16804" y="43668"/>
                    <a:pt x="12909" y="45609"/>
                    <a:pt x="9898" y="48609"/>
                  </a:cubicBezTo>
                  <a:lnTo>
                    <a:pt x="7590" y="50917"/>
                  </a:lnTo>
                  <a:cubicBezTo>
                    <a:pt x="6926" y="51581"/>
                    <a:pt x="6056" y="51913"/>
                    <a:pt x="5187" y="51913"/>
                  </a:cubicBezTo>
                  <a:cubicBezTo>
                    <a:pt x="4317" y="51913"/>
                    <a:pt x="3447" y="51581"/>
                    <a:pt x="2783" y="50917"/>
                  </a:cubicBezTo>
                  <a:cubicBezTo>
                    <a:pt x="1459" y="49593"/>
                    <a:pt x="1459" y="47443"/>
                    <a:pt x="2783" y="46115"/>
                  </a:cubicBezTo>
                  <a:lnTo>
                    <a:pt x="4729" y="44169"/>
                  </a:lnTo>
                  <a:cubicBezTo>
                    <a:pt x="7980" y="40927"/>
                    <a:pt x="10211" y="36804"/>
                    <a:pt x="11153" y="32306"/>
                  </a:cubicBezTo>
                  <a:lnTo>
                    <a:pt x="11323" y="31492"/>
                  </a:lnTo>
                  <a:cubicBezTo>
                    <a:pt x="11906" y="28705"/>
                    <a:pt x="13288" y="26149"/>
                    <a:pt x="15303" y="24138"/>
                  </a:cubicBezTo>
                  <a:lnTo>
                    <a:pt x="34925" y="4512"/>
                  </a:lnTo>
                  <a:cubicBezTo>
                    <a:pt x="36910" y="2527"/>
                    <a:pt x="39602" y="1412"/>
                    <a:pt x="42411" y="1412"/>
                  </a:cubicBezTo>
                  <a:close/>
                  <a:moveTo>
                    <a:pt x="42428" y="1"/>
                  </a:moveTo>
                  <a:cubicBezTo>
                    <a:pt x="39350" y="1"/>
                    <a:pt x="36272" y="1172"/>
                    <a:pt x="33929" y="3516"/>
                  </a:cubicBezTo>
                  <a:lnTo>
                    <a:pt x="14307" y="23138"/>
                  </a:lnTo>
                  <a:cubicBezTo>
                    <a:pt x="12099" y="25342"/>
                    <a:pt x="10581" y="28145"/>
                    <a:pt x="9941" y="31202"/>
                  </a:cubicBezTo>
                  <a:lnTo>
                    <a:pt x="9771" y="32017"/>
                  </a:lnTo>
                  <a:cubicBezTo>
                    <a:pt x="8887" y="36244"/>
                    <a:pt x="6787" y="40120"/>
                    <a:pt x="3729" y="43173"/>
                  </a:cubicBezTo>
                  <a:lnTo>
                    <a:pt x="1788" y="45115"/>
                  </a:lnTo>
                  <a:cubicBezTo>
                    <a:pt x="409" y="46490"/>
                    <a:pt x="0" y="48559"/>
                    <a:pt x="745" y="50358"/>
                  </a:cubicBezTo>
                  <a:cubicBezTo>
                    <a:pt x="1485" y="52150"/>
                    <a:pt x="3237" y="53322"/>
                    <a:pt x="5179" y="53322"/>
                  </a:cubicBezTo>
                  <a:cubicBezTo>
                    <a:pt x="5182" y="53322"/>
                    <a:pt x="5185" y="53322"/>
                    <a:pt x="5189" y="53322"/>
                  </a:cubicBezTo>
                  <a:cubicBezTo>
                    <a:pt x="5193" y="53322"/>
                    <a:pt x="5198" y="53322"/>
                    <a:pt x="5203" y="53322"/>
                  </a:cubicBezTo>
                  <a:cubicBezTo>
                    <a:pt x="6472" y="53322"/>
                    <a:pt x="7690" y="52817"/>
                    <a:pt x="8590" y="51921"/>
                  </a:cubicBezTo>
                  <a:lnTo>
                    <a:pt x="10902" y="49609"/>
                  </a:lnTo>
                  <a:cubicBezTo>
                    <a:pt x="13693" y="46829"/>
                    <a:pt x="17306" y="45026"/>
                    <a:pt x="21209" y="44474"/>
                  </a:cubicBezTo>
                  <a:lnTo>
                    <a:pt x="22568" y="44281"/>
                  </a:lnTo>
                  <a:cubicBezTo>
                    <a:pt x="26027" y="43787"/>
                    <a:pt x="29231" y="42193"/>
                    <a:pt x="31705" y="39726"/>
                  </a:cubicBezTo>
                  <a:lnTo>
                    <a:pt x="50926" y="20509"/>
                  </a:lnTo>
                  <a:cubicBezTo>
                    <a:pt x="55609" y="15823"/>
                    <a:pt x="55609" y="8198"/>
                    <a:pt x="50926" y="3516"/>
                  </a:cubicBezTo>
                  <a:cubicBezTo>
                    <a:pt x="48583" y="1172"/>
                    <a:pt x="45505" y="1"/>
                    <a:pt x="424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5"/>
            <p:cNvSpPr/>
            <p:nvPr/>
          </p:nvSpPr>
          <p:spPr>
            <a:xfrm>
              <a:off x="4610391" y="3276198"/>
              <a:ext cx="388429" cy="388372"/>
            </a:xfrm>
            <a:custGeom>
              <a:avLst/>
              <a:gdLst/>
              <a:ahLst/>
              <a:cxnLst/>
              <a:rect l="l" t="t" r="r" b="b"/>
              <a:pathLst>
                <a:path w="27514" h="27510" extrusionOk="0">
                  <a:moveTo>
                    <a:pt x="26514" y="0"/>
                  </a:moveTo>
                  <a:lnTo>
                    <a:pt x="1" y="26514"/>
                  </a:lnTo>
                  <a:lnTo>
                    <a:pt x="1001" y="27510"/>
                  </a:lnTo>
                  <a:lnTo>
                    <a:pt x="27514" y="1000"/>
                  </a:lnTo>
                  <a:lnTo>
                    <a:pt x="26514"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5"/>
            <p:cNvSpPr/>
            <p:nvPr/>
          </p:nvSpPr>
          <p:spPr>
            <a:xfrm>
              <a:off x="4816676" y="3218373"/>
              <a:ext cx="88898" cy="88898"/>
            </a:xfrm>
            <a:custGeom>
              <a:avLst/>
              <a:gdLst/>
              <a:ahLst/>
              <a:cxnLst/>
              <a:rect l="l" t="t" r="r" b="b"/>
              <a:pathLst>
                <a:path w="6297" h="6297" extrusionOk="0">
                  <a:moveTo>
                    <a:pt x="1000" y="0"/>
                  </a:moveTo>
                  <a:lnTo>
                    <a:pt x="0" y="1000"/>
                  </a:lnTo>
                  <a:lnTo>
                    <a:pt x="5301" y="6297"/>
                  </a:lnTo>
                  <a:lnTo>
                    <a:pt x="6297" y="5301"/>
                  </a:lnTo>
                  <a:lnTo>
                    <a:pt x="100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5"/>
            <p:cNvSpPr/>
            <p:nvPr/>
          </p:nvSpPr>
          <p:spPr>
            <a:xfrm>
              <a:off x="4722879" y="3312000"/>
              <a:ext cx="88898" cy="88898"/>
            </a:xfrm>
            <a:custGeom>
              <a:avLst/>
              <a:gdLst/>
              <a:ahLst/>
              <a:cxnLst/>
              <a:rect l="l" t="t" r="r" b="b"/>
              <a:pathLst>
                <a:path w="6297" h="6297" extrusionOk="0">
                  <a:moveTo>
                    <a:pt x="997" y="1"/>
                  </a:moveTo>
                  <a:lnTo>
                    <a:pt x="1" y="1000"/>
                  </a:lnTo>
                  <a:lnTo>
                    <a:pt x="5297" y="6297"/>
                  </a:lnTo>
                  <a:lnTo>
                    <a:pt x="6297" y="5297"/>
                  </a:lnTo>
                  <a:lnTo>
                    <a:pt x="9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5"/>
            <p:cNvSpPr/>
            <p:nvPr/>
          </p:nvSpPr>
          <p:spPr>
            <a:xfrm>
              <a:off x="4629040" y="3405854"/>
              <a:ext cx="88898" cy="88898"/>
            </a:xfrm>
            <a:custGeom>
              <a:avLst/>
              <a:gdLst/>
              <a:ahLst/>
              <a:cxnLst/>
              <a:rect l="l" t="t" r="r" b="b"/>
              <a:pathLst>
                <a:path w="6297" h="6297" extrusionOk="0">
                  <a:moveTo>
                    <a:pt x="996" y="0"/>
                  </a:moveTo>
                  <a:lnTo>
                    <a:pt x="0" y="996"/>
                  </a:lnTo>
                  <a:lnTo>
                    <a:pt x="5297" y="6297"/>
                  </a:lnTo>
                  <a:lnTo>
                    <a:pt x="6296" y="5297"/>
                  </a:lnTo>
                  <a:lnTo>
                    <a:pt x="9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25"/>
          <p:cNvGrpSpPr/>
          <p:nvPr/>
        </p:nvGrpSpPr>
        <p:grpSpPr>
          <a:xfrm>
            <a:off x="263622" y="-51975"/>
            <a:ext cx="326296" cy="307399"/>
            <a:chOff x="3522327" y="1976386"/>
            <a:chExt cx="510715" cy="481139"/>
          </a:xfrm>
        </p:grpSpPr>
        <p:sp>
          <p:nvSpPr>
            <p:cNvPr id="963" name="Google Shape;963;p25"/>
            <p:cNvSpPr/>
            <p:nvPr/>
          </p:nvSpPr>
          <p:spPr>
            <a:xfrm>
              <a:off x="3525644" y="1976386"/>
              <a:ext cx="504136" cy="481139"/>
            </a:xfrm>
            <a:custGeom>
              <a:avLst/>
              <a:gdLst/>
              <a:ahLst/>
              <a:cxnLst/>
              <a:rect l="l" t="t" r="r" b="b"/>
              <a:pathLst>
                <a:path w="35710" h="34081" extrusionOk="0">
                  <a:moveTo>
                    <a:pt x="11756" y="1414"/>
                  </a:moveTo>
                  <a:cubicBezTo>
                    <a:pt x="14265" y="1414"/>
                    <a:pt x="16670" y="2417"/>
                    <a:pt x="18438" y="4205"/>
                  </a:cubicBezTo>
                  <a:lnTo>
                    <a:pt x="30695" y="16539"/>
                  </a:lnTo>
                  <a:cubicBezTo>
                    <a:pt x="34377" y="20245"/>
                    <a:pt x="34358" y="26236"/>
                    <a:pt x="30652" y="29919"/>
                  </a:cubicBezTo>
                  <a:cubicBezTo>
                    <a:pt x="28891" y="31680"/>
                    <a:pt x="26502" y="32668"/>
                    <a:pt x="24014" y="32668"/>
                  </a:cubicBezTo>
                  <a:cubicBezTo>
                    <a:pt x="24005" y="32668"/>
                    <a:pt x="23995" y="32668"/>
                    <a:pt x="23985" y="32668"/>
                  </a:cubicBezTo>
                  <a:lnTo>
                    <a:pt x="23954" y="32668"/>
                  </a:lnTo>
                  <a:cubicBezTo>
                    <a:pt x="21441" y="32668"/>
                    <a:pt x="19036" y="31664"/>
                    <a:pt x="17272" y="29876"/>
                  </a:cubicBezTo>
                  <a:lnTo>
                    <a:pt x="5015" y="17543"/>
                  </a:lnTo>
                  <a:cubicBezTo>
                    <a:pt x="2321" y="14833"/>
                    <a:pt x="1522" y="10768"/>
                    <a:pt x="2989" y="7239"/>
                  </a:cubicBezTo>
                  <a:cubicBezTo>
                    <a:pt x="4456" y="3711"/>
                    <a:pt x="7903" y="1414"/>
                    <a:pt x="11725" y="1414"/>
                  </a:cubicBezTo>
                  <a:close/>
                  <a:moveTo>
                    <a:pt x="11725" y="1"/>
                  </a:moveTo>
                  <a:cubicBezTo>
                    <a:pt x="7335" y="1"/>
                    <a:pt x="3375" y="2645"/>
                    <a:pt x="1688" y="6699"/>
                  </a:cubicBezTo>
                  <a:cubicBezTo>
                    <a:pt x="1" y="10752"/>
                    <a:pt x="919" y="15423"/>
                    <a:pt x="4016" y="18539"/>
                  </a:cubicBezTo>
                  <a:lnTo>
                    <a:pt x="16272" y="30872"/>
                  </a:lnTo>
                  <a:cubicBezTo>
                    <a:pt x="18299" y="32926"/>
                    <a:pt x="21063" y="34080"/>
                    <a:pt x="23951" y="34080"/>
                  </a:cubicBezTo>
                  <a:lnTo>
                    <a:pt x="23985" y="34080"/>
                  </a:lnTo>
                  <a:cubicBezTo>
                    <a:pt x="28375" y="34080"/>
                    <a:pt x="32335" y="31440"/>
                    <a:pt x="34022" y="27387"/>
                  </a:cubicBezTo>
                  <a:cubicBezTo>
                    <a:pt x="35709" y="23329"/>
                    <a:pt x="34790" y="18658"/>
                    <a:pt x="31694" y="15547"/>
                  </a:cubicBezTo>
                  <a:lnTo>
                    <a:pt x="19438" y="3209"/>
                  </a:lnTo>
                  <a:cubicBezTo>
                    <a:pt x="17411" y="1159"/>
                    <a:pt x="14643" y="1"/>
                    <a:pt x="117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5"/>
            <p:cNvSpPr/>
            <p:nvPr/>
          </p:nvSpPr>
          <p:spPr>
            <a:xfrm>
              <a:off x="3669742" y="2113396"/>
              <a:ext cx="215941" cy="207146"/>
            </a:xfrm>
            <a:custGeom>
              <a:avLst/>
              <a:gdLst/>
              <a:ahLst/>
              <a:cxnLst/>
              <a:rect l="l" t="t" r="r" b="b"/>
              <a:pathLst>
                <a:path w="15296" h="14673" extrusionOk="0">
                  <a:moveTo>
                    <a:pt x="7661" y="0"/>
                  </a:moveTo>
                  <a:cubicBezTo>
                    <a:pt x="6856" y="0"/>
                    <a:pt x="6051" y="306"/>
                    <a:pt x="5436" y="920"/>
                  </a:cubicBezTo>
                  <a:lnTo>
                    <a:pt x="1240" y="5085"/>
                  </a:lnTo>
                  <a:cubicBezTo>
                    <a:pt x="4" y="6313"/>
                    <a:pt x="1" y="8312"/>
                    <a:pt x="1228" y="9548"/>
                  </a:cubicBezTo>
                  <a:lnTo>
                    <a:pt x="5394" y="13740"/>
                  </a:lnTo>
                  <a:cubicBezTo>
                    <a:pt x="6012" y="14362"/>
                    <a:pt x="6822" y="14673"/>
                    <a:pt x="7633" y="14673"/>
                  </a:cubicBezTo>
                  <a:cubicBezTo>
                    <a:pt x="8437" y="14673"/>
                    <a:pt x="9241" y="14367"/>
                    <a:pt x="9856" y="13756"/>
                  </a:cubicBezTo>
                  <a:lnTo>
                    <a:pt x="14052" y="9590"/>
                  </a:lnTo>
                  <a:cubicBezTo>
                    <a:pt x="15288" y="8359"/>
                    <a:pt x="15295" y="6363"/>
                    <a:pt x="14064" y="5124"/>
                  </a:cubicBezTo>
                  <a:lnTo>
                    <a:pt x="9899" y="931"/>
                  </a:lnTo>
                  <a:cubicBezTo>
                    <a:pt x="9282" y="311"/>
                    <a:pt x="8472" y="0"/>
                    <a:pt x="7661"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5"/>
            <p:cNvSpPr/>
            <p:nvPr/>
          </p:nvSpPr>
          <p:spPr>
            <a:xfrm>
              <a:off x="3710838" y="2207701"/>
              <a:ext cx="35986" cy="26922"/>
            </a:xfrm>
            <a:custGeom>
              <a:avLst/>
              <a:gdLst/>
              <a:ahLst/>
              <a:cxnLst/>
              <a:rect l="l" t="t" r="r" b="b"/>
              <a:pathLst>
                <a:path w="2549" h="1907" extrusionOk="0">
                  <a:moveTo>
                    <a:pt x="1276" y="0"/>
                  </a:moveTo>
                  <a:cubicBezTo>
                    <a:pt x="1032" y="0"/>
                    <a:pt x="788" y="94"/>
                    <a:pt x="603" y="281"/>
                  </a:cubicBezTo>
                  <a:cubicBezTo>
                    <a:pt x="0" y="880"/>
                    <a:pt x="429" y="1906"/>
                    <a:pt x="1274" y="1906"/>
                  </a:cubicBezTo>
                  <a:cubicBezTo>
                    <a:pt x="2124" y="1906"/>
                    <a:pt x="2548" y="880"/>
                    <a:pt x="1950" y="281"/>
                  </a:cubicBezTo>
                  <a:cubicBezTo>
                    <a:pt x="1764" y="94"/>
                    <a:pt x="1520" y="0"/>
                    <a:pt x="12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5"/>
            <p:cNvSpPr/>
            <p:nvPr/>
          </p:nvSpPr>
          <p:spPr>
            <a:xfrm>
              <a:off x="3763920" y="2154676"/>
              <a:ext cx="35986" cy="26922"/>
            </a:xfrm>
            <a:custGeom>
              <a:avLst/>
              <a:gdLst/>
              <a:ahLst/>
              <a:cxnLst/>
              <a:rect l="l" t="t" r="r" b="b"/>
              <a:pathLst>
                <a:path w="2549" h="1907" extrusionOk="0">
                  <a:moveTo>
                    <a:pt x="1272" y="0"/>
                  </a:moveTo>
                  <a:cubicBezTo>
                    <a:pt x="1028" y="0"/>
                    <a:pt x="784" y="94"/>
                    <a:pt x="599" y="281"/>
                  </a:cubicBezTo>
                  <a:cubicBezTo>
                    <a:pt x="0" y="879"/>
                    <a:pt x="425" y="1906"/>
                    <a:pt x="1274" y="1906"/>
                  </a:cubicBezTo>
                  <a:cubicBezTo>
                    <a:pt x="2120" y="1906"/>
                    <a:pt x="2548" y="879"/>
                    <a:pt x="1946" y="281"/>
                  </a:cubicBezTo>
                  <a:cubicBezTo>
                    <a:pt x="1761" y="94"/>
                    <a:pt x="1516" y="0"/>
                    <a:pt x="12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5"/>
            <p:cNvSpPr/>
            <p:nvPr/>
          </p:nvSpPr>
          <p:spPr>
            <a:xfrm>
              <a:off x="3760051" y="2252369"/>
              <a:ext cx="26880" cy="26894"/>
            </a:xfrm>
            <a:custGeom>
              <a:avLst/>
              <a:gdLst/>
              <a:ahLst/>
              <a:cxnLst/>
              <a:rect l="l" t="t" r="r" b="b"/>
              <a:pathLst>
                <a:path w="1904" h="1905" extrusionOk="0">
                  <a:moveTo>
                    <a:pt x="954" y="1"/>
                  </a:moveTo>
                  <a:cubicBezTo>
                    <a:pt x="425" y="1"/>
                    <a:pt x="0" y="426"/>
                    <a:pt x="0" y="954"/>
                  </a:cubicBezTo>
                  <a:cubicBezTo>
                    <a:pt x="0" y="1479"/>
                    <a:pt x="425" y="1904"/>
                    <a:pt x="954" y="1904"/>
                  </a:cubicBezTo>
                  <a:cubicBezTo>
                    <a:pt x="1479" y="1904"/>
                    <a:pt x="1903" y="1479"/>
                    <a:pt x="1903" y="954"/>
                  </a:cubicBezTo>
                  <a:cubicBezTo>
                    <a:pt x="1903" y="426"/>
                    <a:pt x="1479" y="1"/>
                    <a:pt x="9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5"/>
            <p:cNvSpPr/>
            <p:nvPr/>
          </p:nvSpPr>
          <p:spPr>
            <a:xfrm>
              <a:off x="3808545" y="2199301"/>
              <a:ext cx="35986" cy="26922"/>
            </a:xfrm>
            <a:custGeom>
              <a:avLst/>
              <a:gdLst/>
              <a:ahLst/>
              <a:cxnLst/>
              <a:rect l="l" t="t" r="r" b="b"/>
              <a:pathLst>
                <a:path w="2549" h="1907" extrusionOk="0">
                  <a:moveTo>
                    <a:pt x="1274" y="1"/>
                  </a:moveTo>
                  <a:cubicBezTo>
                    <a:pt x="1031" y="1"/>
                    <a:pt x="787" y="94"/>
                    <a:pt x="599" y="282"/>
                  </a:cubicBezTo>
                  <a:cubicBezTo>
                    <a:pt x="1" y="880"/>
                    <a:pt x="426" y="1907"/>
                    <a:pt x="1275" y="1907"/>
                  </a:cubicBezTo>
                  <a:cubicBezTo>
                    <a:pt x="2124" y="1907"/>
                    <a:pt x="2549" y="880"/>
                    <a:pt x="1947" y="282"/>
                  </a:cubicBezTo>
                  <a:cubicBezTo>
                    <a:pt x="1761" y="94"/>
                    <a:pt x="1518" y="1"/>
                    <a:pt x="12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5"/>
            <p:cNvSpPr/>
            <p:nvPr/>
          </p:nvSpPr>
          <p:spPr>
            <a:xfrm>
              <a:off x="3761844" y="1977191"/>
              <a:ext cx="271197" cy="256826"/>
            </a:xfrm>
            <a:custGeom>
              <a:avLst/>
              <a:gdLst/>
              <a:ahLst/>
              <a:cxnLst/>
              <a:rect l="l" t="t" r="r" b="b"/>
              <a:pathLst>
                <a:path w="19210" h="18192" extrusionOk="0">
                  <a:moveTo>
                    <a:pt x="7289" y="1407"/>
                  </a:moveTo>
                  <a:cubicBezTo>
                    <a:pt x="9737" y="1407"/>
                    <a:pt x="12173" y="2347"/>
                    <a:pt x="13998" y="4186"/>
                  </a:cubicBezTo>
                  <a:cubicBezTo>
                    <a:pt x="17102" y="7310"/>
                    <a:pt x="17604" y="12181"/>
                    <a:pt x="15307" y="15856"/>
                  </a:cubicBezTo>
                  <a:cubicBezTo>
                    <a:pt x="15191" y="15725"/>
                    <a:pt x="15079" y="15606"/>
                    <a:pt x="14960" y="15486"/>
                  </a:cubicBezTo>
                  <a:lnTo>
                    <a:pt x="2703" y="3152"/>
                  </a:lnTo>
                  <a:cubicBezTo>
                    <a:pt x="2587" y="3036"/>
                    <a:pt x="2467" y="2920"/>
                    <a:pt x="2336" y="2804"/>
                  </a:cubicBezTo>
                  <a:cubicBezTo>
                    <a:pt x="3856" y="1868"/>
                    <a:pt x="5576" y="1407"/>
                    <a:pt x="7289" y="1407"/>
                  </a:cubicBezTo>
                  <a:close/>
                  <a:moveTo>
                    <a:pt x="7290" y="0"/>
                  </a:moveTo>
                  <a:cubicBezTo>
                    <a:pt x="4991" y="0"/>
                    <a:pt x="2683" y="722"/>
                    <a:pt x="742" y="2191"/>
                  </a:cubicBezTo>
                  <a:lnTo>
                    <a:pt x="1" y="2750"/>
                  </a:lnTo>
                  <a:lnTo>
                    <a:pt x="738" y="3314"/>
                  </a:lnTo>
                  <a:cubicBezTo>
                    <a:pt x="1078" y="3569"/>
                    <a:pt x="1402" y="3851"/>
                    <a:pt x="1703" y="4152"/>
                  </a:cubicBezTo>
                  <a:lnTo>
                    <a:pt x="13964" y="16482"/>
                  </a:lnTo>
                  <a:cubicBezTo>
                    <a:pt x="14261" y="16787"/>
                    <a:pt x="14539" y="17111"/>
                    <a:pt x="14794" y="17455"/>
                  </a:cubicBezTo>
                  <a:lnTo>
                    <a:pt x="15350" y="18192"/>
                  </a:lnTo>
                  <a:lnTo>
                    <a:pt x="15913" y="17462"/>
                  </a:lnTo>
                  <a:cubicBezTo>
                    <a:pt x="19210" y="13166"/>
                    <a:pt x="18816" y="7032"/>
                    <a:pt x="15002" y="3194"/>
                  </a:cubicBezTo>
                  <a:cubicBezTo>
                    <a:pt x="12903" y="1081"/>
                    <a:pt x="10103" y="0"/>
                    <a:pt x="72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5"/>
            <p:cNvSpPr/>
            <p:nvPr/>
          </p:nvSpPr>
          <p:spPr>
            <a:xfrm>
              <a:off x="3522327" y="2199894"/>
              <a:ext cx="271141" cy="256924"/>
            </a:xfrm>
            <a:custGeom>
              <a:avLst/>
              <a:gdLst/>
              <a:ahLst/>
              <a:cxnLst/>
              <a:rect l="l" t="t" r="r" b="b"/>
              <a:pathLst>
                <a:path w="19206" h="18199" extrusionOk="0">
                  <a:moveTo>
                    <a:pt x="3903" y="2336"/>
                  </a:moveTo>
                  <a:cubicBezTo>
                    <a:pt x="4019" y="2467"/>
                    <a:pt x="4131" y="2591"/>
                    <a:pt x="4251" y="2707"/>
                  </a:cubicBezTo>
                  <a:lnTo>
                    <a:pt x="16507" y="15044"/>
                  </a:lnTo>
                  <a:cubicBezTo>
                    <a:pt x="16623" y="15160"/>
                    <a:pt x="16743" y="15272"/>
                    <a:pt x="16870" y="15392"/>
                  </a:cubicBezTo>
                  <a:cubicBezTo>
                    <a:pt x="15353" y="16326"/>
                    <a:pt x="13635" y="16786"/>
                    <a:pt x="11923" y="16786"/>
                  </a:cubicBezTo>
                  <a:cubicBezTo>
                    <a:pt x="9475" y="16786"/>
                    <a:pt x="7038" y="15846"/>
                    <a:pt x="5212" y="14006"/>
                  </a:cubicBezTo>
                  <a:cubicBezTo>
                    <a:pt x="2104" y="10883"/>
                    <a:pt x="1606" y="6011"/>
                    <a:pt x="3903" y="2340"/>
                  </a:cubicBezTo>
                  <a:lnTo>
                    <a:pt x="3903" y="2336"/>
                  </a:lnTo>
                  <a:close/>
                  <a:moveTo>
                    <a:pt x="3861" y="0"/>
                  </a:moveTo>
                  <a:lnTo>
                    <a:pt x="3297" y="738"/>
                  </a:lnTo>
                  <a:cubicBezTo>
                    <a:pt x="0" y="5030"/>
                    <a:pt x="394" y="11165"/>
                    <a:pt x="4208" y="15006"/>
                  </a:cubicBezTo>
                  <a:cubicBezTo>
                    <a:pt x="6247" y="17052"/>
                    <a:pt x="9020" y="18198"/>
                    <a:pt x="11907" y="18198"/>
                  </a:cubicBezTo>
                  <a:cubicBezTo>
                    <a:pt x="11911" y="18198"/>
                    <a:pt x="11916" y="18198"/>
                    <a:pt x="11921" y="18198"/>
                  </a:cubicBezTo>
                  <a:cubicBezTo>
                    <a:pt x="14284" y="18198"/>
                    <a:pt x="16584" y="17430"/>
                    <a:pt x="18468" y="16006"/>
                  </a:cubicBezTo>
                  <a:lnTo>
                    <a:pt x="19206" y="15446"/>
                  </a:lnTo>
                  <a:lnTo>
                    <a:pt x="18472" y="14882"/>
                  </a:lnTo>
                  <a:cubicBezTo>
                    <a:pt x="18132" y="14624"/>
                    <a:pt x="17808" y="14346"/>
                    <a:pt x="17507" y="14044"/>
                  </a:cubicBezTo>
                  <a:lnTo>
                    <a:pt x="5250" y="1711"/>
                  </a:lnTo>
                  <a:cubicBezTo>
                    <a:pt x="4953" y="1406"/>
                    <a:pt x="4675" y="1081"/>
                    <a:pt x="4420" y="742"/>
                  </a:cubicBezTo>
                  <a:lnTo>
                    <a:pt x="38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 name="Google Shape;971;p25"/>
          <p:cNvGrpSpPr/>
          <p:nvPr/>
        </p:nvGrpSpPr>
        <p:grpSpPr>
          <a:xfrm rot="1102524">
            <a:off x="1336114" y="-10784"/>
            <a:ext cx="333769" cy="448008"/>
            <a:chOff x="4106283" y="2500625"/>
            <a:chExt cx="522432" cy="701244"/>
          </a:xfrm>
        </p:grpSpPr>
        <p:sp>
          <p:nvSpPr>
            <p:cNvPr id="972" name="Google Shape;972;p25"/>
            <p:cNvSpPr/>
            <p:nvPr/>
          </p:nvSpPr>
          <p:spPr>
            <a:xfrm>
              <a:off x="4258653" y="2963863"/>
              <a:ext cx="108309" cy="91030"/>
            </a:xfrm>
            <a:custGeom>
              <a:avLst/>
              <a:gdLst/>
              <a:ahLst/>
              <a:cxnLst/>
              <a:rect l="l" t="t" r="r" b="b"/>
              <a:pathLst>
                <a:path w="7672" h="6448" extrusionOk="0">
                  <a:moveTo>
                    <a:pt x="6039" y="1413"/>
                  </a:moveTo>
                  <a:lnTo>
                    <a:pt x="5514" y="5034"/>
                  </a:lnTo>
                  <a:lnTo>
                    <a:pt x="2159" y="5034"/>
                  </a:lnTo>
                  <a:lnTo>
                    <a:pt x="1634" y="1413"/>
                  </a:lnTo>
                  <a:close/>
                  <a:moveTo>
                    <a:pt x="1" y="0"/>
                  </a:moveTo>
                  <a:lnTo>
                    <a:pt x="939" y="6447"/>
                  </a:lnTo>
                  <a:lnTo>
                    <a:pt x="6737" y="6447"/>
                  </a:lnTo>
                  <a:lnTo>
                    <a:pt x="76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5"/>
            <p:cNvSpPr/>
            <p:nvPr/>
          </p:nvSpPr>
          <p:spPr>
            <a:xfrm>
              <a:off x="4106283" y="2500625"/>
              <a:ext cx="413106" cy="483200"/>
            </a:xfrm>
            <a:custGeom>
              <a:avLst/>
              <a:gdLst/>
              <a:ahLst/>
              <a:cxnLst/>
              <a:rect l="l" t="t" r="r" b="b"/>
              <a:pathLst>
                <a:path w="29262" h="34227" extrusionOk="0">
                  <a:moveTo>
                    <a:pt x="24672" y="1409"/>
                  </a:moveTo>
                  <a:cubicBezTo>
                    <a:pt x="26425" y="1413"/>
                    <a:pt x="27845" y="2834"/>
                    <a:pt x="27849" y="4586"/>
                  </a:cubicBezTo>
                  <a:lnTo>
                    <a:pt x="27849" y="24494"/>
                  </a:lnTo>
                  <a:cubicBezTo>
                    <a:pt x="27849" y="29080"/>
                    <a:pt x="24116" y="32813"/>
                    <a:pt x="19530" y="32813"/>
                  </a:cubicBezTo>
                  <a:lnTo>
                    <a:pt x="9732" y="32813"/>
                  </a:lnTo>
                  <a:cubicBezTo>
                    <a:pt x="5146" y="32813"/>
                    <a:pt x="1413" y="29080"/>
                    <a:pt x="1413" y="24494"/>
                  </a:cubicBezTo>
                  <a:lnTo>
                    <a:pt x="1413" y="4590"/>
                  </a:lnTo>
                  <a:cubicBezTo>
                    <a:pt x="1417" y="2834"/>
                    <a:pt x="2838" y="1413"/>
                    <a:pt x="4590" y="1413"/>
                  </a:cubicBezTo>
                  <a:lnTo>
                    <a:pt x="24672" y="1409"/>
                  </a:lnTo>
                  <a:close/>
                  <a:moveTo>
                    <a:pt x="4590" y="0"/>
                  </a:moveTo>
                  <a:cubicBezTo>
                    <a:pt x="2058" y="0"/>
                    <a:pt x="4" y="2054"/>
                    <a:pt x="0" y="4586"/>
                  </a:cubicBezTo>
                  <a:lnTo>
                    <a:pt x="0" y="24490"/>
                  </a:lnTo>
                  <a:cubicBezTo>
                    <a:pt x="0" y="29860"/>
                    <a:pt x="4366" y="34226"/>
                    <a:pt x="9732" y="34226"/>
                  </a:cubicBezTo>
                  <a:lnTo>
                    <a:pt x="19530" y="34226"/>
                  </a:lnTo>
                  <a:cubicBezTo>
                    <a:pt x="24896" y="34226"/>
                    <a:pt x="29262" y="29860"/>
                    <a:pt x="29258" y="24490"/>
                  </a:cubicBezTo>
                  <a:lnTo>
                    <a:pt x="29258" y="4586"/>
                  </a:lnTo>
                  <a:cubicBezTo>
                    <a:pt x="29258" y="2054"/>
                    <a:pt x="27204" y="0"/>
                    <a:pt x="246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5"/>
            <p:cNvSpPr/>
            <p:nvPr/>
          </p:nvSpPr>
          <p:spPr>
            <a:xfrm>
              <a:off x="4178438" y="2642153"/>
              <a:ext cx="268854" cy="279922"/>
            </a:xfrm>
            <a:custGeom>
              <a:avLst/>
              <a:gdLst/>
              <a:ahLst/>
              <a:cxnLst/>
              <a:rect l="l" t="t" r="r" b="b"/>
              <a:pathLst>
                <a:path w="19044" h="19828" extrusionOk="0">
                  <a:moveTo>
                    <a:pt x="0" y="0"/>
                  </a:moveTo>
                  <a:lnTo>
                    <a:pt x="0" y="10806"/>
                  </a:lnTo>
                  <a:cubicBezTo>
                    <a:pt x="0" y="15786"/>
                    <a:pt x="4038" y="19827"/>
                    <a:pt x="9022" y="19827"/>
                  </a:cubicBezTo>
                  <a:lnTo>
                    <a:pt x="10018" y="19827"/>
                  </a:lnTo>
                  <a:cubicBezTo>
                    <a:pt x="15002" y="19827"/>
                    <a:pt x="19044" y="15786"/>
                    <a:pt x="19044" y="10806"/>
                  </a:cubicBezTo>
                  <a:lnTo>
                    <a:pt x="19044"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5"/>
            <p:cNvSpPr/>
            <p:nvPr/>
          </p:nvSpPr>
          <p:spPr>
            <a:xfrm>
              <a:off x="4221157" y="2571523"/>
              <a:ext cx="183302" cy="19962"/>
            </a:xfrm>
            <a:custGeom>
              <a:avLst/>
              <a:gdLst/>
              <a:ahLst/>
              <a:cxnLst/>
              <a:rect l="l" t="t" r="r" b="b"/>
              <a:pathLst>
                <a:path w="12984" h="1414" extrusionOk="0">
                  <a:moveTo>
                    <a:pt x="1" y="0"/>
                  </a:moveTo>
                  <a:lnTo>
                    <a:pt x="1" y="1413"/>
                  </a:lnTo>
                  <a:lnTo>
                    <a:pt x="12983" y="1413"/>
                  </a:lnTo>
                  <a:lnTo>
                    <a:pt x="12983"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5"/>
            <p:cNvSpPr/>
            <p:nvPr/>
          </p:nvSpPr>
          <p:spPr>
            <a:xfrm>
              <a:off x="4302855" y="2615499"/>
              <a:ext cx="325860" cy="586370"/>
            </a:xfrm>
            <a:custGeom>
              <a:avLst/>
              <a:gdLst/>
              <a:ahLst/>
              <a:cxnLst/>
              <a:rect l="l" t="t" r="r" b="b"/>
              <a:pathLst>
                <a:path w="23082" h="41535" extrusionOk="0">
                  <a:moveTo>
                    <a:pt x="21669" y="1"/>
                  </a:moveTo>
                  <a:lnTo>
                    <a:pt x="21669" y="30417"/>
                  </a:lnTo>
                  <a:cubicBezTo>
                    <a:pt x="21669" y="35767"/>
                    <a:pt x="17314" y="40122"/>
                    <a:pt x="11964" y="40122"/>
                  </a:cubicBezTo>
                  <a:lnTo>
                    <a:pt x="11119" y="40122"/>
                  </a:lnTo>
                  <a:cubicBezTo>
                    <a:pt x="5768" y="40122"/>
                    <a:pt x="1414" y="35767"/>
                    <a:pt x="1414" y="30417"/>
                  </a:cubicBezTo>
                  <a:lnTo>
                    <a:pt x="1" y="30417"/>
                  </a:lnTo>
                  <a:cubicBezTo>
                    <a:pt x="1" y="36547"/>
                    <a:pt x="4992" y="41535"/>
                    <a:pt x="11119" y="41535"/>
                  </a:cubicBezTo>
                  <a:lnTo>
                    <a:pt x="11964" y="41535"/>
                  </a:lnTo>
                  <a:cubicBezTo>
                    <a:pt x="18094" y="41535"/>
                    <a:pt x="23082" y="36547"/>
                    <a:pt x="23082" y="30417"/>
                  </a:cubicBezTo>
                  <a:lnTo>
                    <a:pt x="230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5"/>
            <p:cNvSpPr/>
            <p:nvPr/>
          </p:nvSpPr>
          <p:spPr>
            <a:xfrm>
              <a:off x="4379640" y="2665970"/>
              <a:ext cx="135288" cy="19962"/>
            </a:xfrm>
            <a:custGeom>
              <a:avLst/>
              <a:gdLst/>
              <a:ahLst/>
              <a:cxnLst/>
              <a:rect l="l" t="t" r="r" b="b"/>
              <a:pathLst>
                <a:path w="9583" h="1414" extrusionOk="0">
                  <a:moveTo>
                    <a:pt x="1" y="0"/>
                  </a:moveTo>
                  <a:lnTo>
                    <a:pt x="1" y="1413"/>
                  </a:lnTo>
                  <a:lnTo>
                    <a:pt x="9582" y="1413"/>
                  </a:lnTo>
                  <a:lnTo>
                    <a:pt x="95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5"/>
            <p:cNvSpPr/>
            <p:nvPr/>
          </p:nvSpPr>
          <p:spPr>
            <a:xfrm>
              <a:off x="4379640" y="2772133"/>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5"/>
            <p:cNvSpPr/>
            <p:nvPr/>
          </p:nvSpPr>
          <p:spPr>
            <a:xfrm>
              <a:off x="4379640" y="2878297"/>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0" name="Google Shape;980;p25"/>
          <p:cNvGrpSpPr/>
          <p:nvPr/>
        </p:nvGrpSpPr>
        <p:grpSpPr>
          <a:xfrm rot="-874672">
            <a:off x="-64238" y="718555"/>
            <a:ext cx="287956" cy="353932"/>
            <a:chOff x="3114176" y="1269099"/>
            <a:chExt cx="450729" cy="553999"/>
          </a:xfrm>
        </p:grpSpPr>
        <p:sp>
          <p:nvSpPr>
            <p:cNvPr id="981" name="Google Shape;981;p25"/>
            <p:cNvSpPr/>
            <p:nvPr/>
          </p:nvSpPr>
          <p:spPr>
            <a:xfrm>
              <a:off x="3186824" y="1376519"/>
              <a:ext cx="378081" cy="446579"/>
            </a:xfrm>
            <a:custGeom>
              <a:avLst/>
              <a:gdLst/>
              <a:ahLst/>
              <a:cxnLst/>
              <a:rect l="l" t="t" r="r" b="b"/>
              <a:pathLst>
                <a:path w="26781" h="31633" extrusionOk="0">
                  <a:moveTo>
                    <a:pt x="22341" y="1"/>
                  </a:moveTo>
                  <a:lnTo>
                    <a:pt x="22341" y="27193"/>
                  </a:lnTo>
                  <a:lnTo>
                    <a:pt x="1" y="27193"/>
                  </a:lnTo>
                  <a:lnTo>
                    <a:pt x="1" y="31633"/>
                  </a:lnTo>
                  <a:lnTo>
                    <a:pt x="26780" y="31633"/>
                  </a:lnTo>
                  <a:lnTo>
                    <a:pt x="2678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5"/>
            <p:cNvSpPr/>
            <p:nvPr/>
          </p:nvSpPr>
          <p:spPr>
            <a:xfrm>
              <a:off x="3114176" y="1303871"/>
              <a:ext cx="398029" cy="466527"/>
            </a:xfrm>
            <a:custGeom>
              <a:avLst/>
              <a:gdLst/>
              <a:ahLst/>
              <a:cxnLst/>
              <a:rect l="l" t="t" r="r" b="b"/>
              <a:pathLst>
                <a:path w="28194" h="33046" extrusionOk="0">
                  <a:moveTo>
                    <a:pt x="26780" y="1414"/>
                  </a:moveTo>
                  <a:lnTo>
                    <a:pt x="26780" y="31637"/>
                  </a:lnTo>
                  <a:lnTo>
                    <a:pt x="1414" y="31637"/>
                  </a:lnTo>
                  <a:lnTo>
                    <a:pt x="1414" y="1414"/>
                  </a:lnTo>
                  <a:close/>
                  <a:moveTo>
                    <a:pt x="1" y="1"/>
                  </a:moveTo>
                  <a:lnTo>
                    <a:pt x="1" y="33046"/>
                  </a:lnTo>
                  <a:lnTo>
                    <a:pt x="28193" y="33046"/>
                  </a:lnTo>
                  <a:lnTo>
                    <a:pt x="281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5"/>
            <p:cNvSpPr/>
            <p:nvPr/>
          </p:nvSpPr>
          <p:spPr>
            <a:xfrm>
              <a:off x="3229276" y="1269099"/>
              <a:ext cx="167829" cy="89505"/>
            </a:xfrm>
            <a:custGeom>
              <a:avLst/>
              <a:gdLst/>
              <a:ahLst/>
              <a:cxnLst/>
              <a:rect l="l" t="t" r="r" b="b"/>
              <a:pathLst>
                <a:path w="11888" h="6340" extrusionOk="0">
                  <a:moveTo>
                    <a:pt x="1" y="1"/>
                  </a:moveTo>
                  <a:lnTo>
                    <a:pt x="1" y="6339"/>
                  </a:lnTo>
                  <a:lnTo>
                    <a:pt x="11887" y="6339"/>
                  </a:lnTo>
                  <a:lnTo>
                    <a:pt x="11887"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5"/>
            <p:cNvSpPr/>
            <p:nvPr/>
          </p:nvSpPr>
          <p:spPr>
            <a:xfrm>
              <a:off x="3191300" y="1460335"/>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5"/>
            <p:cNvSpPr/>
            <p:nvPr/>
          </p:nvSpPr>
          <p:spPr>
            <a:xfrm>
              <a:off x="3191300" y="1561374"/>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5"/>
            <p:cNvSpPr/>
            <p:nvPr/>
          </p:nvSpPr>
          <p:spPr>
            <a:xfrm>
              <a:off x="3191300" y="1662427"/>
              <a:ext cx="243837" cy="19962"/>
            </a:xfrm>
            <a:custGeom>
              <a:avLst/>
              <a:gdLst/>
              <a:ahLst/>
              <a:cxnLst/>
              <a:rect l="l" t="t" r="r" b="b"/>
              <a:pathLst>
                <a:path w="17272" h="1414" extrusionOk="0">
                  <a:moveTo>
                    <a:pt x="0" y="0"/>
                  </a:moveTo>
                  <a:lnTo>
                    <a:pt x="0" y="1413"/>
                  </a:lnTo>
                  <a:lnTo>
                    <a:pt x="17272" y="1413"/>
                  </a:lnTo>
                  <a:lnTo>
                    <a:pt x="172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7" name="Google Shape;987;p25"/>
          <p:cNvGrpSpPr/>
          <p:nvPr/>
        </p:nvGrpSpPr>
        <p:grpSpPr>
          <a:xfrm>
            <a:off x="8430765" y="594315"/>
            <a:ext cx="347501" cy="292779"/>
            <a:chOff x="4264060" y="1424745"/>
            <a:chExt cx="543905" cy="458254"/>
          </a:xfrm>
        </p:grpSpPr>
        <p:sp>
          <p:nvSpPr>
            <p:cNvPr id="988" name="Google Shape;988;p25"/>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5"/>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0" name="Google Shape;990;p25"/>
          <p:cNvGrpSpPr/>
          <p:nvPr/>
        </p:nvGrpSpPr>
        <p:grpSpPr>
          <a:xfrm rot="684611">
            <a:off x="8608157" y="-70771"/>
            <a:ext cx="282030" cy="344954"/>
            <a:chOff x="3410431" y="2717682"/>
            <a:chExt cx="441412" cy="539896"/>
          </a:xfrm>
        </p:grpSpPr>
        <p:sp>
          <p:nvSpPr>
            <p:cNvPr id="991" name="Google Shape;991;p25"/>
            <p:cNvSpPr/>
            <p:nvPr/>
          </p:nvSpPr>
          <p:spPr>
            <a:xfrm>
              <a:off x="3493499" y="3040112"/>
              <a:ext cx="281771" cy="140893"/>
            </a:xfrm>
            <a:custGeom>
              <a:avLst/>
              <a:gdLst/>
              <a:ahLst/>
              <a:cxnLst/>
              <a:rect l="l" t="t" r="r" b="b"/>
              <a:pathLst>
                <a:path w="19959" h="9980" extrusionOk="0">
                  <a:moveTo>
                    <a:pt x="0" y="0"/>
                  </a:moveTo>
                  <a:cubicBezTo>
                    <a:pt x="0" y="5513"/>
                    <a:pt x="4467" y="9979"/>
                    <a:pt x="9979" y="9979"/>
                  </a:cubicBezTo>
                  <a:cubicBezTo>
                    <a:pt x="15492" y="9979"/>
                    <a:pt x="19958" y="5513"/>
                    <a:pt x="19958"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5"/>
            <p:cNvSpPr/>
            <p:nvPr/>
          </p:nvSpPr>
          <p:spPr>
            <a:xfrm>
              <a:off x="3410431" y="2717682"/>
              <a:ext cx="441412" cy="539896"/>
            </a:xfrm>
            <a:custGeom>
              <a:avLst/>
              <a:gdLst/>
              <a:ahLst/>
              <a:cxnLst/>
              <a:rect l="l" t="t" r="r" b="b"/>
              <a:pathLst>
                <a:path w="31267" h="38243" extrusionOk="0">
                  <a:moveTo>
                    <a:pt x="18967" y="1414"/>
                  </a:moveTo>
                  <a:lnTo>
                    <a:pt x="18967" y="6900"/>
                  </a:lnTo>
                  <a:cubicBezTo>
                    <a:pt x="18971" y="8177"/>
                    <a:pt x="19751" y="9328"/>
                    <a:pt x="20943" y="9803"/>
                  </a:cubicBezTo>
                  <a:cubicBezTo>
                    <a:pt x="26356" y="11910"/>
                    <a:pt x="29857" y="17029"/>
                    <a:pt x="29857" y="22839"/>
                  </a:cubicBezTo>
                  <a:cubicBezTo>
                    <a:pt x="29865" y="26588"/>
                    <a:pt x="28363" y="30182"/>
                    <a:pt x="25684" y="32803"/>
                  </a:cubicBezTo>
                  <a:cubicBezTo>
                    <a:pt x="23058" y="35391"/>
                    <a:pt x="19598" y="36832"/>
                    <a:pt x="15928" y="36832"/>
                  </a:cubicBezTo>
                  <a:cubicBezTo>
                    <a:pt x="15837" y="36832"/>
                    <a:pt x="15746" y="36831"/>
                    <a:pt x="15655" y="36829"/>
                  </a:cubicBezTo>
                  <a:cubicBezTo>
                    <a:pt x="8474" y="36725"/>
                    <a:pt x="2437" y="31046"/>
                    <a:pt x="1912" y="23901"/>
                  </a:cubicBezTo>
                  <a:cubicBezTo>
                    <a:pt x="1456" y="17705"/>
                    <a:pt x="5027" y="12038"/>
                    <a:pt x="10798" y="9795"/>
                  </a:cubicBezTo>
                  <a:cubicBezTo>
                    <a:pt x="11972" y="9339"/>
                    <a:pt x="12759" y="8173"/>
                    <a:pt x="12759" y="6896"/>
                  </a:cubicBezTo>
                  <a:lnTo>
                    <a:pt x="12759" y="1414"/>
                  </a:lnTo>
                  <a:close/>
                  <a:moveTo>
                    <a:pt x="11350" y="1"/>
                  </a:moveTo>
                  <a:lnTo>
                    <a:pt x="11350" y="6900"/>
                  </a:lnTo>
                  <a:cubicBezTo>
                    <a:pt x="11350" y="7602"/>
                    <a:pt x="10922" y="8235"/>
                    <a:pt x="10289" y="8482"/>
                  </a:cubicBezTo>
                  <a:cubicBezTo>
                    <a:pt x="3935" y="10949"/>
                    <a:pt x="1" y="17191"/>
                    <a:pt x="503" y="24009"/>
                  </a:cubicBezTo>
                  <a:cubicBezTo>
                    <a:pt x="1082" y="31872"/>
                    <a:pt x="7729" y="38126"/>
                    <a:pt x="15635" y="38242"/>
                  </a:cubicBezTo>
                  <a:lnTo>
                    <a:pt x="15863" y="38242"/>
                  </a:lnTo>
                  <a:cubicBezTo>
                    <a:pt x="24371" y="38238"/>
                    <a:pt x="31266" y="31344"/>
                    <a:pt x="31266" y="22839"/>
                  </a:cubicBezTo>
                  <a:cubicBezTo>
                    <a:pt x="31266" y="16439"/>
                    <a:pt x="27413" y="10806"/>
                    <a:pt x="21453" y="8482"/>
                  </a:cubicBezTo>
                  <a:cubicBezTo>
                    <a:pt x="20804" y="8224"/>
                    <a:pt x="20380" y="7594"/>
                    <a:pt x="20380" y="6896"/>
                  </a:cubicBezTo>
                  <a:lnTo>
                    <a:pt x="203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5"/>
            <p:cNvSpPr/>
            <p:nvPr/>
          </p:nvSpPr>
          <p:spPr>
            <a:xfrm>
              <a:off x="3539592" y="2717682"/>
              <a:ext cx="189513" cy="19962"/>
            </a:xfrm>
            <a:custGeom>
              <a:avLst/>
              <a:gdLst/>
              <a:ahLst/>
              <a:cxnLst/>
              <a:rect l="l" t="t" r="r" b="b"/>
              <a:pathLst>
                <a:path w="13424" h="1414" extrusionOk="0">
                  <a:moveTo>
                    <a:pt x="1" y="1"/>
                  </a:moveTo>
                  <a:lnTo>
                    <a:pt x="1" y="1414"/>
                  </a:lnTo>
                  <a:lnTo>
                    <a:pt x="13424" y="1414"/>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4" name="Google Shape;994;p25"/>
          <p:cNvSpPr/>
          <p:nvPr/>
        </p:nvSpPr>
        <p:spPr>
          <a:xfrm flipH="1">
            <a:off x="8235275" y="25542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5"/>
          <p:cNvSpPr/>
          <p:nvPr/>
        </p:nvSpPr>
        <p:spPr>
          <a:xfrm flipH="1">
            <a:off x="476875" y="59431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5"/>
          <p:cNvSpPr/>
          <p:nvPr/>
        </p:nvSpPr>
        <p:spPr>
          <a:xfrm flipH="1">
            <a:off x="8921525" y="131806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5"/>
          <p:cNvSpPr/>
          <p:nvPr/>
        </p:nvSpPr>
        <p:spPr>
          <a:xfrm flipH="1">
            <a:off x="998875" y="29867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5"/>
          <p:cNvSpPr/>
          <p:nvPr/>
        </p:nvSpPr>
        <p:spPr>
          <a:xfrm flipH="1">
            <a:off x="263625" y="127405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six columns">
  <p:cSld name="TITLE_AND_TWO_COLUMNS_1_1_1_1">
    <p:spTree>
      <p:nvGrpSpPr>
        <p:cNvPr id="1" name="Shape 999"/>
        <p:cNvGrpSpPr/>
        <p:nvPr/>
      </p:nvGrpSpPr>
      <p:grpSpPr>
        <a:xfrm>
          <a:off x="0" y="0"/>
          <a:ext cx="0" cy="0"/>
          <a:chOff x="0" y="0"/>
          <a:chExt cx="0" cy="0"/>
        </a:xfrm>
      </p:grpSpPr>
      <p:sp>
        <p:nvSpPr>
          <p:cNvPr id="1000" name="Google Shape;1000;p26"/>
          <p:cNvSpPr txBox="1">
            <a:spLocks noGrp="1"/>
          </p:cNvSpPr>
          <p:nvPr>
            <p:ph type="title"/>
          </p:nvPr>
        </p:nvSpPr>
        <p:spPr>
          <a:xfrm>
            <a:off x="713225" y="539500"/>
            <a:ext cx="7717500" cy="682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600"/>
              <a:buNone/>
              <a:defRPr/>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sp>
        <p:nvSpPr>
          <p:cNvPr id="1001" name="Google Shape;1001;p26"/>
          <p:cNvSpPr txBox="1">
            <a:spLocks noGrp="1"/>
          </p:cNvSpPr>
          <p:nvPr>
            <p:ph type="subTitle" idx="1"/>
          </p:nvPr>
        </p:nvSpPr>
        <p:spPr>
          <a:xfrm>
            <a:off x="943150" y="2391286"/>
            <a:ext cx="1706400" cy="585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1002" name="Google Shape;1002;p26"/>
          <p:cNvSpPr txBox="1">
            <a:spLocks noGrp="1"/>
          </p:cNvSpPr>
          <p:nvPr>
            <p:ph type="subTitle" idx="2"/>
          </p:nvPr>
        </p:nvSpPr>
        <p:spPr>
          <a:xfrm>
            <a:off x="943150" y="2132467"/>
            <a:ext cx="1706400" cy="3918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1003" name="Google Shape;1003;p26"/>
          <p:cNvSpPr txBox="1">
            <a:spLocks noGrp="1"/>
          </p:cNvSpPr>
          <p:nvPr>
            <p:ph type="subTitle" idx="3"/>
          </p:nvPr>
        </p:nvSpPr>
        <p:spPr>
          <a:xfrm>
            <a:off x="3718800" y="2391286"/>
            <a:ext cx="1706400" cy="585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1004" name="Google Shape;1004;p26"/>
          <p:cNvSpPr txBox="1">
            <a:spLocks noGrp="1"/>
          </p:cNvSpPr>
          <p:nvPr>
            <p:ph type="subTitle" idx="4"/>
          </p:nvPr>
        </p:nvSpPr>
        <p:spPr>
          <a:xfrm>
            <a:off x="3718800" y="2132467"/>
            <a:ext cx="1706400" cy="3918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1005" name="Google Shape;1005;p26"/>
          <p:cNvSpPr txBox="1">
            <a:spLocks noGrp="1"/>
          </p:cNvSpPr>
          <p:nvPr>
            <p:ph type="subTitle" idx="5"/>
          </p:nvPr>
        </p:nvSpPr>
        <p:spPr>
          <a:xfrm>
            <a:off x="6494450" y="2391286"/>
            <a:ext cx="1706400" cy="585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1006" name="Google Shape;1006;p26"/>
          <p:cNvSpPr txBox="1">
            <a:spLocks noGrp="1"/>
          </p:cNvSpPr>
          <p:nvPr>
            <p:ph type="subTitle" idx="6"/>
          </p:nvPr>
        </p:nvSpPr>
        <p:spPr>
          <a:xfrm>
            <a:off x="6494450" y="2132467"/>
            <a:ext cx="1706400" cy="3918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1007" name="Google Shape;1007;p26"/>
          <p:cNvSpPr txBox="1">
            <a:spLocks noGrp="1"/>
          </p:cNvSpPr>
          <p:nvPr>
            <p:ph type="subTitle" idx="7"/>
          </p:nvPr>
        </p:nvSpPr>
        <p:spPr>
          <a:xfrm>
            <a:off x="943150" y="4035604"/>
            <a:ext cx="1706400" cy="585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1008" name="Google Shape;1008;p26"/>
          <p:cNvSpPr txBox="1">
            <a:spLocks noGrp="1"/>
          </p:cNvSpPr>
          <p:nvPr>
            <p:ph type="subTitle" idx="8"/>
          </p:nvPr>
        </p:nvSpPr>
        <p:spPr>
          <a:xfrm>
            <a:off x="943150" y="3776784"/>
            <a:ext cx="1706400" cy="3918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1009" name="Google Shape;1009;p26"/>
          <p:cNvSpPr txBox="1">
            <a:spLocks noGrp="1"/>
          </p:cNvSpPr>
          <p:nvPr>
            <p:ph type="subTitle" idx="9"/>
          </p:nvPr>
        </p:nvSpPr>
        <p:spPr>
          <a:xfrm>
            <a:off x="3718800" y="4035604"/>
            <a:ext cx="1706400" cy="585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1010" name="Google Shape;1010;p26"/>
          <p:cNvSpPr txBox="1">
            <a:spLocks noGrp="1"/>
          </p:cNvSpPr>
          <p:nvPr>
            <p:ph type="subTitle" idx="13"/>
          </p:nvPr>
        </p:nvSpPr>
        <p:spPr>
          <a:xfrm>
            <a:off x="3718800" y="3776784"/>
            <a:ext cx="1706400" cy="3918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1011" name="Google Shape;1011;p26"/>
          <p:cNvSpPr txBox="1">
            <a:spLocks noGrp="1"/>
          </p:cNvSpPr>
          <p:nvPr>
            <p:ph type="subTitle" idx="14"/>
          </p:nvPr>
        </p:nvSpPr>
        <p:spPr>
          <a:xfrm>
            <a:off x="6494450" y="4035604"/>
            <a:ext cx="1706400" cy="585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1012" name="Google Shape;1012;p26"/>
          <p:cNvSpPr txBox="1">
            <a:spLocks noGrp="1"/>
          </p:cNvSpPr>
          <p:nvPr>
            <p:ph type="subTitle" idx="15"/>
          </p:nvPr>
        </p:nvSpPr>
        <p:spPr>
          <a:xfrm>
            <a:off x="6494450" y="3776784"/>
            <a:ext cx="1706400" cy="3918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grpSp>
        <p:nvGrpSpPr>
          <p:cNvPr id="1013" name="Google Shape;1013;p26"/>
          <p:cNvGrpSpPr/>
          <p:nvPr/>
        </p:nvGrpSpPr>
        <p:grpSpPr>
          <a:xfrm rot="-900004">
            <a:off x="8829462" y="2736063"/>
            <a:ext cx="294549" cy="193198"/>
            <a:chOff x="4277246" y="2003393"/>
            <a:chExt cx="464282" cy="304529"/>
          </a:xfrm>
        </p:grpSpPr>
        <p:sp>
          <p:nvSpPr>
            <p:cNvPr id="1014" name="Google Shape;1014;p26"/>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6"/>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6"/>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7" name="Google Shape;1017;p26"/>
          <p:cNvGrpSpPr/>
          <p:nvPr/>
        </p:nvGrpSpPr>
        <p:grpSpPr>
          <a:xfrm rot="-899937">
            <a:off x="76147" y="2721921"/>
            <a:ext cx="211409" cy="390382"/>
            <a:chOff x="4848722" y="2011765"/>
            <a:chExt cx="394754" cy="728943"/>
          </a:xfrm>
        </p:grpSpPr>
        <p:sp>
          <p:nvSpPr>
            <p:cNvPr id="1018" name="Google Shape;1018;p26"/>
            <p:cNvSpPr/>
            <p:nvPr/>
          </p:nvSpPr>
          <p:spPr>
            <a:xfrm>
              <a:off x="4858689" y="2393361"/>
              <a:ext cx="89773" cy="231146"/>
            </a:xfrm>
            <a:custGeom>
              <a:avLst/>
              <a:gdLst/>
              <a:ahLst/>
              <a:cxnLst/>
              <a:rect l="l" t="t" r="r" b="b"/>
              <a:pathLst>
                <a:path w="6359" h="16373" extrusionOk="0">
                  <a:moveTo>
                    <a:pt x="1" y="1"/>
                  </a:moveTo>
                  <a:lnTo>
                    <a:pt x="1" y="16373"/>
                  </a:lnTo>
                  <a:lnTo>
                    <a:pt x="6359" y="16373"/>
                  </a:lnTo>
                  <a:lnTo>
                    <a:pt x="6359"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6"/>
            <p:cNvSpPr/>
            <p:nvPr/>
          </p:nvSpPr>
          <p:spPr>
            <a:xfrm>
              <a:off x="5020278" y="2393361"/>
              <a:ext cx="213217" cy="231146"/>
            </a:xfrm>
            <a:custGeom>
              <a:avLst/>
              <a:gdLst/>
              <a:ahLst/>
              <a:cxnLst/>
              <a:rect l="l" t="t" r="r" b="b"/>
              <a:pathLst>
                <a:path w="15103" h="16373" extrusionOk="0">
                  <a:moveTo>
                    <a:pt x="1" y="1"/>
                  </a:moveTo>
                  <a:lnTo>
                    <a:pt x="1" y="16373"/>
                  </a:lnTo>
                  <a:lnTo>
                    <a:pt x="15103" y="16373"/>
                  </a:lnTo>
                  <a:lnTo>
                    <a:pt x="1510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6"/>
            <p:cNvSpPr/>
            <p:nvPr/>
          </p:nvSpPr>
          <p:spPr>
            <a:xfrm>
              <a:off x="4848722" y="2126215"/>
              <a:ext cx="394754" cy="614492"/>
            </a:xfrm>
            <a:custGeom>
              <a:avLst/>
              <a:gdLst/>
              <a:ahLst/>
              <a:cxnLst/>
              <a:rect l="l" t="t" r="r" b="b"/>
              <a:pathLst>
                <a:path w="27962" h="43527" extrusionOk="0">
                  <a:moveTo>
                    <a:pt x="19248" y="1417"/>
                  </a:moveTo>
                  <a:lnTo>
                    <a:pt x="19248" y="3050"/>
                  </a:lnTo>
                  <a:cubicBezTo>
                    <a:pt x="19248" y="7107"/>
                    <a:pt x="21796" y="10798"/>
                    <a:pt x="25591" y="12234"/>
                  </a:cubicBezTo>
                  <a:cubicBezTo>
                    <a:pt x="26166" y="12454"/>
                    <a:pt x="26544" y="13002"/>
                    <a:pt x="26548" y="13620"/>
                  </a:cubicBezTo>
                  <a:lnTo>
                    <a:pt x="26548" y="39006"/>
                  </a:lnTo>
                  <a:cubicBezTo>
                    <a:pt x="26544" y="40720"/>
                    <a:pt x="25155" y="42113"/>
                    <a:pt x="23437" y="42113"/>
                  </a:cubicBezTo>
                  <a:lnTo>
                    <a:pt x="4521" y="42113"/>
                  </a:lnTo>
                  <a:cubicBezTo>
                    <a:pt x="2807" y="42113"/>
                    <a:pt x="1413" y="40720"/>
                    <a:pt x="1413" y="39006"/>
                  </a:cubicBezTo>
                  <a:lnTo>
                    <a:pt x="1413" y="13623"/>
                  </a:lnTo>
                  <a:cubicBezTo>
                    <a:pt x="1413" y="13006"/>
                    <a:pt x="1795" y="12454"/>
                    <a:pt x="2371" y="12234"/>
                  </a:cubicBezTo>
                  <a:cubicBezTo>
                    <a:pt x="6165" y="10798"/>
                    <a:pt x="8713" y="7107"/>
                    <a:pt x="8713" y="3054"/>
                  </a:cubicBezTo>
                  <a:lnTo>
                    <a:pt x="8713" y="1417"/>
                  </a:lnTo>
                  <a:close/>
                  <a:moveTo>
                    <a:pt x="7300" y="0"/>
                  </a:moveTo>
                  <a:lnTo>
                    <a:pt x="7300" y="3046"/>
                  </a:lnTo>
                  <a:cubicBezTo>
                    <a:pt x="7300" y="6520"/>
                    <a:pt x="5119" y="9682"/>
                    <a:pt x="1869" y="10913"/>
                  </a:cubicBezTo>
                  <a:cubicBezTo>
                    <a:pt x="745" y="11342"/>
                    <a:pt x="4" y="12419"/>
                    <a:pt x="0" y="13620"/>
                  </a:cubicBezTo>
                  <a:lnTo>
                    <a:pt x="0" y="39002"/>
                  </a:lnTo>
                  <a:cubicBezTo>
                    <a:pt x="4" y="41499"/>
                    <a:pt x="2027" y="43522"/>
                    <a:pt x="4521" y="43526"/>
                  </a:cubicBezTo>
                  <a:lnTo>
                    <a:pt x="23437" y="43526"/>
                  </a:lnTo>
                  <a:cubicBezTo>
                    <a:pt x="25934" y="43522"/>
                    <a:pt x="27957" y="41499"/>
                    <a:pt x="27961" y="39002"/>
                  </a:cubicBezTo>
                  <a:lnTo>
                    <a:pt x="27961" y="13620"/>
                  </a:lnTo>
                  <a:cubicBezTo>
                    <a:pt x="27953" y="12419"/>
                    <a:pt x="27212" y="11346"/>
                    <a:pt x="26093" y="10917"/>
                  </a:cubicBezTo>
                  <a:cubicBezTo>
                    <a:pt x="22842" y="9686"/>
                    <a:pt x="20661" y="6528"/>
                    <a:pt x="20661" y="3054"/>
                  </a:cubicBezTo>
                  <a:lnTo>
                    <a:pt x="206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6"/>
            <p:cNvSpPr/>
            <p:nvPr/>
          </p:nvSpPr>
          <p:spPr>
            <a:xfrm>
              <a:off x="4904966" y="2011765"/>
              <a:ext cx="282265" cy="134455"/>
            </a:xfrm>
            <a:custGeom>
              <a:avLst/>
              <a:gdLst/>
              <a:ahLst/>
              <a:cxnLst/>
              <a:rect l="l" t="t" r="r" b="b"/>
              <a:pathLst>
                <a:path w="19994" h="9524" extrusionOk="0">
                  <a:moveTo>
                    <a:pt x="18580" y="1413"/>
                  </a:moveTo>
                  <a:lnTo>
                    <a:pt x="18580" y="8111"/>
                  </a:lnTo>
                  <a:lnTo>
                    <a:pt x="1409" y="8111"/>
                  </a:lnTo>
                  <a:lnTo>
                    <a:pt x="1409" y="1413"/>
                  </a:lnTo>
                  <a:close/>
                  <a:moveTo>
                    <a:pt x="0" y="0"/>
                  </a:moveTo>
                  <a:lnTo>
                    <a:pt x="0" y="9524"/>
                  </a:lnTo>
                  <a:lnTo>
                    <a:pt x="19993" y="9524"/>
                  </a:lnTo>
                  <a:lnTo>
                    <a:pt x="199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6"/>
            <p:cNvSpPr/>
            <p:nvPr/>
          </p:nvSpPr>
          <p:spPr>
            <a:xfrm>
              <a:off x="4968185"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6"/>
            <p:cNvSpPr/>
            <p:nvPr/>
          </p:nvSpPr>
          <p:spPr>
            <a:xfrm>
              <a:off x="5036090"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6"/>
            <p:cNvSpPr/>
            <p:nvPr/>
          </p:nvSpPr>
          <p:spPr>
            <a:xfrm>
              <a:off x="5104051"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5" name="Google Shape;1025;p26"/>
          <p:cNvGrpSpPr/>
          <p:nvPr/>
        </p:nvGrpSpPr>
        <p:grpSpPr>
          <a:xfrm rot="1299865">
            <a:off x="2320" y="1473423"/>
            <a:ext cx="359048" cy="302550"/>
            <a:chOff x="4264060" y="1424745"/>
            <a:chExt cx="543905" cy="458254"/>
          </a:xfrm>
        </p:grpSpPr>
        <p:sp>
          <p:nvSpPr>
            <p:cNvPr id="1026" name="Google Shape;1026;p26"/>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6"/>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8" name="Google Shape;1028;p26"/>
          <p:cNvGrpSpPr/>
          <p:nvPr/>
        </p:nvGrpSpPr>
        <p:grpSpPr>
          <a:xfrm rot="1800208">
            <a:off x="-74157" y="3512430"/>
            <a:ext cx="407384" cy="478880"/>
            <a:chOff x="8071717" y="2421860"/>
            <a:chExt cx="443820" cy="521710"/>
          </a:xfrm>
        </p:grpSpPr>
        <p:grpSp>
          <p:nvGrpSpPr>
            <p:cNvPr id="1029" name="Google Shape;1029;p26"/>
            <p:cNvGrpSpPr/>
            <p:nvPr/>
          </p:nvGrpSpPr>
          <p:grpSpPr>
            <a:xfrm>
              <a:off x="8071717" y="2421860"/>
              <a:ext cx="443820" cy="521710"/>
              <a:chOff x="8071475" y="2521207"/>
              <a:chExt cx="359252" cy="422301"/>
            </a:xfrm>
          </p:grpSpPr>
          <p:sp>
            <p:nvSpPr>
              <p:cNvPr id="1030" name="Google Shape;1030;p26"/>
              <p:cNvSpPr/>
              <p:nvPr/>
            </p:nvSpPr>
            <p:spPr>
              <a:xfrm>
                <a:off x="8071475" y="2533659"/>
                <a:ext cx="234159" cy="276670"/>
              </a:xfrm>
              <a:custGeom>
                <a:avLst/>
                <a:gdLst/>
                <a:ahLst/>
                <a:cxnLst/>
                <a:rect l="l" t="t" r="r" b="b"/>
                <a:pathLst>
                  <a:path w="5679" h="6710" fill="none" extrusionOk="0">
                    <a:moveTo>
                      <a:pt x="1165" y="0"/>
                    </a:moveTo>
                    <a:lnTo>
                      <a:pt x="1021" y="0"/>
                    </a:lnTo>
                    <a:cubicBezTo>
                      <a:pt x="458" y="0"/>
                      <a:pt x="0" y="458"/>
                      <a:pt x="0" y="1024"/>
                    </a:cubicBezTo>
                    <a:lnTo>
                      <a:pt x="0" y="3872"/>
                    </a:lnTo>
                    <a:cubicBezTo>
                      <a:pt x="0" y="5440"/>
                      <a:pt x="1270" y="6709"/>
                      <a:pt x="2838" y="6709"/>
                    </a:cubicBezTo>
                    <a:lnTo>
                      <a:pt x="2838" y="6709"/>
                    </a:lnTo>
                    <a:cubicBezTo>
                      <a:pt x="4406" y="6709"/>
                      <a:pt x="5679" y="5440"/>
                      <a:pt x="5679" y="3872"/>
                    </a:cubicBezTo>
                    <a:lnTo>
                      <a:pt x="5679" y="1021"/>
                    </a:lnTo>
                    <a:cubicBezTo>
                      <a:pt x="5679" y="458"/>
                      <a:pt x="5221" y="0"/>
                      <a:pt x="4654" y="0"/>
                    </a:cubicBezTo>
                    <a:lnTo>
                      <a:pt x="4654" y="0"/>
                    </a:lnTo>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6"/>
              <p:cNvSpPr/>
              <p:nvPr/>
            </p:nvSpPr>
            <p:spPr>
              <a:xfrm>
                <a:off x="8338944" y="2534978"/>
                <a:ext cx="91784" cy="91701"/>
              </a:xfrm>
              <a:custGeom>
                <a:avLst/>
                <a:gdLst/>
                <a:ahLst/>
                <a:cxnLst/>
                <a:rect l="l" t="t" r="r" b="b"/>
                <a:pathLst>
                  <a:path w="2226" h="2224" fill="none" extrusionOk="0">
                    <a:moveTo>
                      <a:pt x="2226" y="1271"/>
                    </a:moveTo>
                    <a:cubicBezTo>
                      <a:pt x="2222" y="423"/>
                      <a:pt x="1198" y="1"/>
                      <a:pt x="599" y="600"/>
                    </a:cubicBezTo>
                    <a:cubicBezTo>
                      <a:pt x="0" y="1199"/>
                      <a:pt x="426" y="2223"/>
                      <a:pt x="1273" y="2223"/>
                    </a:cubicBezTo>
                    <a:cubicBezTo>
                      <a:pt x="1797" y="2223"/>
                      <a:pt x="2226" y="1798"/>
                      <a:pt x="2226" y="1271"/>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6"/>
              <p:cNvSpPr/>
              <p:nvPr/>
            </p:nvSpPr>
            <p:spPr>
              <a:xfrm>
                <a:off x="8107099" y="2521207"/>
                <a:ext cx="24863" cy="24904"/>
              </a:xfrm>
              <a:custGeom>
                <a:avLst/>
                <a:gdLst/>
                <a:ahLst/>
                <a:cxnLst/>
                <a:rect l="l" t="t" r="r" b="b"/>
                <a:pathLst>
                  <a:path w="603" h="604" fill="none" extrusionOk="0">
                    <a:moveTo>
                      <a:pt x="603" y="302"/>
                    </a:moveTo>
                    <a:cubicBezTo>
                      <a:pt x="603" y="469"/>
                      <a:pt x="468" y="603"/>
                      <a:pt x="301" y="603"/>
                    </a:cubicBezTo>
                    <a:cubicBezTo>
                      <a:pt x="134" y="603"/>
                      <a:pt x="0" y="469"/>
                      <a:pt x="0" y="302"/>
                    </a:cubicBezTo>
                    <a:cubicBezTo>
                      <a:pt x="0" y="135"/>
                      <a:pt x="134" y="1"/>
                      <a:pt x="301" y="1"/>
                    </a:cubicBezTo>
                    <a:cubicBezTo>
                      <a:pt x="468" y="1"/>
                      <a:pt x="603" y="135"/>
                      <a:pt x="603" y="302"/>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6"/>
              <p:cNvSpPr/>
              <p:nvPr/>
            </p:nvSpPr>
            <p:spPr>
              <a:xfrm>
                <a:off x="8249306" y="2521207"/>
                <a:ext cx="24740" cy="24904"/>
              </a:xfrm>
              <a:custGeom>
                <a:avLst/>
                <a:gdLst/>
                <a:ahLst/>
                <a:cxnLst/>
                <a:rect l="l" t="t" r="r" b="b"/>
                <a:pathLst>
                  <a:path w="600" h="604" fill="none" extrusionOk="0">
                    <a:moveTo>
                      <a:pt x="600" y="302"/>
                    </a:moveTo>
                    <a:cubicBezTo>
                      <a:pt x="600" y="469"/>
                      <a:pt x="466" y="603"/>
                      <a:pt x="302" y="603"/>
                    </a:cubicBezTo>
                    <a:cubicBezTo>
                      <a:pt x="135" y="603"/>
                      <a:pt x="1" y="469"/>
                      <a:pt x="1" y="302"/>
                    </a:cubicBezTo>
                    <a:cubicBezTo>
                      <a:pt x="1" y="135"/>
                      <a:pt x="135" y="1"/>
                      <a:pt x="302" y="1"/>
                    </a:cubicBezTo>
                    <a:cubicBezTo>
                      <a:pt x="466" y="1"/>
                      <a:pt x="600" y="135"/>
                      <a:pt x="600" y="302"/>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6"/>
              <p:cNvSpPr/>
              <p:nvPr/>
            </p:nvSpPr>
            <p:spPr>
              <a:xfrm>
                <a:off x="8188614" y="2626636"/>
                <a:ext cx="202864" cy="316872"/>
              </a:xfrm>
              <a:custGeom>
                <a:avLst/>
                <a:gdLst/>
                <a:ahLst/>
                <a:cxnLst/>
                <a:rect l="l" t="t" r="r" b="b"/>
                <a:pathLst>
                  <a:path w="4920" h="7685" fill="none" extrusionOk="0">
                    <a:moveTo>
                      <a:pt x="0" y="4454"/>
                    </a:moveTo>
                    <a:lnTo>
                      <a:pt x="0" y="5224"/>
                    </a:lnTo>
                    <a:cubicBezTo>
                      <a:pt x="0" y="6585"/>
                      <a:pt x="1100" y="7685"/>
                      <a:pt x="2458" y="7685"/>
                    </a:cubicBezTo>
                    <a:lnTo>
                      <a:pt x="2458" y="7685"/>
                    </a:lnTo>
                    <a:cubicBezTo>
                      <a:pt x="3820" y="7685"/>
                      <a:pt x="4919" y="6585"/>
                      <a:pt x="4919" y="5224"/>
                    </a:cubicBezTo>
                    <a:lnTo>
                      <a:pt x="4919" y="0"/>
                    </a:lnTo>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5" name="Google Shape;1035;p26"/>
            <p:cNvSpPr/>
            <p:nvPr/>
          </p:nvSpPr>
          <p:spPr>
            <a:xfrm>
              <a:off x="8436649" y="2472701"/>
              <a:ext cx="61200" cy="61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6" name="Google Shape;1036;p26"/>
          <p:cNvGrpSpPr/>
          <p:nvPr/>
        </p:nvGrpSpPr>
        <p:grpSpPr>
          <a:xfrm rot="-899769">
            <a:off x="8908024" y="1737356"/>
            <a:ext cx="330980" cy="590092"/>
            <a:chOff x="308050" y="960575"/>
            <a:chExt cx="360600" cy="642900"/>
          </a:xfrm>
        </p:grpSpPr>
        <p:sp>
          <p:nvSpPr>
            <p:cNvPr id="1037" name="Google Shape;1037;p26"/>
            <p:cNvSpPr/>
            <p:nvPr/>
          </p:nvSpPr>
          <p:spPr>
            <a:xfrm rot="380">
              <a:off x="397058" y="1130178"/>
              <a:ext cx="182601" cy="182601"/>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8" name="Google Shape;1038;p26"/>
            <p:cNvGrpSpPr/>
            <p:nvPr/>
          </p:nvGrpSpPr>
          <p:grpSpPr>
            <a:xfrm>
              <a:off x="308050" y="960575"/>
              <a:ext cx="360600" cy="642900"/>
              <a:chOff x="839250" y="836025"/>
              <a:chExt cx="360600" cy="642900"/>
            </a:xfrm>
          </p:grpSpPr>
          <p:sp>
            <p:nvSpPr>
              <p:cNvPr id="1039" name="Google Shape;1039;p26"/>
              <p:cNvSpPr/>
              <p:nvPr/>
            </p:nvSpPr>
            <p:spPr>
              <a:xfrm>
                <a:off x="839250" y="836025"/>
                <a:ext cx="360600" cy="642900"/>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40" name="Google Shape;1040;p26"/>
              <p:cNvCxnSpPr/>
              <p:nvPr/>
            </p:nvCxnSpPr>
            <p:spPr>
              <a:xfrm>
                <a:off x="839250" y="901900"/>
                <a:ext cx="359100" cy="0"/>
              </a:xfrm>
              <a:prstGeom prst="straightConnector1">
                <a:avLst/>
              </a:prstGeom>
              <a:noFill/>
              <a:ln w="9525" cap="flat" cmpd="sng">
                <a:solidFill>
                  <a:schemeClr val="lt1"/>
                </a:solidFill>
                <a:prstDash val="solid"/>
                <a:round/>
                <a:headEnd type="none" w="med" len="med"/>
                <a:tailEnd type="none" w="med" len="med"/>
              </a:ln>
            </p:spPr>
          </p:cxnSp>
          <p:cxnSp>
            <p:nvCxnSpPr>
              <p:cNvPr id="1041" name="Google Shape;1041;p26"/>
              <p:cNvCxnSpPr/>
              <p:nvPr/>
            </p:nvCxnSpPr>
            <p:spPr>
              <a:xfrm>
                <a:off x="839250" y="1377100"/>
                <a:ext cx="359100" cy="0"/>
              </a:xfrm>
              <a:prstGeom prst="straightConnector1">
                <a:avLst/>
              </a:prstGeom>
              <a:noFill/>
              <a:ln w="9525" cap="flat" cmpd="sng">
                <a:solidFill>
                  <a:schemeClr val="lt1"/>
                </a:solidFill>
                <a:prstDash val="solid"/>
                <a:round/>
                <a:headEnd type="none" w="med" len="med"/>
                <a:tailEnd type="none" w="med" len="med"/>
              </a:ln>
            </p:spPr>
          </p:cxnSp>
          <p:sp>
            <p:nvSpPr>
              <p:cNvPr id="1042" name="Google Shape;1042;p26"/>
              <p:cNvSpPr/>
              <p:nvPr/>
            </p:nvSpPr>
            <p:spPr>
              <a:xfrm>
                <a:off x="997950" y="1406425"/>
                <a:ext cx="43200" cy="43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43" name="Google Shape;1043;p26"/>
          <p:cNvGrpSpPr/>
          <p:nvPr/>
        </p:nvGrpSpPr>
        <p:grpSpPr>
          <a:xfrm rot="-900004">
            <a:off x="8926237" y="3037988"/>
            <a:ext cx="294549" cy="193198"/>
            <a:chOff x="4277246" y="2003393"/>
            <a:chExt cx="464282" cy="304529"/>
          </a:xfrm>
        </p:grpSpPr>
        <p:sp>
          <p:nvSpPr>
            <p:cNvPr id="1044" name="Google Shape;1044;p26"/>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6"/>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6"/>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7" name="Google Shape;1047;p26"/>
          <p:cNvGrpSpPr/>
          <p:nvPr/>
        </p:nvGrpSpPr>
        <p:grpSpPr>
          <a:xfrm rot="-900004">
            <a:off x="8829462" y="3339913"/>
            <a:ext cx="294549" cy="193198"/>
            <a:chOff x="4277246" y="2003393"/>
            <a:chExt cx="464282" cy="304529"/>
          </a:xfrm>
        </p:grpSpPr>
        <p:sp>
          <p:nvSpPr>
            <p:cNvPr id="1048" name="Google Shape;1048;p26"/>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6"/>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6"/>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1" name="Google Shape;1051;p26"/>
          <p:cNvGrpSpPr/>
          <p:nvPr/>
        </p:nvGrpSpPr>
        <p:grpSpPr>
          <a:xfrm rot="1216535">
            <a:off x="306387" y="1976632"/>
            <a:ext cx="211425" cy="390412"/>
            <a:chOff x="4848722" y="2011765"/>
            <a:chExt cx="394754" cy="728943"/>
          </a:xfrm>
        </p:grpSpPr>
        <p:sp>
          <p:nvSpPr>
            <p:cNvPr id="1052" name="Google Shape;1052;p26"/>
            <p:cNvSpPr/>
            <p:nvPr/>
          </p:nvSpPr>
          <p:spPr>
            <a:xfrm>
              <a:off x="4858689" y="2393361"/>
              <a:ext cx="89773" cy="231146"/>
            </a:xfrm>
            <a:custGeom>
              <a:avLst/>
              <a:gdLst/>
              <a:ahLst/>
              <a:cxnLst/>
              <a:rect l="l" t="t" r="r" b="b"/>
              <a:pathLst>
                <a:path w="6359" h="16373" extrusionOk="0">
                  <a:moveTo>
                    <a:pt x="1" y="1"/>
                  </a:moveTo>
                  <a:lnTo>
                    <a:pt x="1" y="16373"/>
                  </a:lnTo>
                  <a:lnTo>
                    <a:pt x="6359" y="16373"/>
                  </a:lnTo>
                  <a:lnTo>
                    <a:pt x="6359"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6"/>
            <p:cNvSpPr/>
            <p:nvPr/>
          </p:nvSpPr>
          <p:spPr>
            <a:xfrm>
              <a:off x="5020278" y="2393361"/>
              <a:ext cx="213217" cy="231146"/>
            </a:xfrm>
            <a:custGeom>
              <a:avLst/>
              <a:gdLst/>
              <a:ahLst/>
              <a:cxnLst/>
              <a:rect l="l" t="t" r="r" b="b"/>
              <a:pathLst>
                <a:path w="15103" h="16373" extrusionOk="0">
                  <a:moveTo>
                    <a:pt x="1" y="1"/>
                  </a:moveTo>
                  <a:lnTo>
                    <a:pt x="1" y="16373"/>
                  </a:lnTo>
                  <a:lnTo>
                    <a:pt x="15103" y="16373"/>
                  </a:lnTo>
                  <a:lnTo>
                    <a:pt x="1510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6"/>
            <p:cNvSpPr/>
            <p:nvPr/>
          </p:nvSpPr>
          <p:spPr>
            <a:xfrm>
              <a:off x="4848722" y="2126215"/>
              <a:ext cx="394754" cy="614492"/>
            </a:xfrm>
            <a:custGeom>
              <a:avLst/>
              <a:gdLst/>
              <a:ahLst/>
              <a:cxnLst/>
              <a:rect l="l" t="t" r="r" b="b"/>
              <a:pathLst>
                <a:path w="27962" h="43527" extrusionOk="0">
                  <a:moveTo>
                    <a:pt x="19248" y="1417"/>
                  </a:moveTo>
                  <a:lnTo>
                    <a:pt x="19248" y="3050"/>
                  </a:lnTo>
                  <a:cubicBezTo>
                    <a:pt x="19248" y="7107"/>
                    <a:pt x="21796" y="10798"/>
                    <a:pt x="25591" y="12234"/>
                  </a:cubicBezTo>
                  <a:cubicBezTo>
                    <a:pt x="26166" y="12454"/>
                    <a:pt x="26544" y="13002"/>
                    <a:pt x="26548" y="13620"/>
                  </a:cubicBezTo>
                  <a:lnTo>
                    <a:pt x="26548" y="39006"/>
                  </a:lnTo>
                  <a:cubicBezTo>
                    <a:pt x="26544" y="40720"/>
                    <a:pt x="25155" y="42113"/>
                    <a:pt x="23437" y="42113"/>
                  </a:cubicBezTo>
                  <a:lnTo>
                    <a:pt x="4521" y="42113"/>
                  </a:lnTo>
                  <a:cubicBezTo>
                    <a:pt x="2807" y="42113"/>
                    <a:pt x="1413" y="40720"/>
                    <a:pt x="1413" y="39006"/>
                  </a:cubicBezTo>
                  <a:lnTo>
                    <a:pt x="1413" y="13623"/>
                  </a:lnTo>
                  <a:cubicBezTo>
                    <a:pt x="1413" y="13006"/>
                    <a:pt x="1795" y="12454"/>
                    <a:pt x="2371" y="12234"/>
                  </a:cubicBezTo>
                  <a:cubicBezTo>
                    <a:pt x="6165" y="10798"/>
                    <a:pt x="8713" y="7107"/>
                    <a:pt x="8713" y="3054"/>
                  </a:cubicBezTo>
                  <a:lnTo>
                    <a:pt x="8713" y="1417"/>
                  </a:lnTo>
                  <a:close/>
                  <a:moveTo>
                    <a:pt x="7300" y="0"/>
                  </a:moveTo>
                  <a:lnTo>
                    <a:pt x="7300" y="3046"/>
                  </a:lnTo>
                  <a:cubicBezTo>
                    <a:pt x="7300" y="6520"/>
                    <a:pt x="5119" y="9682"/>
                    <a:pt x="1869" y="10913"/>
                  </a:cubicBezTo>
                  <a:cubicBezTo>
                    <a:pt x="745" y="11342"/>
                    <a:pt x="4" y="12419"/>
                    <a:pt x="0" y="13620"/>
                  </a:cubicBezTo>
                  <a:lnTo>
                    <a:pt x="0" y="39002"/>
                  </a:lnTo>
                  <a:cubicBezTo>
                    <a:pt x="4" y="41499"/>
                    <a:pt x="2027" y="43522"/>
                    <a:pt x="4521" y="43526"/>
                  </a:cubicBezTo>
                  <a:lnTo>
                    <a:pt x="23437" y="43526"/>
                  </a:lnTo>
                  <a:cubicBezTo>
                    <a:pt x="25934" y="43522"/>
                    <a:pt x="27957" y="41499"/>
                    <a:pt x="27961" y="39002"/>
                  </a:cubicBezTo>
                  <a:lnTo>
                    <a:pt x="27961" y="13620"/>
                  </a:lnTo>
                  <a:cubicBezTo>
                    <a:pt x="27953" y="12419"/>
                    <a:pt x="27212" y="11346"/>
                    <a:pt x="26093" y="10917"/>
                  </a:cubicBezTo>
                  <a:cubicBezTo>
                    <a:pt x="22842" y="9686"/>
                    <a:pt x="20661" y="6528"/>
                    <a:pt x="20661" y="3054"/>
                  </a:cubicBezTo>
                  <a:lnTo>
                    <a:pt x="206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6"/>
            <p:cNvSpPr/>
            <p:nvPr/>
          </p:nvSpPr>
          <p:spPr>
            <a:xfrm>
              <a:off x="4904966" y="2011765"/>
              <a:ext cx="282265" cy="134455"/>
            </a:xfrm>
            <a:custGeom>
              <a:avLst/>
              <a:gdLst/>
              <a:ahLst/>
              <a:cxnLst/>
              <a:rect l="l" t="t" r="r" b="b"/>
              <a:pathLst>
                <a:path w="19994" h="9524" extrusionOk="0">
                  <a:moveTo>
                    <a:pt x="18580" y="1413"/>
                  </a:moveTo>
                  <a:lnTo>
                    <a:pt x="18580" y="8111"/>
                  </a:lnTo>
                  <a:lnTo>
                    <a:pt x="1409" y="8111"/>
                  </a:lnTo>
                  <a:lnTo>
                    <a:pt x="1409" y="1413"/>
                  </a:lnTo>
                  <a:close/>
                  <a:moveTo>
                    <a:pt x="0" y="0"/>
                  </a:moveTo>
                  <a:lnTo>
                    <a:pt x="0" y="9524"/>
                  </a:lnTo>
                  <a:lnTo>
                    <a:pt x="19993" y="9524"/>
                  </a:lnTo>
                  <a:lnTo>
                    <a:pt x="199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6"/>
            <p:cNvSpPr/>
            <p:nvPr/>
          </p:nvSpPr>
          <p:spPr>
            <a:xfrm>
              <a:off x="4968185"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6"/>
            <p:cNvSpPr/>
            <p:nvPr/>
          </p:nvSpPr>
          <p:spPr>
            <a:xfrm>
              <a:off x="5036090"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6"/>
            <p:cNvSpPr/>
            <p:nvPr/>
          </p:nvSpPr>
          <p:spPr>
            <a:xfrm>
              <a:off x="5104051" y="2021732"/>
              <a:ext cx="19962" cy="114521"/>
            </a:xfrm>
            <a:custGeom>
              <a:avLst/>
              <a:gdLst/>
              <a:ahLst/>
              <a:cxnLst/>
              <a:rect l="l" t="t" r="r" b="b"/>
              <a:pathLst>
                <a:path w="1414" h="8112" extrusionOk="0">
                  <a:moveTo>
                    <a:pt x="0" y="1"/>
                  </a:moveTo>
                  <a:lnTo>
                    <a:pt x="0" y="8111"/>
                  </a:lnTo>
                  <a:lnTo>
                    <a:pt x="1413" y="8111"/>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9" name="Google Shape;1059;p26"/>
          <p:cNvSpPr/>
          <p:nvPr/>
        </p:nvSpPr>
        <p:spPr>
          <a:xfrm>
            <a:off x="245288" y="493621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6"/>
          <p:cNvSpPr/>
          <p:nvPr/>
        </p:nvSpPr>
        <p:spPr>
          <a:xfrm>
            <a:off x="156613" y="452058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6"/>
          <p:cNvSpPr/>
          <p:nvPr/>
        </p:nvSpPr>
        <p:spPr>
          <a:xfrm>
            <a:off x="516288" y="4936236"/>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6"/>
          <p:cNvSpPr/>
          <p:nvPr/>
        </p:nvSpPr>
        <p:spPr>
          <a:xfrm rot="10800000">
            <a:off x="231000" y="94718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26"/>
          <p:cNvSpPr/>
          <p:nvPr/>
        </p:nvSpPr>
        <p:spPr>
          <a:xfrm rot="10800000">
            <a:off x="478712" y="118028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26"/>
          <p:cNvSpPr/>
          <p:nvPr/>
        </p:nvSpPr>
        <p:spPr>
          <a:xfrm rot="10800000">
            <a:off x="287625" y="493613"/>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26"/>
          <p:cNvSpPr/>
          <p:nvPr/>
        </p:nvSpPr>
        <p:spPr>
          <a:xfrm rot="10800000">
            <a:off x="8837325" y="442041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26"/>
          <p:cNvSpPr/>
          <p:nvPr/>
        </p:nvSpPr>
        <p:spPr>
          <a:xfrm rot="10800000">
            <a:off x="8632112" y="483603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6"/>
          <p:cNvSpPr/>
          <p:nvPr/>
        </p:nvSpPr>
        <p:spPr>
          <a:xfrm rot="10800000">
            <a:off x="8949038" y="380223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6"/>
          <p:cNvSpPr/>
          <p:nvPr/>
        </p:nvSpPr>
        <p:spPr>
          <a:xfrm rot="10800000">
            <a:off x="8837325" y="114471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6"/>
          <p:cNvSpPr/>
          <p:nvPr/>
        </p:nvSpPr>
        <p:spPr>
          <a:xfrm rot="10800000">
            <a:off x="8583750" y="43931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6"/>
          <p:cNvSpPr/>
          <p:nvPr/>
        </p:nvSpPr>
        <p:spPr>
          <a:xfrm rot="10800000">
            <a:off x="8683950" y="698225"/>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six columns 1">
  <p:cSld name="TITLE_AND_TWO_COLUMNS_1_1_1_1_1">
    <p:spTree>
      <p:nvGrpSpPr>
        <p:cNvPr id="1" name="Shape 1071"/>
        <p:cNvGrpSpPr/>
        <p:nvPr/>
      </p:nvGrpSpPr>
      <p:grpSpPr>
        <a:xfrm>
          <a:off x="0" y="0"/>
          <a:ext cx="0" cy="0"/>
          <a:chOff x="0" y="0"/>
          <a:chExt cx="0" cy="0"/>
        </a:xfrm>
      </p:grpSpPr>
      <p:sp>
        <p:nvSpPr>
          <p:cNvPr id="1072" name="Google Shape;1072;p27"/>
          <p:cNvSpPr txBox="1">
            <a:spLocks noGrp="1"/>
          </p:cNvSpPr>
          <p:nvPr>
            <p:ph type="title"/>
          </p:nvPr>
        </p:nvSpPr>
        <p:spPr>
          <a:xfrm>
            <a:off x="713225" y="539500"/>
            <a:ext cx="7717500" cy="70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600"/>
              <a:buNone/>
              <a:defRPr/>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sp>
        <p:nvSpPr>
          <p:cNvPr id="1073" name="Google Shape;1073;p27"/>
          <p:cNvSpPr txBox="1">
            <a:spLocks noGrp="1"/>
          </p:cNvSpPr>
          <p:nvPr>
            <p:ph type="subTitle" idx="1"/>
          </p:nvPr>
        </p:nvSpPr>
        <p:spPr>
          <a:xfrm flipH="1">
            <a:off x="5870908" y="1891978"/>
            <a:ext cx="2087100" cy="5475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1074" name="Google Shape;1074;p27"/>
          <p:cNvSpPr txBox="1">
            <a:spLocks noGrp="1"/>
          </p:cNvSpPr>
          <p:nvPr>
            <p:ph type="subTitle" idx="2"/>
          </p:nvPr>
        </p:nvSpPr>
        <p:spPr>
          <a:xfrm flipH="1">
            <a:off x="5870908" y="1633158"/>
            <a:ext cx="2087100" cy="3918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dk1"/>
              </a:buClr>
              <a:buSzPts val="2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1075" name="Google Shape;1075;p27"/>
          <p:cNvSpPr txBox="1">
            <a:spLocks noGrp="1"/>
          </p:cNvSpPr>
          <p:nvPr>
            <p:ph type="subTitle" idx="3"/>
          </p:nvPr>
        </p:nvSpPr>
        <p:spPr>
          <a:xfrm flipH="1">
            <a:off x="5870908" y="2966378"/>
            <a:ext cx="2087100" cy="5475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1076" name="Google Shape;1076;p27"/>
          <p:cNvSpPr txBox="1">
            <a:spLocks noGrp="1"/>
          </p:cNvSpPr>
          <p:nvPr>
            <p:ph type="subTitle" idx="4"/>
          </p:nvPr>
        </p:nvSpPr>
        <p:spPr>
          <a:xfrm flipH="1">
            <a:off x="5870908" y="2707558"/>
            <a:ext cx="2087100" cy="3918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dk1"/>
              </a:buClr>
              <a:buSzPts val="2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1077" name="Google Shape;1077;p27"/>
          <p:cNvSpPr txBox="1">
            <a:spLocks noGrp="1"/>
          </p:cNvSpPr>
          <p:nvPr>
            <p:ph type="subTitle" idx="5"/>
          </p:nvPr>
        </p:nvSpPr>
        <p:spPr>
          <a:xfrm flipH="1">
            <a:off x="2188890" y="1891978"/>
            <a:ext cx="2087100" cy="5475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1078" name="Google Shape;1078;p27"/>
          <p:cNvSpPr txBox="1">
            <a:spLocks noGrp="1"/>
          </p:cNvSpPr>
          <p:nvPr>
            <p:ph type="subTitle" idx="6"/>
          </p:nvPr>
        </p:nvSpPr>
        <p:spPr>
          <a:xfrm flipH="1">
            <a:off x="2188890" y="1633158"/>
            <a:ext cx="2087100" cy="3918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dk1"/>
              </a:buClr>
              <a:buSzPts val="2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1079" name="Google Shape;1079;p27"/>
          <p:cNvSpPr txBox="1">
            <a:spLocks noGrp="1"/>
          </p:cNvSpPr>
          <p:nvPr>
            <p:ph type="subTitle" idx="7"/>
          </p:nvPr>
        </p:nvSpPr>
        <p:spPr>
          <a:xfrm flipH="1">
            <a:off x="5871015" y="4040783"/>
            <a:ext cx="2087100" cy="5475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1080" name="Google Shape;1080;p27"/>
          <p:cNvSpPr txBox="1">
            <a:spLocks noGrp="1"/>
          </p:cNvSpPr>
          <p:nvPr>
            <p:ph type="subTitle" idx="8"/>
          </p:nvPr>
        </p:nvSpPr>
        <p:spPr>
          <a:xfrm flipH="1">
            <a:off x="5870908" y="3781962"/>
            <a:ext cx="2087100" cy="3918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dk1"/>
              </a:buClr>
              <a:buSzPts val="2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1081" name="Google Shape;1081;p27"/>
          <p:cNvSpPr txBox="1">
            <a:spLocks noGrp="1"/>
          </p:cNvSpPr>
          <p:nvPr>
            <p:ph type="subTitle" idx="9"/>
          </p:nvPr>
        </p:nvSpPr>
        <p:spPr>
          <a:xfrm flipH="1">
            <a:off x="2188890" y="2966383"/>
            <a:ext cx="2087100" cy="5475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1082" name="Google Shape;1082;p27"/>
          <p:cNvSpPr txBox="1">
            <a:spLocks noGrp="1"/>
          </p:cNvSpPr>
          <p:nvPr>
            <p:ph type="subTitle" idx="13"/>
          </p:nvPr>
        </p:nvSpPr>
        <p:spPr>
          <a:xfrm flipH="1">
            <a:off x="2188890" y="2707563"/>
            <a:ext cx="2087100" cy="3918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dk1"/>
              </a:buClr>
              <a:buSzPts val="2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1083" name="Google Shape;1083;p27"/>
          <p:cNvSpPr txBox="1">
            <a:spLocks noGrp="1"/>
          </p:cNvSpPr>
          <p:nvPr>
            <p:ph type="subTitle" idx="14"/>
          </p:nvPr>
        </p:nvSpPr>
        <p:spPr>
          <a:xfrm flipH="1">
            <a:off x="2188890" y="4040783"/>
            <a:ext cx="2087100" cy="5475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Anaheim"/>
              <a:buNone/>
              <a:defRPr sz="1600">
                <a:solidFill>
                  <a:schemeClr val="dk1"/>
                </a:solidFill>
                <a:latin typeface="Barlow" panose="00000500000000000000"/>
                <a:ea typeface="Barlow" panose="00000500000000000000"/>
                <a:cs typeface="Barlow" panose="00000500000000000000"/>
                <a:sym typeface="Barlow" panose="00000500000000000000"/>
              </a:defRPr>
            </a:lvl1pPr>
            <a:lvl2pPr lvl="1"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2pPr>
            <a:lvl3pPr lvl="2"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3pPr>
            <a:lvl4pPr lvl="3"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4pPr>
            <a:lvl5pPr lvl="4"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5pPr>
            <a:lvl6pPr lvl="5"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6pPr>
            <a:lvl7pPr lvl="6"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7pPr>
            <a:lvl8pPr lvl="7"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8pPr>
            <a:lvl9pPr lvl="8" rtl="0">
              <a:spcBef>
                <a:spcPts val="0"/>
              </a:spcBef>
              <a:spcAft>
                <a:spcPts val="0"/>
              </a:spcAft>
              <a:buClr>
                <a:schemeClr val="dk1"/>
              </a:buClr>
              <a:buSzPts val="1400"/>
              <a:buFont typeface="Anaheim"/>
              <a:buNone/>
              <a:defRPr>
                <a:solidFill>
                  <a:schemeClr val="dk1"/>
                </a:solidFill>
                <a:latin typeface="Anaheim"/>
                <a:ea typeface="Anaheim"/>
                <a:cs typeface="Anaheim"/>
                <a:sym typeface="Anaheim"/>
              </a:defRPr>
            </a:lvl9pPr>
          </a:lstStyle>
          <a:p>
            <a:endParaRPr/>
          </a:p>
        </p:txBody>
      </p:sp>
      <p:sp>
        <p:nvSpPr>
          <p:cNvPr id="1084" name="Google Shape;1084;p27"/>
          <p:cNvSpPr txBox="1">
            <a:spLocks noGrp="1"/>
          </p:cNvSpPr>
          <p:nvPr>
            <p:ph type="subTitle" idx="15"/>
          </p:nvPr>
        </p:nvSpPr>
        <p:spPr>
          <a:xfrm flipH="1">
            <a:off x="2188890" y="3781963"/>
            <a:ext cx="2087100" cy="3918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dk1"/>
              </a:buClr>
              <a:buSzPts val="2000"/>
              <a:buNone/>
              <a:defRPr sz="2200" b="1">
                <a:solidFill>
                  <a:schemeClr val="accent1"/>
                </a:solidFill>
                <a:latin typeface="Work Sans"/>
                <a:ea typeface="Work Sans"/>
                <a:cs typeface="Work Sans"/>
                <a:sym typeface="Work Sans"/>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grpSp>
        <p:nvGrpSpPr>
          <p:cNvPr id="1085" name="Google Shape;1085;p27"/>
          <p:cNvGrpSpPr/>
          <p:nvPr/>
        </p:nvGrpSpPr>
        <p:grpSpPr>
          <a:xfrm rot="1037004" flipH="1">
            <a:off x="171657" y="4475289"/>
            <a:ext cx="224995" cy="341005"/>
            <a:chOff x="3250805" y="3533264"/>
            <a:chExt cx="352189" cy="533783"/>
          </a:xfrm>
        </p:grpSpPr>
        <p:sp>
          <p:nvSpPr>
            <p:cNvPr id="1086" name="Google Shape;1086;p27"/>
            <p:cNvSpPr/>
            <p:nvPr/>
          </p:nvSpPr>
          <p:spPr>
            <a:xfrm>
              <a:off x="3343515" y="3654420"/>
              <a:ext cx="222421" cy="399878"/>
            </a:xfrm>
            <a:custGeom>
              <a:avLst/>
              <a:gdLst/>
              <a:ahLst/>
              <a:cxnLst/>
              <a:rect l="l" t="t" r="r" b="b"/>
              <a:pathLst>
                <a:path w="15755" h="28325" extrusionOk="0">
                  <a:moveTo>
                    <a:pt x="15751" y="0"/>
                  </a:moveTo>
                  <a:lnTo>
                    <a:pt x="0" y="4"/>
                  </a:lnTo>
                  <a:lnTo>
                    <a:pt x="0" y="18677"/>
                  </a:lnTo>
                  <a:cubicBezTo>
                    <a:pt x="0" y="23445"/>
                    <a:pt x="3386" y="27417"/>
                    <a:pt x="7879" y="28324"/>
                  </a:cubicBezTo>
                  <a:cubicBezTo>
                    <a:pt x="12462" y="27386"/>
                    <a:pt x="15755" y="23356"/>
                    <a:pt x="15751" y="18677"/>
                  </a:cubicBezTo>
                  <a:lnTo>
                    <a:pt x="1575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7"/>
            <p:cNvSpPr/>
            <p:nvPr/>
          </p:nvSpPr>
          <p:spPr>
            <a:xfrm>
              <a:off x="3454690" y="3724839"/>
              <a:ext cx="113039" cy="19948"/>
            </a:xfrm>
            <a:custGeom>
              <a:avLst/>
              <a:gdLst/>
              <a:ahLst/>
              <a:cxnLst/>
              <a:rect l="l" t="t" r="r" b="b"/>
              <a:pathLst>
                <a:path w="8007" h="1413" extrusionOk="0">
                  <a:moveTo>
                    <a:pt x="0" y="0"/>
                  </a:moveTo>
                  <a:lnTo>
                    <a:pt x="0" y="1413"/>
                  </a:lnTo>
                  <a:lnTo>
                    <a:pt x="8007" y="1413"/>
                  </a:lnTo>
                  <a:lnTo>
                    <a:pt x="80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7"/>
            <p:cNvSpPr/>
            <p:nvPr/>
          </p:nvSpPr>
          <p:spPr>
            <a:xfrm>
              <a:off x="3454690" y="3813609"/>
              <a:ext cx="113039" cy="19906"/>
            </a:xfrm>
            <a:custGeom>
              <a:avLst/>
              <a:gdLst/>
              <a:ahLst/>
              <a:cxnLst/>
              <a:rect l="l" t="t" r="r" b="b"/>
              <a:pathLst>
                <a:path w="8007" h="1410" extrusionOk="0">
                  <a:moveTo>
                    <a:pt x="0" y="1"/>
                  </a:moveTo>
                  <a:lnTo>
                    <a:pt x="0" y="1410"/>
                  </a:lnTo>
                  <a:lnTo>
                    <a:pt x="8007" y="1410"/>
                  </a:lnTo>
                  <a:lnTo>
                    <a:pt x="80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7"/>
            <p:cNvSpPr/>
            <p:nvPr/>
          </p:nvSpPr>
          <p:spPr>
            <a:xfrm>
              <a:off x="3454690" y="3902338"/>
              <a:ext cx="111189" cy="19962"/>
            </a:xfrm>
            <a:custGeom>
              <a:avLst/>
              <a:gdLst/>
              <a:ahLst/>
              <a:cxnLst/>
              <a:rect l="l" t="t" r="r" b="b"/>
              <a:pathLst>
                <a:path w="7876" h="1414" extrusionOk="0">
                  <a:moveTo>
                    <a:pt x="0" y="0"/>
                  </a:moveTo>
                  <a:lnTo>
                    <a:pt x="0" y="1413"/>
                  </a:lnTo>
                  <a:lnTo>
                    <a:pt x="7876" y="1413"/>
                  </a:lnTo>
                  <a:lnTo>
                    <a:pt x="78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7"/>
            <p:cNvSpPr/>
            <p:nvPr/>
          </p:nvSpPr>
          <p:spPr>
            <a:xfrm>
              <a:off x="3277953" y="3533264"/>
              <a:ext cx="297907" cy="533783"/>
            </a:xfrm>
            <a:custGeom>
              <a:avLst/>
              <a:gdLst/>
              <a:ahLst/>
              <a:cxnLst/>
              <a:rect l="l" t="t" r="r" b="b"/>
              <a:pathLst>
                <a:path w="21102" h="37810" extrusionOk="0">
                  <a:moveTo>
                    <a:pt x="19688" y="1414"/>
                  </a:moveTo>
                  <a:lnTo>
                    <a:pt x="19688" y="27259"/>
                  </a:lnTo>
                  <a:cubicBezTo>
                    <a:pt x="19688" y="31587"/>
                    <a:pt x="16619" y="35350"/>
                    <a:pt x="12381" y="36211"/>
                  </a:cubicBezTo>
                  <a:cubicBezTo>
                    <a:pt x="11778" y="36335"/>
                    <a:pt x="11164" y="36397"/>
                    <a:pt x="10551" y="36397"/>
                  </a:cubicBezTo>
                  <a:cubicBezTo>
                    <a:pt x="5513" y="36397"/>
                    <a:pt x="1413" y="32297"/>
                    <a:pt x="1413" y="27259"/>
                  </a:cubicBezTo>
                  <a:lnTo>
                    <a:pt x="1413" y="1414"/>
                  </a:lnTo>
                  <a:close/>
                  <a:moveTo>
                    <a:pt x="0" y="1"/>
                  </a:moveTo>
                  <a:lnTo>
                    <a:pt x="0" y="27259"/>
                  </a:lnTo>
                  <a:cubicBezTo>
                    <a:pt x="0" y="33077"/>
                    <a:pt x="4733" y="37810"/>
                    <a:pt x="10551" y="37810"/>
                  </a:cubicBezTo>
                  <a:cubicBezTo>
                    <a:pt x="11261" y="37810"/>
                    <a:pt x="11971" y="37740"/>
                    <a:pt x="12666" y="37593"/>
                  </a:cubicBezTo>
                  <a:cubicBezTo>
                    <a:pt x="17553" y="36601"/>
                    <a:pt x="21101" y="32254"/>
                    <a:pt x="21101" y="27259"/>
                  </a:cubicBezTo>
                  <a:lnTo>
                    <a:pt x="211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7"/>
            <p:cNvSpPr/>
            <p:nvPr/>
          </p:nvSpPr>
          <p:spPr>
            <a:xfrm>
              <a:off x="3250805" y="3533264"/>
              <a:ext cx="352189" cy="19962"/>
            </a:xfrm>
            <a:custGeom>
              <a:avLst/>
              <a:gdLst/>
              <a:ahLst/>
              <a:cxnLst/>
              <a:rect l="l" t="t" r="r" b="b"/>
              <a:pathLst>
                <a:path w="24947" h="1414" extrusionOk="0">
                  <a:moveTo>
                    <a:pt x="1" y="1"/>
                  </a:moveTo>
                  <a:lnTo>
                    <a:pt x="1" y="1414"/>
                  </a:lnTo>
                  <a:lnTo>
                    <a:pt x="24947" y="1414"/>
                  </a:lnTo>
                  <a:lnTo>
                    <a:pt x="2494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2" name="Google Shape;1092;p27"/>
          <p:cNvGrpSpPr/>
          <p:nvPr/>
        </p:nvGrpSpPr>
        <p:grpSpPr>
          <a:xfrm flipH="1">
            <a:off x="812371" y="135516"/>
            <a:ext cx="424717" cy="407258"/>
            <a:chOff x="4385428" y="3121061"/>
            <a:chExt cx="785060" cy="752787"/>
          </a:xfrm>
        </p:grpSpPr>
        <p:sp>
          <p:nvSpPr>
            <p:cNvPr id="1093" name="Google Shape;1093;p27"/>
            <p:cNvSpPr/>
            <p:nvPr/>
          </p:nvSpPr>
          <p:spPr>
            <a:xfrm>
              <a:off x="4385428" y="3121061"/>
              <a:ext cx="785060" cy="752787"/>
            </a:xfrm>
            <a:custGeom>
              <a:avLst/>
              <a:gdLst/>
              <a:ahLst/>
              <a:cxnLst/>
              <a:rect l="l" t="t" r="r" b="b"/>
              <a:pathLst>
                <a:path w="55609" h="53323" extrusionOk="0">
                  <a:moveTo>
                    <a:pt x="42411" y="1412"/>
                  </a:moveTo>
                  <a:cubicBezTo>
                    <a:pt x="42416" y="1412"/>
                    <a:pt x="42421" y="1412"/>
                    <a:pt x="42426" y="1412"/>
                  </a:cubicBezTo>
                  <a:cubicBezTo>
                    <a:pt x="42429" y="1412"/>
                    <a:pt x="42432" y="1412"/>
                    <a:pt x="42435" y="1412"/>
                  </a:cubicBezTo>
                  <a:cubicBezTo>
                    <a:pt x="46720" y="1412"/>
                    <a:pt x="50584" y="3993"/>
                    <a:pt x="52223" y="7955"/>
                  </a:cubicBezTo>
                  <a:cubicBezTo>
                    <a:pt x="53868" y="11916"/>
                    <a:pt x="52961" y="16479"/>
                    <a:pt x="49923" y="19509"/>
                  </a:cubicBezTo>
                  <a:lnTo>
                    <a:pt x="30706" y="38730"/>
                  </a:lnTo>
                  <a:cubicBezTo>
                    <a:pt x="28447" y="40977"/>
                    <a:pt x="25525" y="42432"/>
                    <a:pt x="22371" y="42880"/>
                  </a:cubicBezTo>
                  <a:lnTo>
                    <a:pt x="21008" y="43073"/>
                  </a:lnTo>
                  <a:cubicBezTo>
                    <a:pt x="16804" y="43668"/>
                    <a:pt x="12909" y="45609"/>
                    <a:pt x="9898" y="48609"/>
                  </a:cubicBezTo>
                  <a:lnTo>
                    <a:pt x="7590" y="50917"/>
                  </a:lnTo>
                  <a:cubicBezTo>
                    <a:pt x="6926" y="51581"/>
                    <a:pt x="6056" y="51913"/>
                    <a:pt x="5187" y="51913"/>
                  </a:cubicBezTo>
                  <a:cubicBezTo>
                    <a:pt x="4317" y="51913"/>
                    <a:pt x="3447" y="51581"/>
                    <a:pt x="2783" y="50917"/>
                  </a:cubicBezTo>
                  <a:cubicBezTo>
                    <a:pt x="1459" y="49593"/>
                    <a:pt x="1459" y="47443"/>
                    <a:pt x="2783" y="46115"/>
                  </a:cubicBezTo>
                  <a:lnTo>
                    <a:pt x="4729" y="44169"/>
                  </a:lnTo>
                  <a:cubicBezTo>
                    <a:pt x="7980" y="40927"/>
                    <a:pt x="10211" y="36804"/>
                    <a:pt x="11153" y="32306"/>
                  </a:cubicBezTo>
                  <a:lnTo>
                    <a:pt x="11323" y="31492"/>
                  </a:lnTo>
                  <a:cubicBezTo>
                    <a:pt x="11906" y="28705"/>
                    <a:pt x="13288" y="26149"/>
                    <a:pt x="15303" y="24138"/>
                  </a:cubicBezTo>
                  <a:lnTo>
                    <a:pt x="34925" y="4512"/>
                  </a:lnTo>
                  <a:cubicBezTo>
                    <a:pt x="36910" y="2527"/>
                    <a:pt x="39602" y="1412"/>
                    <a:pt x="42411" y="1412"/>
                  </a:cubicBezTo>
                  <a:close/>
                  <a:moveTo>
                    <a:pt x="42428" y="1"/>
                  </a:moveTo>
                  <a:cubicBezTo>
                    <a:pt x="39350" y="1"/>
                    <a:pt x="36272" y="1172"/>
                    <a:pt x="33929" y="3516"/>
                  </a:cubicBezTo>
                  <a:lnTo>
                    <a:pt x="14307" y="23138"/>
                  </a:lnTo>
                  <a:cubicBezTo>
                    <a:pt x="12099" y="25342"/>
                    <a:pt x="10581" y="28145"/>
                    <a:pt x="9941" y="31202"/>
                  </a:cubicBezTo>
                  <a:lnTo>
                    <a:pt x="9771" y="32017"/>
                  </a:lnTo>
                  <a:cubicBezTo>
                    <a:pt x="8887" y="36244"/>
                    <a:pt x="6787" y="40120"/>
                    <a:pt x="3729" y="43173"/>
                  </a:cubicBezTo>
                  <a:lnTo>
                    <a:pt x="1788" y="45115"/>
                  </a:lnTo>
                  <a:cubicBezTo>
                    <a:pt x="409" y="46490"/>
                    <a:pt x="0" y="48559"/>
                    <a:pt x="745" y="50358"/>
                  </a:cubicBezTo>
                  <a:cubicBezTo>
                    <a:pt x="1485" y="52150"/>
                    <a:pt x="3237" y="53322"/>
                    <a:pt x="5179" y="53322"/>
                  </a:cubicBezTo>
                  <a:cubicBezTo>
                    <a:pt x="5182" y="53322"/>
                    <a:pt x="5185" y="53322"/>
                    <a:pt x="5189" y="53322"/>
                  </a:cubicBezTo>
                  <a:cubicBezTo>
                    <a:pt x="5193" y="53322"/>
                    <a:pt x="5198" y="53322"/>
                    <a:pt x="5203" y="53322"/>
                  </a:cubicBezTo>
                  <a:cubicBezTo>
                    <a:pt x="6472" y="53322"/>
                    <a:pt x="7690" y="52817"/>
                    <a:pt x="8590" y="51921"/>
                  </a:cubicBezTo>
                  <a:lnTo>
                    <a:pt x="10902" y="49609"/>
                  </a:lnTo>
                  <a:cubicBezTo>
                    <a:pt x="13693" y="46829"/>
                    <a:pt x="17306" y="45026"/>
                    <a:pt x="21209" y="44474"/>
                  </a:cubicBezTo>
                  <a:lnTo>
                    <a:pt x="22568" y="44281"/>
                  </a:lnTo>
                  <a:cubicBezTo>
                    <a:pt x="26027" y="43787"/>
                    <a:pt x="29231" y="42193"/>
                    <a:pt x="31705" y="39726"/>
                  </a:cubicBezTo>
                  <a:lnTo>
                    <a:pt x="50926" y="20509"/>
                  </a:lnTo>
                  <a:cubicBezTo>
                    <a:pt x="55609" y="15823"/>
                    <a:pt x="55609" y="8198"/>
                    <a:pt x="50926" y="3516"/>
                  </a:cubicBezTo>
                  <a:cubicBezTo>
                    <a:pt x="48583" y="1172"/>
                    <a:pt x="45505" y="1"/>
                    <a:pt x="424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7"/>
            <p:cNvSpPr/>
            <p:nvPr/>
          </p:nvSpPr>
          <p:spPr>
            <a:xfrm>
              <a:off x="4610391" y="3276198"/>
              <a:ext cx="388429" cy="388372"/>
            </a:xfrm>
            <a:custGeom>
              <a:avLst/>
              <a:gdLst/>
              <a:ahLst/>
              <a:cxnLst/>
              <a:rect l="l" t="t" r="r" b="b"/>
              <a:pathLst>
                <a:path w="27514" h="27510" extrusionOk="0">
                  <a:moveTo>
                    <a:pt x="26514" y="0"/>
                  </a:moveTo>
                  <a:lnTo>
                    <a:pt x="1" y="26514"/>
                  </a:lnTo>
                  <a:lnTo>
                    <a:pt x="1001" y="27510"/>
                  </a:lnTo>
                  <a:lnTo>
                    <a:pt x="27514" y="1000"/>
                  </a:lnTo>
                  <a:lnTo>
                    <a:pt x="26514"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7"/>
            <p:cNvSpPr/>
            <p:nvPr/>
          </p:nvSpPr>
          <p:spPr>
            <a:xfrm>
              <a:off x="4816676" y="3218373"/>
              <a:ext cx="88898" cy="88898"/>
            </a:xfrm>
            <a:custGeom>
              <a:avLst/>
              <a:gdLst/>
              <a:ahLst/>
              <a:cxnLst/>
              <a:rect l="l" t="t" r="r" b="b"/>
              <a:pathLst>
                <a:path w="6297" h="6297" extrusionOk="0">
                  <a:moveTo>
                    <a:pt x="1000" y="0"/>
                  </a:moveTo>
                  <a:lnTo>
                    <a:pt x="0" y="1000"/>
                  </a:lnTo>
                  <a:lnTo>
                    <a:pt x="5301" y="6297"/>
                  </a:lnTo>
                  <a:lnTo>
                    <a:pt x="6297" y="5301"/>
                  </a:lnTo>
                  <a:lnTo>
                    <a:pt x="100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7"/>
            <p:cNvSpPr/>
            <p:nvPr/>
          </p:nvSpPr>
          <p:spPr>
            <a:xfrm>
              <a:off x="4722879" y="3312000"/>
              <a:ext cx="88898" cy="88898"/>
            </a:xfrm>
            <a:custGeom>
              <a:avLst/>
              <a:gdLst/>
              <a:ahLst/>
              <a:cxnLst/>
              <a:rect l="l" t="t" r="r" b="b"/>
              <a:pathLst>
                <a:path w="6297" h="6297" extrusionOk="0">
                  <a:moveTo>
                    <a:pt x="997" y="1"/>
                  </a:moveTo>
                  <a:lnTo>
                    <a:pt x="1" y="1000"/>
                  </a:lnTo>
                  <a:lnTo>
                    <a:pt x="5297" y="6297"/>
                  </a:lnTo>
                  <a:lnTo>
                    <a:pt x="6297" y="5297"/>
                  </a:lnTo>
                  <a:lnTo>
                    <a:pt x="9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7"/>
            <p:cNvSpPr/>
            <p:nvPr/>
          </p:nvSpPr>
          <p:spPr>
            <a:xfrm>
              <a:off x="4629040" y="3405854"/>
              <a:ext cx="88898" cy="88898"/>
            </a:xfrm>
            <a:custGeom>
              <a:avLst/>
              <a:gdLst/>
              <a:ahLst/>
              <a:cxnLst/>
              <a:rect l="l" t="t" r="r" b="b"/>
              <a:pathLst>
                <a:path w="6297" h="6297" extrusionOk="0">
                  <a:moveTo>
                    <a:pt x="996" y="0"/>
                  </a:moveTo>
                  <a:lnTo>
                    <a:pt x="0" y="996"/>
                  </a:lnTo>
                  <a:lnTo>
                    <a:pt x="5297" y="6297"/>
                  </a:lnTo>
                  <a:lnTo>
                    <a:pt x="6296" y="5297"/>
                  </a:lnTo>
                  <a:lnTo>
                    <a:pt x="9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8" name="Google Shape;1098;p27"/>
          <p:cNvGrpSpPr/>
          <p:nvPr/>
        </p:nvGrpSpPr>
        <p:grpSpPr>
          <a:xfrm flipH="1">
            <a:off x="8686268" y="-110675"/>
            <a:ext cx="326296" cy="307399"/>
            <a:chOff x="3522327" y="1976386"/>
            <a:chExt cx="510715" cy="481139"/>
          </a:xfrm>
        </p:grpSpPr>
        <p:sp>
          <p:nvSpPr>
            <p:cNvPr id="1099" name="Google Shape;1099;p27"/>
            <p:cNvSpPr/>
            <p:nvPr/>
          </p:nvSpPr>
          <p:spPr>
            <a:xfrm>
              <a:off x="3525644" y="1976386"/>
              <a:ext cx="504136" cy="481139"/>
            </a:xfrm>
            <a:custGeom>
              <a:avLst/>
              <a:gdLst/>
              <a:ahLst/>
              <a:cxnLst/>
              <a:rect l="l" t="t" r="r" b="b"/>
              <a:pathLst>
                <a:path w="35710" h="34081" extrusionOk="0">
                  <a:moveTo>
                    <a:pt x="11756" y="1414"/>
                  </a:moveTo>
                  <a:cubicBezTo>
                    <a:pt x="14265" y="1414"/>
                    <a:pt x="16670" y="2417"/>
                    <a:pt x="18438" y="4205"/>
                  </a:cubicBezTo>
                  <a:lnTo>
                    <a:pt x="30695" y="16539"/>
                  </a:lnTo>
                  <a:cubicBezTo>
                    <a:pt x="34377" y="20245"/>
                    <a:pt x="34358" y="26236"/>
                    <a:pt x="30652" y="29919"/>
                  </a:cubicBezTo>
                  <a:cubicBezTo>
                    <a:pt x="28891" y="31680"/>
                    <a:pt x="26502" y="32668"/>
                    <a:pt x="24014" y="32668"/>
                  </a:cubicBezTo>
                  <a:cubicBezTo>
                    <a:pt x="24005" y="32668"/>
                    <a:pt x="23995" y="32668"/>
                    <a:pt x="23985" y="32668"/>
                  </a:cubicBezTo>
                  <a:lnTo>
                    <a:pt x="23954" y="32668"/>
                  </a:lnTo>
                  <a:cubicBezTo>
                    <a:pt x="21441" y="32668"/>
                    <a:pt x="19036" y="31664"/>
                    <a:pt x="17272" y="29876"/>
                  </a:cubicBezTo>
                  <a:lnTo>
                    <a:pt x="5015" y="17543"/>
                  </a:lnTo>
                  <a:cubicBezTo>
                    <a:pt x="2321" y="14833"/>
                    <a:pt x="1522" y="10768"/>
                    <a:pt x="2989" y="7239"/>
                  </a:cubicBezTo>
                  <a:cubicBezTo>
                    <a:pt x="4456" y="3711"/>
                    <a:pt x="7903" y="1414"/>
                    <a:pt x="11725" y="1414"/>
                  </a:cubicBezTo>
                  <a:close/>
                  <a:moveTo>
                    <a:pt x="11725" y="1"/>
                  </a:moveTo>
                  <a:cubicBezTo>
                    <a:pt x="7335" y="1"/>
                    <a:pt x="3375" y="2645"/>
                    <a:pt x="1688" y="6699"/>
                  </a:cubicBezTo>
                  <a:cubicBezTo>
                    <a:pt x="1" y="10752"/>
                    <a:pt x="919" y="15423"/>
                    <a:pt x="4016" y="18539"/>
                  </a:cubicBezTo>
                  <a:lnTo>
                    <a:pt x="16272" y="30872"/>
                  </a:lnTo>
                  <a:cubicBezTo>
                    <a:pt x="18299" y="32926"/>
                    <a:pt x="21063" y="34080"/>
                    <a:pt x="23951" y="34080"/>
                  </a:cubicBezTo>
                  <a:lnTo>
                    <a:pt x="23985" y="34080"/>
                  </a:lnTo>
                  <a:cubicBezTo>
                    <a:pt x="28375" y="34080"/>
                    <a:pt x="32335" y="31440"/>
                    <a:pt x="34022" y="27387"/>
                  </a:cubicBezTo>
                  <a:cubicBezTo>
                    <a:pt x="35709" y="23329"/>
                    <a:pt x="34790" y="18658"/>
                    <a:pt x="31694" y="15547"/>
                  </a:cubicBezTo>
                  <a:lnTo>
                    <a:pt x="19438" y="3209"/>
                  </a:lnTo>
                  <a:cubicBezTo>
                    <a:pt x="17411" y="1159"/>
                    <a:pt x="14643" y="1"/>
                    <a:pt x="117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7"/>
            <p:cNvSpPr/>
            <p:nvPr/>
          </p:nvSpPr>
          <p:spPr>
            <a:xfrm>
              <a:off x="3669742" y="2113396"/>
              <a:ext cx="215941" cy="207146"/>
            </a:xfrm>
            <a:custGeom>
              <a:avLst/>
              <a:gdLst/>
              <a:ahLst/>
              <a:cxnLst/>
              <a:rect l="l" t="t" r="r" b="b"/>
              <a:pathLst>
                <a:path w="15296" h="14673" extrusionOk="0">
                  <a:moveTo>
                    <a:pt x="7661" y="0"/>
                  </a:moveTo>
                  <a:cubicBezTo>
                    <a:pt x="6856" y="0"/>
                    <a:pt x="6051" y="306"/>
                    <a:pt x="5436" y="920"/>
                  </a:cubicBezTo>
                  <a:lnTo>
                    <a:pt x="1240" y="5085"/>
                  </a:lnTo>
                  <a:cubicBezTo>
                    <a:pt x="4" y="6313"/>
                    <a:pt x="1" y="8312"/>
                    <a:pt x="1228" y="9548"/>
                  </a:cubicBezTo>
                  <a:lnTo>
                    <a:pt x="5394" y="13740"/>
                  </a:lnTo>
                  <a:cubicBezTo>
                    <a:pt x="6012" y="14362"/>
                    <a:pt x="6822" y="14673"/>
                    <a:pt x="7633" y="14673"/>
                  </a:cubicBezTo>
                  <a:cubicBezTo>
                    <a:pt x="8437" y="14673"/>
                    <a:pt x="9241" y="14367"/>
                    <a:pt x="9856" y="13756"/>
                  </a:cubicBezTo>
                  <a:lnTo>
                    <a:pt x="14052" y="9590"/>
                  </a:lnTo>
                  <a:cubicBezTo>
                    <a:pt x="15288" y="8359"/>
                    <a:pt x="15295" y="6363"/>
                    <a:pt x="14064" y="5124"/>
                  </a:cubicBezTo>
                  <a:lnTo>
                    <a:pt x="9899" y="931"/>
                  </a:lnTo>
                  <a:cubicBezTo>
                    <a:pt x="9282" y="311"/>
                    <a:pt x="8472" y="0"/>
                    <a:pt x="7661"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7"/>
            <p:cNvSpPr/>
            <p:nvPr/>
          </p:nvSpPr>
          <p:spPr>
            <a:xfrm>
              <a:off x="3710838" y="2207701"/>
              <a:ext cx="35986" cy="26922"/>
            </a:xfrm>
            <a:custGeom>
              <a:avLst/>
              <a:gdLst/>
              <a:ahLst/>
              <a:cxnLst/>
              <a:rect l="l" t="t" r="r" b="b"/>
              <a:pathLst>
                <a:path w="2549" h="1907" extrusionOk="0">
                  <a:moveTo>
                    <a:pt x="1276" y="0"/>
                  </a:moveTo>
                  <a:cubicBezTo>
                    <a:pt x="1032" y="0"/>
                    <a:pt x="788" y="94"/>
                    <a:pt x="603" y="281"/>
                  </a:cubicBezTo>
                  <a:cubicBezTo>
                    <a:pt x="0" y="880"/>
                    <a:pt x="429" y="1906"/>
                    <a:pt x="1274" y="1906"/>
                  </a:cubicBezTo>
                  <a:cubicBezTo>
                    <a:pt x="2124" y="1906"/>
                    <a:pt x="2548" y="880"/>
                    <a:pt x="1950" y="281"/>
                  </a:cubicBezTo>
                  <a:cubicBezTo>
                    <a:pt x="1764" y="94"/>
                    <a:pt x="1520" y="0"/>
                    <a:pt x="12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7"/>
            <p:cNvSpPr/>
            <p:nvPr/>
          </p:nvSpPr>
          <p:spPr>
            <a:xfrm>
              <a:off x="3763920" y="2154676"/>
              <a:ext cx="35986" cy="26922"/>
            </a:xfrm>
            <a:custGeom>
              <a:avLst/>
              <a:gdLst/>
              <a:ahLst/>
              <a:cxnLst/>
              <a:rect l="l" t="t" r="r" b="b"/>
              <a:pathLst>
                <a:path w="2549" h="1907" extrusionOk="0">
                  <a:moveTo>
                    <a:pt x="1272" y="0"/>
                  </a:moveTo>
                  <a:cubicBezTo>
                    <a:pt x="1028" y="0"/>
                    <a:pt x="784" y="94"/>
                    <a:pt x="599" y="281"/>
                  </a:cubicBezTo>
                  <a:cubicBezTo>
                    <a:pt x="0" y="879"/>
                    <a:pt x="425" y="1906"/>
                    <a:pt x="1274" y="1906"/>
                  </a:cubicBezTo>
                  <a:cubicBezTo>
                    <a:pt x="2120" y="1906"/>
                    <a:pt x="2548" y="879"/>
                    <a:pt x="1946" y="281"/>
                  </a:cubicBezTo>
                  <a:cubicBezTo>
                    <a:pt x="1761" y="94"/>
                    <a:pt x="1516" y="0"/>
                    <a:pt x="12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7"/>
            <p:cNvSpPr/>
            <p:nvPr/>
          </p:nvSpPr>
          <p:spPr>
            <a:xfrm>
              <a:off x="3760051" y="2252369"/>
              <a:ext cx="26880" cy="26894"/>
            </a:xfrm>
            <a:custGeom>
              <a:avLst/>
              <a:gdLst/>
              <a:ahLst/>
              <a:cxnLst/>
              <a:rect l="l" t="t" r="r" b="b"/>
              <a:pathLst>
                <a:path w="1904" h="1905" extrusionOk="0">
                  <a:moveTo>
                    <a:pt x="954" y="1"/>
                  </a:moveTo>
                  <a:cubicBezTo>
                    <a:pt x="425" y="1"/>
                    <a:pt x="0" y="426"/>
                    <a:pt x="0" y="954"/>
                  </a:cubicBezTo>
                  <a:cubicBezTo>
                    <a:pt x="0" y="1479"/>
                    <a:pt x="425" y="1904"/>
                    <a:pt x="954" y="1904"/>
                  </a:cubicBezTo>
                  <a:cubicBezTo>
                    <a:pt x="1479" y="1904"/>
                    <a:pt x="1903" y="1479"/>
                    <a:pt x="1903" y="954"/>
                  </a:cubicBezTo>
                  <a:cubicBezTo>
                    <a:pt x="1903" y="426"/>
                    <a:pt x="1479" y="1"/>
                    <a:pt x="9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7"/>
            <p:cNvSpPr/>
            <p:nvPr/>
          </p:nvSpPr>
          <p:spPr>
            <a:xfrm>
              <a:off x="3808545" y="2199301"/>
              <a:ext cx="35986" cy="26922"/>
            </a:xfrm>
            <a:custGeom>
              <a:avLst/>
              <a:gdLst/>
              <a:ahLst/>
              <a:cxnLst/>
              <a:rect l="l" t="t" r="r" b="b"/>
              <a:pathLst>
                <a:path w="2549" h="1907" extrusionOk="0">
                  <a:moveTo>
                    <a:pt x="1274" y="1"/>
                  </a:moveTo>
                  <a:cubicBezTo>
                    <a:pt x="1031" y="1"/>
                    <a:pt x="787" y="94"/>
                    <a:pt x="599" y="282"/>
                  </a:cubicBezTo>
                  <a:cubicBezTo>
                    <a:pt x="1" y="880"/>
                    <a:pt x="426" y="1907"/>
                    <a:pt x="1275" y="1907"/>
                  </a:cubicBezTo>
                  <a:cubicBezTo>
                    <a:pt x="2124" y="1907"/>
                    <a:pt x="2549" y="880"/>
                    <a:pt x="1947" y="282"/>
                  </a:cubicBezTo>
                  <a:cubicBezTo>
                    <a:pt x="1761" y="94"/>
                    <a:pt x="1518" y="1"/>
                    <a:pt x="12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7"/>
            <p:cNvSpPr/>
            <p:nvPr/>
          </p:nvSpPr>
          <p:spPr>
            <a:xfrm>
              <a:off x="3761844" y="1977191"/>
              <a:ext cx="271197" cy="256826"/>
            </a:xfrm>
            <a:custGeom>
              <a:avLst/>
              <a:gdLst/>
              <a:ahLst/>
              <a:cxnLst/>
              <a:rect l="l" t="t" r="r" b="b"/>
              <a:pathLst>
                <a:path w="19210" h="18192" extrusionOk="0">
                  <a:moveTo>
                    <a:pt x="7289" y="1407"/>
                  </a:moveTo>
                  <a:cubicBezTo>
                    <a:pt x="9737" y="1407"/>
                    <a:pt x="12173" y="2347"/>
                    <a:pt x="13998" y="4186"/>
                  </a:cubicBezTo>
                  <a:cubicBezTo>
                    <a:pt x="17102" y="7310"/>
                    <a:pt x="17604" y="12181"/>
                    <a:pt x="15307" y="15856"/>
                  </a:cubicBezTo>
                  <a:cubicBezTo>
                    <a:pt x="15191" y="15725"/>
                    <a:pt x="15079" y="15606"/>
                    <a:pt x="14960" y="15486"/>
                  </a:cubicBezTo>
                  <a:lnTo>
                    <a:pt x="2703" y="3152"/>
                  </a:lnTo>
                  <a:cubicBezTo>
                    <a:pt x="2587" y="3036"/>
                    <a:pt x="2467" y="2920"/>
                    <a:pt x="2336" y="2804"/>
                  </a:cubicBezTo>
                  <a:cubicBezTo>
                    <a:pt x="3856" y="1868"/>
                    <a:pt x="5576" y="1407"/>
                    <a:pt x="7289" y="1407"/>
                  </a:cubicBezTo>
                  <a:close/>
                  <a:moveTo>
                    <a:pt x="7290" y="0"/>
                  </a:moveTo>
                  <a:cubicBezTo>
                    <a:pt x="4991" y="0"/>
                    <a:pt x="2683" y="722"/>
                    <a:pt x="742" y="2191"/>
                  </a:cubicBezTo>
                  <a:lnTo>
                    <a:pt x="1" y="2750"/>
                  </a:lnTo>
                  <a:lnTo>
                    <a:pt x="738" y="3314"/>
                  </a:lnTo>
                  <a:cubicBezTo>
                    <a:pt x="1078" y="3569"/>
                    <a:pt x="1402" y="3851"/>
                    <a:pt x="1703" y="4152"/>
                  </a:cubicBezTo>
                  <a:lnTo>
                    <a:pt x="13964" y="16482"/>
                  </a:lnTo>
                  <a:cubicBezTo>
                    <a:pt x="14261" y="16787"/>
                    <a:pt x="14539" y="17111"/>
                    <a:pt x="14794" y="17455"/>
                  </a:cubicBezTo>
                  <a:lnTo>
                    <a:pt x="15350" y="18192"/>
                  </a:lnTo>
                  <a:lnTo>
                    <a:pt x="15913" y="17462"/>
                  </a:lnTo>
                  <a:cubicBezTo>
                    <a:pt x="19210" y="13166"/>
                    <a:pt x="18816" y="7032"/>
                    <a:pt x="15002" y="3194"/>
                  </a:cubicBezTo>
                  <a:cubicBezTo>
                    <a:pt x="12903" y="1081"/>
                    <a:pt x="10103" y="0"/>
                    <a:pt x="72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7"/>
            <p:cNvSpPr/>
            <p:nvPr/>
          </p:nvSpPr>
          <p:spPr>
            <a:xfrm>
              <a:off x="3522327" y="2199894"/>
              <a:ext cx="271141" cy="256924"/>
            </a:xfrm>
            <a:custGeom>
              <a:avLst/>
              <a:gdLst/>
              <a:ahLst/>
              <a:cxnLst/>
              <a:rect l="l" t="t" r="r" b="b"/>
              <a:pathLst>
                <a:path w="19206" h="18199" extrusionOk="0">
                  <a:moveTo>
                    <a:pt x="3903" y="2336"/>
                  </a:moveTo>
                  <a:cubicBezTo>
                    <a:pt x="4019" y="2467"/>
                    <a:pt x="4131" y="2591"/>
                    <a:pt x="4251" y="2707"/>
                  </a:cubicBezTo>
                  <a:lnTo>
                    <a:pt x="16507" y="15044"/>
                  </a:lnTo>
                  <a:cubicBezTo>
                    <a:pt x="16623" y="15160"/>
                    <a:pt x="16743" y="15272"/>
                    <a:pt x="16870" y="15392"/>
                  </a:cubicBezTo>
                  <a:cubicBezTo>
                    <a:pt x="15353" y="16326"/>
                    <a:pt x="13635" y="16786"/>
                    <a:pt x="11923" y="16786"/>
                  </a:cubicBezTo>
                  <a:cubicBezTo>
                    <a:pt x="9475" y="16786"/>
                    <a:pt x="7038" y="15846"/>
                    <a:pt x="5212" y="14006"/>
                  </a:cubicBezTo>
                  <a:cubicBezTo>
                    <a:pt x="2104" y="10883"/>
                    <a:pt x="1606" y="6011"/>
                    <a:pt x="3903" y="2340"/>
                  </a:cubicBezTo>
                  <a:lnTo>
                    <a:pt x="3903" y="2336"/>
                  </a:lnTo>
                  <a:close/>
                  <a:moveTo>
                    <a:pt x="3861" y="0"/>
                  </a:moveTo>
                  <a:lnTo>
                    <a:pt x="3297" y="738"/>
                  </a:lnTo>
                  <a:cubicBezTo>
                    <a:pt x="0" y="5030"/>
                    <a:pt x="394" y="11165"/>
                    <a:pt x="4208" y="15006"/>
                  </a:cubicBezTo>
                  <a:cubicBezTo>
                    <a:pt x="6247" y="17052"/>
                    <a:pt x="9020" y="18198"/>
                    <a:pt x="11907" y="18198"/>
                  </a:cubicBezTo>
                  <a:cubicBezTo>
                    <a:pt x="11911" y="18198"/>
                    <a:pt x="11916" y="18198"/>
                    <a:pt x="11921" y="18198"/>
                  </a:cubicBezTo>
                  <a:cubicBezTo>
                    <a:pt x="14284" y="18198"/>
                    <a:pt x="16584" y="17430"/>
                    <a:pt x="18468" y="16006"/>
                  </a:cubicBezTo>
                  <a:lnTo>
                    <a:pt x="19206" y="15446"/>
                  </a:lnTo>
                  <a:lnTo>
                    <a:pt x="18472" y="14882"/>
                  </a:lnTo>
                  <a:cubicBezTo>
                    <a:pt x="18132" y="14624"/>
                    <a:pt x="17808" y="14346"/>
                    <a:pt x="17507" y="14044"/>
                  </a:cubicBezTo>
                  <a:lnTo>
                    <a:pt x="5250" y="1711"/>
                  </a:lnTo>
                  <a:cubicBezTo>
                    <a:pt x="4953" y="1406"/>
                    <a:pt x="4675" y="1081"/>
                    <a:pt x="4420" y="742"/>
                  </a:cubicBezTo>
                  <a:lnTo>
                    <a:pt x="38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7" name="Google Shape;1107;p27"/>
          <p:cNvGrpSpPr/>
          <p:nvPr/>
        </p:nvGrpSpPr>
        <p:grpSpPr>
          <a:xfrm rot="-1102524" flipH="1">
            <a:off x="8263890" y="580691"/>
            <a:ext cx="333769" cy="448008"/>
            <a:chOff x="4106283" y="2500625"/>
            <a:chExt cx="522432" cy="701244"/>
          </a:xfrm>
        </p:grpSpPr>
        <p:sp>
          <p:nvSpPr>
            <p:cNvPr id="1108" name="Google Shape;1108;p27"/>
            <p:cNvSpPr/>
            <p:nvPr/>
          </p:nvSpPr>
          <p:spPr>
            <a:xfrm>
              <a:off x="4258653" y="2963863"/>
              <a:ext cx="108309" cy="91030"/>
            </a:xfrm>
            <a:custGeom>
              <a:avLst/>
              <a:gdLst/>
              <a:ahLst/>
              <a:cxnLst/>
              <a:rect l="l" t="t" r="r" b="b"/>
              <a:pathLst>
                <a:path w="7672" h="6448" extrusionOk="0">
                  <a:moveTo>
                    <a:pt x="6039" y="1413"/>
                  </a:moveTo>
                  <a:lnTo>
                    <a:pt x="5514" y="5034"/>
                  </a:lnTo>
                  <a:lnTo>
                    <a:pt x="2159" y="5034"/>
                  </a:lnTo>
                  <a:lnTo>
                    <a:pt x="1634" y="1413"/>
                  </a:lnTo>
                  <a:close/>
                  <a:moveTo>
                    <a:pt x="1" y="0"/>
                  </a:moveTo>
                  <a:lnTo>
                    <a:pt x="939" y="6447"/>
                  </a:lnTo>
                  <a:lnTo>
                    <a:pt x="6737" y="6447"/>
                  </a:lnTo>
                  <a:lnTo>
                    <a:pt x="76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7"/>
            <p:cNvSpPr/>
            <p:nvPr/>
          </p:nvSpPr>
          <p:spPr>
            <a:xfrm>
              <a:off x="4106283" y="2500625"/>
              <a:ext cx="413106" cy="483200"/>
            </a:xfrm>
            <a:custGeom>
              <a:avLst/>
              <a:gdLst/>
              <a:ahLst/>
              <a:cxnLst/>
              <a:rect l="l" t="t" r="r" b="b"/>
              <a:pathLst>
                <a:path w="29262" h="34227" extrusionOk="0">
                  <a:moveTo>
                    <a:pt x="24672" y="1409"/>
                  </a:moveTo>
                  <a:cubicBezTo>
                    <a:pt x="26425" y="1413"/>
                    <a:pt x="27845" y="2834"/>
                    <a:pt x="27849" y="4586"/>
                  </a:cubicBezTo>
                  <a:lnTo>
                    <a:pt x="27849" y="24494"/>
                  </a:lnTo>
                  <a:cubicBezTo>
                    <a:pt x="27849" y="29080"/>
                    <a:pt x="24116" y="32813"/>
                    <a:pt x="19530" y="32813"/>
                  </a:cubicBezTo>
                  <a:lnTo>
                    <a:pt x="9732" y="32813"/>
                  </a:lnTo>
                  <a:cubicBezTo>
                    <a:pt x="5146" y="32813"/>
                    <a:pt x="1413" y="29080"/>
                    <a:pt x="1413" y="24494"/>
                  </a:cubicBezTo>
                  <a:lnTo>
                    <a:pt x="1413" y="4590"/>
                  </a:lnTo>
                  <a:cubicBezTo>
                    <a:pt x="1417" y="2834"/>
                    <a:pt x="2838" y="1413"/>
                    <a:pt x="4590" y="1413"/>
                  </a:cubicBezTo>
                  <a:lnTo>
                    <a:pt x="24672" y="1409"/>
                  </a:lnTo>
                  <a:close/>
                  <a:moveTo>
                    <a:pt x="4590" y="0"/>
                  </a:moveTo>
                  <a:cubicBezTo>
                    <a:pt x="2058" y="0"/>
                    <a:pt x="4" y="2054"/>
                    <a:pt x="0" y="4586"/>
                  </a:cubicBezTo>
                  <a:lnTo>
                    <a:pt x="0" y="24490"/>
                  </a:lnTo>
                  <a:cubicBezTo>
                    <a:pt x="0" y="29860"/>
                    <a:pt x="4366" y="34226"/>
                    <a:pt x="9732" y="34226"/>
                  </a:cubicBezTo>
                  <a:lnTo>
                    <a:pt x="19530" y="34226"/>
                  </a:lnTo>
                  <a:cubicBezTo>
                    <a:pt x="24896" y="34226"/>
                    <a:pt x="29262" y="29860"/>
                    <a:pt x="29258" y="24490"/>
                  </a:cubicBezTo>
                  <a:lnTo>
                    <a:pt x="29258" y="4586"/>
                  </a:lnTo>
                  <a:cubicBezTo>
                    <a:pt x="29258" y="2054"/>
                    <a:pt x="27204" y="0"/>
                    <a:pt x="246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7"/>
            <p:cNvSpPr/>
            <p:nvPr/>
          </p:nvSpPr>
          <p:spPr>
            <a:xfrm>
              <a:off x="4178438" y="2642153"/>
              <a:ext cx="268854" cy="279922"/>
            </a:xfrm>
            <a:custGeom>
              <a:avLst/>
              <a:gdLst/>
              <a:ahLst/>
              <a:cxnLst/>
              <a:rect l="l" t="t" r="r" b="b"/>
              <a:pathLst>
                <a:path w="19044" h="19828" extrusionOk="0">
                  <a:moveTo>
                    <a:pt x="0" y="0"/>
                  </a:moveTo>
                  <a:lnTo>
                    <a:pt x="0" y="10806"/>
                  </a:lnTo>
                  <a:cubicBezTo>
                    <a:pt x="0" y="15786"/>
                    <a:pt x="4038" y="19827"/>
                    <a:pt x="9022" y="19827"/>
                  </a:cubicBezTo>
                  <a:lnTo>
                    <a:pt x="10018" y="19827"/>
                  </a:lnTo>
                  <a:cubicBezTo>
                    <a:pt x="15002" y="19827"/>
                    <a:pt x="19044" y="15786"/>
                    <a:pt x="19044" y="10806"/>
                  </a:cubicBezTo>
                  <a:lnTo>
                    <a:pt x="19044"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7"/>
            <p:cNvSpPr/>
            <p:nvPr/>
          </p:nvSpPr>
          <p:spPr>
            <a:xfrm>
              <a:off x="4221157" y="2571523"/>
              <a:ext cx="183302" cy="19962"/>
            </a:xfrm>
            <a:custGeom>
              <a:avLst/>
              <a:gdLst/>
              <a:ahLst/>
              <a:cxnLst/>
              <a:rect l="l" t="t" r="r" b="b"/>
              <a:pathLst>
                <a:path w="12984" h="1414" extrusionOk="0">
                  <a:moveTo>
                    <a:pt x="1" y="0"/>
                  </a:moveTo>
                  <a:lnTo>
                    <a:pt x="1" y="1413"/>
                  </a:lnTo>
                  <a:lnTo>
                    <a:pt x="12983" y="1413"/>
                  </a:lnTo>
                  <a:lnTo>
                    <a:pt x="12983"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7"/>
            <p:cNvSpPr/>
            <p:nvPr/>
          </p:nvSpPr>
          <p:spPr>
            <a:xfrm>
              <a:off x="4302855" y="2615499"/>
              <a:ext cx="325860" cy="586370"/>
            </a:xfrm>
            <a:custGeom>
              <a:avLst/>
              <a:gdLst/>
              <a:ahLst/>
              <a:cxnLst/>
              <a:rect l="l" t="t" r="r" b="b"/>
              <a:pathLst>
                <a:path w="23082" h="41535" extrusionOk="0">
                  <a:moveTo>
                    <a:pt x="21669" y="1"/>
                  </a:moveTo>
                  <a:lnTo>
                    <a:pt x="21669" y="30417"/>
                  </a:lnTo>
                  <a:cubicBezTo>
                    <a:pt x="21669" y="35767"/>
                    <a:pt x="17314" y="40122"/>
                    <a:pt x="11964" y="40122"/>
                  </a:cubicBezTo>
                  <a:lnTo>
                    <a:pt x="11119" y="40122"/>
                  </a:lnTo>
                  <a:cubicBezTo>
                    <a:pt x="5768" y="40122"/>
                    <a:pt x="1414" y="35767"/>
                    <a:pt x="1414" y="30417"/>
                  </a:cubicBezTo>
                  <a:lnTo>
                    <a:pt x="1" y="30417"/>
                  </a:lnTo>
                  <a:cubicBezTo>
                    <a:pt x="1" y="36547"/>
                    <a:pt x="4992" y="41535"/>
                    <a:pt x="11119" y="41535"/>
                  </a:cubicBezTo>
                  <a:lnTo>
                    <a:pt x="11964" y="41535"/>
                  </a:lnTo>
                  <a:cubicBezTo>
                    <a:pt x="18094" y="41535"/>
                    <a:pt x="23082" y="36547"/>
                    <a:pt x="23082" y="30417"/>
                  </a:cubicBezTo>
                  <a:lnTo>
                    <a:pt x="230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7"/>
            <p:cNvSpPr/>
            <p:nvPr/>
          </p:nvSpPr>
          <p:spPr>
            <a:xfrm>
              <a:off x="4379640" y="2665970"/>
              <a:ext cx="135288" cy="19962"/>
            </a:xfrm>
            <a:custGeom>
              <a:avLst/>
              <a:gdLst/>
              <a:ahLst/>
              <a:cxnLst/>
              <a:rect l="l" t="t" r="r" b="b"/>
              <a:pathLst>
                <a:path w="9583" h="1414" extrusionOk="0">
                  <a:moveTo>
                    <a:pt x="1" y="0"/>
                  </a:moveTo>
                  <a:lnTo>
                    <a:pt x="1" y="1413"/>
                  </a:lnTo>
                  <a:lnTo>
                    <a:pt x="9582" y="1413"/>
                  </a:lnTo>
                  <a:lnTo>
                    <a:pt x="95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7"/>
            <p:cNvSpPr/>
            <p:nvPr/>
          </p:nvSpPr>
          <p:spPr>
            <a:xfrm>
              <a:off x="4379640" y="2772133"/>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7"/>
            <p:cNvSpPr/>
            <p:nvPr/>
          </p:nvSpPr>
          <p:spPr>
            <a:xfrm>
              <a:off x="4379640" y="2878297"/>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6" name="Google Shape;1116;p27"/>
          <p:cNvGrpSpPr/>
          <p:nvPr/>
        </p:nvGrpSpPr>
        <p:grpSpPr>
          <a:xfrm rot="874672" flipH="1">
            <a:off x="8909818" y="4566655"/>
            <a:ext cx="287956" cy="353932"/>
            <a:chOff x="3114176" y="1269099"/>
            <a:chExt cx="450729" cy="553999"/>
          </a:xfrm>
        </p:grpSpPr>
        <p:sp>
          <p:nvSpPr>
            <p:cNvPr id="1117" name="Google Shape;1117;p27"/>
            <p:cNvSpPr/>
            <p:nvPr/>
          </p:nvSpPr>
          <p:spPr>
            <a:xfrm>
              <a:off x="3186824" y="1376519"/>
              <a:ext cx="378081" cy="446579"/>
            </a:xfrm>
            <a:custGeom>
              <a:avLst/>
              <a:gdLst/>
              <a:ahLst/>
              <a:cxnLst/>
              <a:rect l="l" t="t" r="r" b="b"/>
              <a:pathLst>
                <a:path w="26781" h="31633" extrusionOk="0">
                  <a:moveTo>
                    <a:pt x="22341" y="1"/>
                  </a:moveTo>
                  <a:lnTo>
                    <a:pt x="22341" y="27193"/>
                  </a:lnTo>
                  <a:lnTo>
                    <a:pt x="1" y="27193"/>
                  </a:lnTo>
                  <a:lnTo>
                    <a:pt x="1" y="31633"/>
                  </a:lnTo>
                  <a:lnTo>
                    <a:pt x="26780" y="31633"/>
                  </a:lnTo>
                  <a:lnTo>
                    <a:pt x="2678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7"/>
            <p:cNvSpPr/>
            <p:nvPr/>
          </p:nvSpPr>
          <p:spPr>
            <a:xfrm>
              <a:off x="3114176" y="1303871"/>
              <a:ext cx="398029" cy="466527"/>
            </a:xfrm>
            <a:custGeom>
              <a:avLst/>
              <a:gdLst/>
              <a:ahLst/>
              <a:cxnLst/>
              <a:rect l="l" t="t" r="r" b="b"/>
              <a:pathLst>
                <a:path w="28194" h="33046" extrusionOk="0">
                  <a:moveTo>
                    <a:pt x="26780" y="1414"/>
                  </a:moveTo>
                  <a:lnTo>
                    <a:pt x="26780" y="31637"/>
                  </a:lnTo>
                  <a:lnTo>
                    <a:pt x="1414" y="31637"/>
                  </a:lnTo>
                  <a:lnTo>
                    <a:pt x="1414" y="1414"/>
                  </a:lnTo>
                  <a:close/>
                  <a:moveTo>
                    <a:pt x="1" y="1"/>
                  </a:moveTo>
                  <a:lnTo>
                    <a:pt x="1" y="33046"/>
                  </a:lnTo>
                  <a:lnTo>
                    <a:pt x="28193" y="33046"/>
                  </a:lnTo>
                  <a:lnTo>
                    <a:pt x="281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7"/>
            <p:cNvSpPr/>
            <p:nvPr/>
          </p:nvSpPr>
          <p:spPr>
            <a:xfrm>
              <a:off x="3229276" y="1269099"/>
              <a:ext cx="167829" cy="89505"/>
            </a:xfrm>
            <a:custGeom>
              <a:avLst/>
              <a:gdLst/>
              <a:ahLst/>
              <a:cxnLst/>
              <a:rect l="l" t="t" r="r" b="b"/>
              <a:pathLst>
                <a:path w="11888" h="6340" extrusionOk="0">
                  <a:moveTo>
                    <a:pt x="1" y="1"/>
                  </a:moveTo>
                  <a:lnTo>
                    <a:pt x="1" y="6339"/>
                  </a:lnTo>
                  <a:lnTo>
                    <a:pt x="11887" y="6339"/>
                  </a:lnTo>
                  <a:lnTo>
                    <a:pt x="11887"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7"/>
            <p:cNvSpPr/>
            <p:nvPr/>
          </p:nvSpPr>
          <p:spPr>
            <a:xfrm>
              <a:off x="3191300" y="1460335"/>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7"/>
            <p:cNvSpPr/>
            <p:nvPr/>
          </p:nvSpPr>
          <p:spPr>
            <a:xfrm>
              <a:off x="3191300" y="1561374"/>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7"/>
            <p:cNvSpPr/>
            <p:nvPr/>
          </p:nvSpPr>
          <p:spPr>
            <a:xfrm>
              <a:off x="3191300" y="1662427"/>
              <a:ext cx="243837" cy="19962"/>
            </a:xfrm>
            <a:custGeom>
              <a:avLst/>
              <a:gdLst/>
              <a:ahLst/>
              <a:cxnLst/>
              <a:rect l="l" t="t" r="r" b="b"/>
              <a:pathLst>
                <a:path w="17272" h="1414" extrusionOk="0">
                  <a:moveTo>
                    <a:pt x="0" y="0"/>
                  </a:moveTo>
                  <a:lnTo>
                    <a:pt x="0" y="1413"/>
                  </a:lnTo>
                  <a:lnTo>
                    <a:pt x="17272" y="1413"/>
                  </a:lnTo>
                  <a:lnTo>
                    <a:pt x="172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3" name="Google Shape;1123;p27"/>
          <p:cNvGrpSpPr/>
          <p:nvPr/>
        </p:nvGrpSpPr>
        <p:grpSpPr>
          <a:xfrm flipH="1">
            <a:off x="255045" y="831740"/>
            <a:ext cx="347501" cy="292779"/>
            <a:chOff x="4264060" y="1424745"/>
            <a:chExt cx="543905" cy="458254"/>
          </a:xfrm>
        </p:grpSpPr>
        <p:sp>
          <p:nvSpPr>
            <p:cNvPr id="1124" name="Google Shape;1124;p27"/>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7"/>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6" name="Google Shape;1126;p27"/>
          <p:cNvGrpSpPr/>
          <p:nvPr/>
        </p:nvGrpSpPr>
        <p:grpSpPr>
          <a:xfrm rot="-684611" flipH="1">
            <a:off x="143123" y="166654"/>
            <a:ext cx="282030" cy="344954"/>
            <a:chOff x="3410431" y="2717682"/>
            <a:chExt cx="441412" cy="539896"/>
          </a:xfrm>
        </p:grpSpPr>
        <p:sp>
          <p:nvSpPr>
            <p:cNvPr id="1127" name="Google Shape;1127;p27"/>
            <p:cNvSpPr/>
            <p:nvPr/>
          </p:nvSpPr>
          <p:spPr>
            <a:xfrm>
              <a:off x="3493499" y="3040112"/>
              <a:ext cx="281771" cy="140893"/>
            </a:xfrm>
            <a:custGeom>
              <a:avLst/>
              <a:gdLst/>
              <a:ahLst/>
              <a:cxnLst/>
              <a:rect l="l" t="t" r="r" b="b"/>
              <a:pathLst>
                <a:path w="19959" h="9980" extrusionOk="0">
                  <a:moveTo>
                    <a:pt x="0" y="0"/>
                  </a:moveTo>
                  <a:cubicBezTo>
                    <a:pt x="0" y="5513"/>
                    <a:pt x="4467" y="9979"/>
                    <a:pt x="9979" y="9979"/>
                  </a:cubicBezTo>
                  <a:cubicBezTo>
                    <a:pt x="15492" y="9979"/>
                    <a:pt x="19958" y="5513"/>
                    <a:pt x="19958"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7"/>
            <p:cNvSpPr/>
            <p:nvPr/>
          </p:nvSpPr>
          <p:spPr>
            <a:xfrm>
              <a:off x="3410431" y="2717682"/>
              <a:ext cx="441412" cy="539896"/>
            </a:xfrm>
            <a:custGeom>
              <a:avLst/>
              <a:gdLst/>
              <a:ahLst/>
              <a:cxnLst/>
              <a:rect l="l" t="t" r="r" b="b"/>
              <a:pathLst>
                <a:path w="31267" h="38243" extrusionOk="0">
                  <a:moveTo>
                    <a:pt x="18967" y="1414"/>
                  </a:moveTo>
                  <a:lnTo>
                    <a:pt x="18967" y="6900"/>
                  </a:lnTo>
                  <a:cubicBezTo>
                    <a:pt x="18971" y="8177"/>
                    <a:pt x="19751" y="9328"/>
                    <a:pt x="20943" y="9803"/>
                  </a:cubicBezTo>
                  <a:cubicBezTo>
                    <a:pt x="26356" y="11910"/>
                    <a:pt x="29857" y="17029"/>
                    <a:pt x="29857" y="22839"/>
                  </a:cubicBezTo>
                  <a:cubicBezTo>
                    <a:pt x="29865" y="26588"/>
                    <a:pt x="28363" y="30182"/>
                    <a:pt x="25684" y="32803"/>
                  </a:cubicBezTo>
                  <a:cubicBezTo>
                    <a:pt x="23058" y="35391"/>
                    <a:pt x="19598" y="36832"/>
                    <a:pt x="15928" y="36832"/>
                  </a:cubicBezTo>
                  <a:cubicBezTo>
                    <a:pt x="15837" y="36832"/>
                    <a:pt x="15746" y="36831"/>
                    <a:pt x="15655" y="36829"/>
                  </a:cubicBezTo>
                  <a:cubicBezTo>
                    <a:pt x="8474" y="36725"/>
                    <a:pt x="2437" y="31046"/>
                    <a:pt x="1912" y="23901"/>
                  </a:cubicBezTo>
                  <a:cubicBezTo>
                    <a:pt x="1456" y="17705"/>
                    <a:pt x="5027" y="12038"/>
                    <a:pt x="10798" y="9795"/>
                  </a:cubicBezTo>
                  <a:cubicBezTo>
                    <a:pt x="11972" y="9339"/>
                    <a:pt x="12759" y="8173"/>
                    <a:pt x="12759" y="6896"/>
                  </a:cubicBezTo>
                  <a:lnTo>
                    <a:pt x="12759" y="1414"/>
                  </a:lnTo>
                  <a:close/>
                  <a:moveTo>
                    <a:pt x="11350" y="1"/>
                  </a:moveTo>
                  <a:lnTo>
                    <a:pt x="11350" y="6900"/>
                  </a:lnTo>
                  <a:cubicBezTo>
                    <a:pt x="11350" y="7602"/>
                    <a:pt x="10922" y="8235"/>
                    <a:pt x="10289" y="8482"/>
                  </a:cubicBezTo>
                  <a:cubicBezTo>
                    <a:pt x="3935" y="10949"/>
                    <a:pt x="1" y="17191"/>
                    <a:pt x="503" y="24009"/>
                  </a:cubicBezTo>
                  <a:cubicBezTo>
                    <a:pt x="1082" y="31872"/>
                    <a:pt x="7729" y="38126"/>
                    <a:pt x="15635" y="38242"/>
                  </a:cubicBezTo>
                  <a:lnTo>
                    <a:pt x="15863" y="38242"/>
                  </a:lnTo>
                  <a:cubicBezTo>
                    <a:pt x="24371" y="38238"/>
                    <a:pt x="31266" y="31344"/>
                    <a:pt x="31266" y="22839"/>
                  </a:cubicBezTo>
                  <a:cubicBezTo>
                    <a:pt x="31266" y="16439"/>
                    <a:pt x="27413" y="10806"/>
                    <a:pt x="21453" y="8482"/>
                  </a:cubicBezTo>
                  <a:cubicBezTo>
                    <a:pt x="20804" y="8224"/>
                    <a:pt x="20380" y="7594"/>
                    <a:pt x="20380" y="6896"/>
                  </a:cubicBezTo>
                  <a:lnTo>
                    <a:pt x="2038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7"/>
            <p:cNvSpPr/>
            <p:nvPr/>
          </p:nvSpPr>
          <p:spPr>
            <a:xfrm>
              <a:off x="3539592" y="2717682"/>
              <a:ext cx="189513" cy="19962"/>
            </a:xfrm>
            <a:custGeom>
              <a:avLst/>
              <a:gdLst/>
              <a:ahLst/>
              <a:cxnLst/>
              <a:rect l="l" t="t" r="r" b="b"/>
              <a:pathLst>
                <a:path w="13424" h="1414" extrusionOk="0">
                  <a:moveTo>
                    <a:pt x="1" y="1"/>
                  </a:moveTo>
                  <a:lnTo>
                    <a:pt x="1" y="1414"/>
                  </a:lnTo>
                  <a:lnTo>
                    <a:pt x="13424" y="1414"/>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0" name="Google Shape;1130;p27"/>
          <p:cNvSpPr/>
          <p:nvPr/>
        </p:nvSpPr>
        <p:spPr>
          <a:xfrm>
            <a:off x="663136" y="53610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7"/>
          <p:cNvSpPr/>
          <p:nvPr/>
        </p:nvSpPr>
        <p:spPr>
          <a:xfrm>
            <a:off x="8869911" y="58323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7"/>
          <p:cNvSpPr/>
          <p:nvPr/>
        </p:nvSpPr>
        <p:spPr>
          <a:xfrm>
            <a:off x="342036" y="493747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27"/>
          <p:cNvSpPr/>
          <p:nvPr/>
        </p:nvSpPr>
        <p:spPr>
          <a:xfrm>
            <a:off x="8177111" y="23997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27"/>
          <p:cNvSpPr/>
          <p:nvPr/>
        </p:nvSpPr>
        <p:spPr>
          <a:xfrm>
            <a:off x="8659786" y="484202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1">
  <p:cSld name="CUSTOM_8_1">
    <p:spTree>
      <p:nvGrpSpPr>
        <p:cNvPr id="1" name="Shape 1135"/>
        <p:cNvGrpSpPr/>
        <p:nvPr/>
      </p:nvGrpSpPr>
      <p:grpSpPr>
        <a:xfrm>
          <a:off x="0" y="0"/>
          <a:ext cx="0" cy="0"/>
          <a:chOff x="0" y="0"/>
          <a:chExt cx="0" cy="0"/>
        </a:xfrm>
      </p:grpSpPr>
      <p:sp>
        <p:nvSpPr>
          <p:cNvPr id="1136" name="Google Shape;1136;p28"/>
          <p:cNvSpPr txBox="1">
            <a:spLocks noGrp="1"/>
          </p:cNvSpPr>
          <p:nvPr>
            <p:ph type="title"/>
          </p:nvPr>
        </p:nvSpPr>
        <p:spPr>
          <a:xfrm>
            <a:off x="713225" y="539500"/>
            <a:ext cx="7717500" cy="691500"/>
          </a:xfrm>
          <a:prstGeom prst="rect">
            <a:avLst/>
          </a:prstGeom>
        </p:spPr>
        <p:txBody>
          <a:bodyPr spcFirstLastPara="1" wrap="square" lIns="91425" tIns="91425" rIns="91425" bIns="91425" anchor="t" anchorCtr="0">
            <a:noAutofit/>
          </a:bodyPr>
          <a:lstStyle>
            <a:lvl1pPr lvl="0" rtl="0">
              <a:spcBef>
                <a:spcPts val="0"/>
              </a:spcBef>
              <a:spcAft>
                <a:spcPts val="0"/>
              </a:spcAft>
              <a:buSzPts val="4600"/>
              <a:buNone/>
              <a:defRPr/>
            </a:lvl1pPr>
            <a:lvl2pPr lvl="1" rtl="0">
              <a:spcBef>
                <a:spcPts val="0"/>
              </a:spcBef>
              <a:spcAft>
                <a:spcPts val="0"/>
              </a:spcAft>
              <a:buSzPts val="4600"/>
              <a:buNone/>
              <a:defRPr/>
            </a:lvl2pPr>
            <a:lvl3pPr lvl="2" rtl="0">
              <a:spcBef>
                <a:spcPts val="0"/>
              </a:spcBef>
              <a:spcAft>
                <a:spcPts val="0"/>
              </a:spcAft>
              <a:buSzPts val="4600"/>
              <a:buNone/>
              <a:defRPr/>
            </a:lvl3pPr>
            <a:lvl4pPr lvl="3" rtl="0">
              <a:spcBef>
                <a:spcPts val="0"/>
              </a:spcBef>
              <a:spcAft>
                <a:spcPts val="0"/>
              </a:spcAft>
              <a:buSzPts val="4600"/>
              <a:buNone/>
              <a:defRPr/>
            </a:lvl4pPr>
            <a:lvl5pPr lvl="4" rtl="0">
              <a:spcBef>
                <a:spcPts val="0"/>
              </a:spcBef>
              <a:spcAft>
                <a:spcPts val="0"/>
              </a:spcAft>
              <a:buSzPts val="4600"/>
              <a:buNone/>
              <a:defRPr/>
            </a:lvl5pPr>
            <a:lvl6pPr lvl="5" rtl="0">
              <a:spcBef>
                <a:spcPts val="0"/>
              </a:spcBef>
              <a:spcAft>
                <a:spcPts val="0"/>
              </a:spcAft>
              <a:buSzPts val="4600"/>
              <a:buNone/>
              <a:defRPr/>
            </a:lvl6pPr>
            <a:lvl7pPr lvl="6" rtl="0">
              <a:spcBef>
                <a:spcPts val="0"/>
              </a:spcBef>
              <a:spcAft>
                <a:spcPts val="0"/>
              </a:spcAft>
              <a:buSzPts val="4600"/>
              <a:buNone/>
              <a:defRPr/>
            </a:lvl7pPr>
            <a:lvl8pPr lvl="7" rtl="0">
              <a:spcBef>
                <a:spcPts val="0"/>
              </a:spcBef>
              <a:spcAft>
                <a:spcPts val="0"/>
              </a:spcAft>
              <a:buSzPts val="4600"/>
              <a:buNone/>
              <a:defRPr/>
            </a:lvl8pPr>
            <a:lvl9pPr lvl="8" rtl="0">
              <a:spcBef>
                <a:spcPts val="0"/>
              </a:spcBef>
              <a:spcAft>
                <a:spcPts val="0"/>
              </a:spcAft>
              <a:buSzPts val="4600"/>
              <a:buNone/>
              <a:defRPr/>
            </a:lvl9pPr>
          </a:lstStyle>
          <a:p>
            <a:endParaRPr/>
          </a:p>
        </p:txBody>
      </p:sp>
      <p:grpSp>
        <p:nvGrpSpPr>
          <p:cNvPr id="1137" name="Google Shape;1137;p28"/>
          <p:cNvGrpSpPr/>
          <p:nvPr/>
        </p:nvGrpSpPr>
        <p:grpSpPr>
          <a:xfrm rot="-1130568">
            <a:off x="142286" y="4644099"/>
            <a:ext cx="276322" cy="339632"/>
            <a:chOff x="3114176" y="1269099"/>
            <a:chExt cx="450729" cy="553999"/>
          </a:xfrm>
        </p:grpSpPr>
        <p:sp>
          <p:nvSpPr>
            <p:cNvPr id="1138" name="Google Shape;1138;p28"/>
            <p:cNvSpPr/>
            <p:nvPr/>
          </p:nvSpPr>
          <p:spPr>
            <a:xfrm>
              <a:off x="3186824" y="1376519"/>
              <a:ext cx="378081" cy="446579"/>
            </a:xfrm>
            <a:custGeom>
              <a:avLst/>
              <a:gdLst/>
              <a:ahLst/>
              <a:cxnLst/>
              <a:rect l="l" t="t" r="r" b="b"/>
              <a:pathLst>
                <a:path w="26781" h="31633" extrusionOk="0">
                  <a:moveTo>
                    <a:pt x="22341" y="1"/>
                  </a:moveTo>
                  <a:lnTo>
                    <a:pt x="22341" y="27193"/>
                  </a:lnTo>
                  <a:lnTo>
                    <a:pt x="1" y="27193"/>
                  </a:lnTo>
                  <a:lnTo>
                    <a:pt x="1" y="31633"/>
                  </a:lnTo>
                  <a:lnTo>
                    <a:pt x="26780" y="31633"/>
                  </a:lnTo>
                  <a:lnTo>
                    <a:pt x="2678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8"/>
            <p:cNvSpPr/>
            <p:nvPr/>
          </p:nvSpPr>
          <p:spPr>
            <a:xfrm>
              <a:off x="3114176" y="1303871"/>
              <a:ext cx="398029" cy="466527"/>
            </a:xfrm>
            <a:custGeom>
              <a:avLst/>
              <a:gdLst/>
              <a:ahLst/>
              <a:cxnLst/>
              <a:rect l="l" t="t" r="r" b="b"/>
              <a:pathLst>
                <a:path w="28194" h="33046" extrusionOk="0">
                  <a:moveTo>
                    <a:pt x="26780" y="1414"/>
                  </a:moveTo>
                  <a:lnTo>
                    <a:pt x="26780" y="31637"/>
                  </a:lnTo>
                  <a:lnTo>
                    <a:pt x="1414" y="31637"/>
                  </a:lnTo>
                  <a:lnTo>
                    <a:pt x="1414" y="1414"/>
                  </a:lnTo>
                  <a:close/>
                  <a:moveTo>
                    <a:pt x="1" y="1"/>
                  </a:moveTo>
                  <a:lnTo>
                    <a:pt x="1" y="33046"/>
                  </a:lnTo>
                  <a:lnTo>
                    <a:pt x="28193" y="33046"/>
                  </a:lnTo>
                  <a:lnTo>
                    <a:pt x="281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8"/>
            <p:cNvSpPr/>
            <p:nvPr/>
          </p:nvSpPr>
          <p:spPr>
            <a:xfrm>
              <a:off x="3229276" y="1269099"/>
              <a:ext cx="167829" cy="89505"/>
            </a:xfrm>
            <a:custGeom>
              <a:avLst/>
              <a:gdLst/>
              <a:ahLst/>
              <a:cxnLst/>
              <a:rect l="l" t="t" r="r" b="b"/>
              <a:pathLst>
                <a:path w="11888" h="6340" extrusionOk="0">
                  <a:moveTo>
                    <a:pt x="1" y="1"/>
                  </a:moveTo>
                  <a:lnTo>
                    <a:pt x="1" y="6339"/>
                  </a:lnTo>
                  <a:lnTo>
                    <a:pt x="11887" y="6339"/>
                  </a:lnTo>
                  <a:lnTo>
                    <a:pt x="11887"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8"/>
            <p:cNvSpPr/>
            <p:nvPr/>
          </p:nvSpPr>
          <p:spPr>
            <a:xfrm>
              <a:off x="3191300" y="1460335"/>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8"/>
            <p:cNvSpPr/>
            <p:nvPr/>
          </p:nvSpPr>
          <p:spPr>
            <a:xfrm>
              <a:off x="3191300" y="1561374"/>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8"/>
            <p:cNvSpPr/>
            <p:nvPr/>
          </p:nvSpPr>
          <p:spPr>
            <a:xfrm>
              <a:off x="3191300" y="1662427"/>
              <a:ext cx="243837" cy="19962"/>
            </a:xfrm>
            <a:custGeom>
              <a:avLst/>
              <a:gdLst/>
              <a:ahLst/>
              <a:cxnLst/>
              <a:rect l="l" t="t" r="r" b="b"/>
              <a:pathLst>
                <a:path w="17272" h="1414" extrusionOk="0">
                  <a:moveTo>
                    <a:pt x="0" y="0"/>
                  </a:moveTo>
                  <a:lnTo>
                    <a:pt x="0" y="1413"/>
                  </a:lnTo>
                  <a:lnTo>
                    <a:pt x="17272" y="1413"/>
                  </a:lnTo>
                  <a:lnTo>
                    <a:pt x="172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4" name="Google Shape;1144;p28"/>
          <p:cNvGrpSpPr/>
          <p:nvPr/>
        </p:nvGrpSpPr>
        <p:grpSpPr>
          <a:xfrm rot="1799931">
            <a:off x="8525509" y="4536050"/>
            <a:ext cx="413566" cy="486101"/>
            <a:chOff x="8071717" y="2421860"/>
            <a:chExt cx="443820" cy="521710"/>
          </a:xfrm>
        </p:grpSpPr>
        <p:grpSp>
          <p:nvGrpSpPr>
            <p:cNvPr id="1145" name="Google Shape;1145;p28"/>
            <p:cNvGrpSpPr/>
            <p:nvPr/>
          </p:nvGrpSpPr>
          <p:grpSpPr>
            <a:xfrm>
              <a:off x="8071717" y="2421860"/>
              <a:ext cx="443820" cy="521710"/>
              <a:chOff x="8071475" y="2521207"/>
              <a:chExt cx="359252" cy="422301"/>
            </a:xfrm>
          </p:grpSpPr>
          <p:sp>
            <p:nvSpPr>
              <p:cNvPr id="1146" name="Google Shape;1146;p28"/>
              <p:cNvSpPr/>
              <p:nvPr/>
            </p:nvSpPr>
            <p:spPr>
              <a:xfrm>
                <a:off x="8071475" y="2533659"/>
                <a:ext cx="234159" cy="276670"/>
              </a:xfrm>
              <a:custGeom>
                <a:avLst/>
                <a:gdLst/>
                <a:ahLst/>
                <a:cxnLst/>
                <a:rect l="l" t="t" r="r" b="b"/>
                <a:pathLst>
                  <a:path w="5679" h="6710" fill="none" extrusionOk="0">
                    <a:moveTo>
                      <a:pt x="1165" y="0"/>
                    </a:moveTo>
                    <a:lnTo>
                      <a:pt x="1021" y="0"/>
                    </a:lnTo>
                    <a:cubicBezTo>
                      <a:pt x="458" y="0"/>
                      <a:pt x="0" y="458"/>
                      <a:pt x="0" y="1024"/>
                    </a:cubicBezTo>
                    <a:lnTo>
                      <a:pt x="0" y="3872"/>
                    </a:lnTo>
                    <a:cubicBezTo>
                      <a:pt x="0" y="5440"/>
                      <a:pt x="1270" y="6709"/>
                      <a:pt x="2838" y="6709"/>
                    </a:cubicBezTo>
                    <a:lnTo>
                      <a:pt x="2838" y="6709"/>
                    </a:lnTo>
                    <a:cubicBezTo>
                      <a:pt x="4406" y="6709"/>
                      <a:pt x="5679" y="5440"/>
                      <a:pt x="5679" y="3872"/>
                    </a:cubicBezTo>
                    <a:lnTo>
                      <a:pt x="5679" y="1021"/>
                    </a:lnTo>
                    <a:cubicBezTo>
                      <a:pt x="5679" y="458"/>
                      <a:pt x="5221" y="0"/>
                      <a:pt x="4654" y="0"/>
                    </a:cubicBezTo>
                    <a:lnTo>
                      <a:pt x="4654" y="0"/>
                    </a:lnTo>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8"/>
              <p:cNvSpPr/>
              <p:nvPr/>
            </p:nvSpPr>
            <p:spPr>
              <a:xfrm>
                <a:off x="8338944" y="2534978"/>
                <a:ext cx="91784" cy="91701"/>
              </a:xfrm>
              <a:custGeom>
                <a:avLst/>
                <a:gdLst/>
                <a:ahLst/>
                <a:cxnLst/>
                <a:rect l="l" t="t" r="r" b="b"/>
                <a:pathLst>
                  <a:path w="2226" h="2224" fill="none" extrusionOk="0">
                    <a:moveTo>
                      <a:pt x="2226" y="1271"/>
                    </a:moveTo>
                    <a:cubicBezTo>
                      <a:pt x="2222" y="423"/>
                      <a:pt x="1198" y="1"/>
                      <a:pt x="599" y="600"/>
                    </a:cubicBezTo>
                    <a:cubicBezTo>
                      <a:pt x="0" y="1199"/>
                      <a:pt x="426" y="2223"/>
                      <a:pt x="1273" y="2223"/>
                    </a:cubicBezTo>
                    <a:cubicBezTo>
                      <a:pt x="1797" y="2223"/>
                      <a:pt x="2226" y="1798"/>
                      <a:pt x="2226" y="1271"/>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8"/>
              <p:cNvSpPr/>
              <p:nvPr/>
            </p:nvSpPr>
            <p:spPr>
              <a:xfrm>
                <a:off x="8107099" y="2521207"/>
                <a:ext cx="24863" cy="24904"/>
              </a:xfrm>
              <a:custGeom>
                <a:avLst/>
                <a:gdLst/>
                <a:ahLst/>
                <a:cxnLst/>
                <a:rect l="l" t="t" r="r" b="b"/>
                <a:pathLst>
                  <a:path w="603" h="604" fill="none" extrusionOk="0">
                    <a:moveTo>
                      <a:pt x="603" y="302"/>
                    </a:moveTo>
                    <a:cubicBezTo>
                      <a:pt x="603" y="469"/>
                      <a:pt x="468" y="603"/>
                      <a:pt x="301" y="603"/>
                    </a:cubicBezTo>
                    <a:cubicBezTo>
                      <a:pt x="134" y="603"/>
                      <a:pt x="0" y="469"/>
                      <a:pt x="0" y="302"/>
                    </a:cubicBezTo>
                    <a:cubicBezTo>
                      <a:pt x="0" y="135"/>
                      <a:pt x="134" y="1"/>
                      <a:pt x="301" y="1"/>
                    </a:cubicBezTo>
                    <a:cubicBezTo>
                      <a:pt x="468" y="1"/>
                      <a:pt x="603" y="135"/>
                      <a:pt x="603" y="302"/>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8"/>
              <p:cNvSpPr/>
              <p:nvPr/>
            </p:nvSpPr>
            <p:spPr>
              <a:xfrm>
                <a:off x="8249306" y="2521207"/>
                <a:ext cx="24740" cy="24904"/>
              </a:xfrm>
              <a:custGeom>
                <a:avLst/>
                <a:gdLst/>
                <a:ahLst/>
                <a:cxnLst/>
                <a:rect l="l" t="t" r="r" b="b"/>
                <a:pathLst>
                  <a:path w="600" h="604" fill="none" extrusionOk="0">
                    <a:moveTo>
                      <a:pt x="600" y="302"/>
                    </a:moveTo>
                    <a:cubicBezTo>
                      <a:pt x="600" y="469"/>
                      <a:pt x="466" y="603"/>
                      <a:pt x="302" y="603"/>
                    </a:cubicBezTo>
                    <a:cubicBezTo>
                      <a:pt x="135" y="603"/>
                      <a:pt x="1" y="469"/>
                      <a:pt x="1" y="302"/>
                    </a:cubicBezTo>
                    <a:cubicBezTo>
                      <a:pt x="1" y="135"/>
                      <a:pt x="135" y="1"/>
                      <a:pt x="302" y="1"/>
                    </a:cubicBezTo>
                    <a:cubicBezTo>
                      <a:pt x="466" y="1"/>
                      <a:pt x="600" y="135"/>
                      <a:pt x="600" y="302"/>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8"/>
              <p:cNvSpPr/>
              <p:nvPr/>
            </p:nvSpPr>
            <p:spPr>
              <a:xfrm>
                <a:off x="8188614" y="2626636"/>
                <a:ext cx="202864" cy="316872"/>
              </a:xfrm>
              <a:custGeom>
                <a:avLst/>
                <a:gdLst/>
                <a:ahLst/>
                <a:cxnLst/>
                <a:rect l="l" t="t" r="r" b="b"/>
                <a:pathLst>
                  <a:path w="4920" h="7685" fill="none" extrusionOk="0">
                    <a:moveTo>
                      <a:pt x="0" y="4454"/>
                    </a:moveTo>
                    <a:lnTo>
                      <a:pt x="0" y="5224"/>
                    </a:lnTo>
                    <a:cubicBezTo>
                      <a:pt x="0" y="6585"/>
                      <a:pt x="1100" y="7685"/>
                      <a:pt x="2458" y="7685"/>
                    </a:cubicBezTo>
                    <a:lnTo>
                      <a:pt x="2458" y="7685"/>
                    </a:lnTo>
                    <a:cubicBezTo>
                      <a:pt x="3820" y="7685"/>
                      <a:pt x="4919" y="6585"/>
                      <a:pt x="4919" y="5224"/>
                    </a:cubicBezTo>
                    <a:lnTo>
                      <a:pt x="4919" y="0"/>
                    </a:lnTo>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1" name="Google Shape;1151;p28"/>
            <p:cNvSpPr/>
            <p:nvPr/>
          </p:nvSpPr>
          <p:spPr>
            <a:xfrm>
              <a:off x="8436649" y="2472701"/>
              <a:ext cx="61200" cy="61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2" name="Google Shape;1152;p28"/>
          <p:cNvGrpSpPr/>
          <p:nvPr/>
        </p:nvGrpSpPr>
        <p:grpSpPr>
          <a:xfrm rot="737111">
            <a:off x="165590" y="171371"/>
            <a:ext cx="229739" cy="528111"/>
            <a:chOff x="2363845" y="2207038"/>
            <a:chExt cx="418880" cy="962898"/>
          </a:xfrm>
        </p:grpSpPr>
        <p:sp>
          <p:nvSpPr>
            <p:cNvPr id="1153" name="Google Shape;1153;p28"/>
            <p:cNvSpPr/>
            <p:nvPr/>
          </p:nvSpPr>
          <p:spPr>
            <a:xfrm>
              <a:off x="2481938" y="2474734"/>
              <a:ext cx="249075" cy="437318"/>
            </a:xfrm>
            <a:custGeom>
              <a:avLst/>
              <a:gdLst/>
              <a:ahLst/>
              <a:cxnLst/>
              <a:rect l="l" t="t" r="r" b="b"/>
              <a:pathLst>
                <a:path w="17643" h="30977" extrusionOk="0">
                  <a:moveTo>
                    <a:pt x="0" y="0"/>
                  </a:moveTo>
                  <a:lnTo>
                    <a:pt x="0" y="30976"/>
                  </a:lnTo>
                  <a:lnTo>
                    <a:pt x="17642" y="30976"/>
                  </a:lnTo>
                  <a:lnTo>
                    <a:pt x="17642"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8"/>
            <p:cNvSpPr/>
            <p:nvPr/>
          </p:nvSpPr>
          <p:spPr>
            <a:xfrm>
              <a:off x="2405590" y="2370688"/>
              <a:ext cx="335389" cy="552474"/>
            </a:xfrm>
            <a:custGeom>
              <a:avLst/>
              <a:gdLst/>
              <a:ahLst/>
              <a:cxnLst/>
              <a:rect l="l" t="t" r="r" b="b"/>
              <a:pathLst>
                <a:path w="23757" h="39134" extrusionOk="0">
                  <a:moveTo>
                    <a:pt x="22344" y="1414"/>
                  </a:moveTo>
                  <a:lnTo>
                    <a:pt x="22344" y="37721"/>
                  </a:lnTo>
                  <a:lnTo>
                    <a:pt x="1413" y="37721"/>
                  </a:lnTo>
                  <a:lnTo>
                    <a:pt x="1413" y="1414"/>
                  </a:lnTo>
                  <a:close/>
                  <a:moveTo>
                    <a:pt x="0" y="1"/>
                  </a:moveTo>
                  <a:lnTo>
                    <a:pt x="0" y="39134"/>
                  </a:lnTo>
                  <a:lnTo>
                    <a:pt x="23757" y="39134"/>
                  </a:lnTo>
                  <a:lnTo>
                    <a:pt x="237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8"/>
            <p:cNvSpPr/>
            <p:nvPr/>
          </p:nvSpPr>
          <p:spPr>
            <a:xfrm>
              <a:off x="2476107" y="2903200"/>
              <a:ext cx="194356" cy="138888"/>
            </a:xfrm>
            <a:custGeom>
              <a:avLst/>
              <a:gdLst/>
              <a:ahLst/>
              <a:cxnLst/>
              <a:rect l="l" t="t" r="r" b="b"/>
              <a:pathLst>
                <a:path w="13767" h="9838" extrusionOk="0">
                  <a:moveTo>
                    <a:pt x="12087" y="1414"/>
                  </a:moveTo>
                  <a:lnTo>
                    <a:pt x="10867" y="8424"/>
                  </a:lnTo>
                  <a:lnTo>
                    <a:pt x="2900" y="8424"/>
                  </a:lnTo>
                  <a:lnTo>
                    <a:pt x="1680" y="1414"/>
                  </a:lnTo>
                  <a:close/>
                  <a:moveTo>
                    <a:pt x="0" y="1"/>
                  </a:moveTo>
                  <a:lnTo>
                    <a:pt x="1714" y="9837"/>
                  </a:lnTo>
                  <a:lnTo>
                    <a:pt x="12053" y="9837"/>
                  </a:lnTo>
                  <a:lnTo>
                    <a:pt x="137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8"/>
            <p:cNvSpPr/>
            <p:nvPr/>
          </p:nvSpPr>
          <p:spPr>
            <a:xfrm>
              <a:off x="2531857" y="2269917"/>
              <a:ext cx="82856" cy="120733"/>
            </a:xfrm>
            <a:custGeom>
              <a:avLst/>
              <a:gdLst/>
              <a:ahLst/>
              <a:cxnLst/>
              <a:rect l="l" t="t" r="r" b="b"/>
              <a:pathLst>
                <a:path w="5869" h="8552" extrusionOk="0">
                  <a:moveTo>
                    <a:pt x="4459" y="1414"/>
                  </a:moveTo>
                  <a:lnTo>
                    <a:pt x="4459" y="7139"/>
                  </a:lnTo>
                  <a:lnTo>
                    <a:pt x="1413" y="7139"/>
                  </a:lnTo>
                  <a:lnTo>
                    <a:pt x="1413" y="1414"/>
                  </a:lnTo>
                  <a:close/>
                  <a:moveTo>
                    <a:pt x="1" y="1"/>
                  </a:moveTo>
                  <a:lnTo>
                    <a:pt x="1" y="8552"/>
                  </a:lnTo>
                  <a:lnTo>
                    <a:pt x="5868" y="8552"/>
                  </a:lnTo>
                  <a:lnTo>
                    <a:pt x="58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8"/>
            <p:cNvSpPr/>
            <p:nvPr/>
          </p:nvSpPr>
          <p:spPr>
            <a:xfrm>
              <a:off x="2467001" y="2207038"/>
              <a:ext cx="224609" cy="82841"/>
            </a:xfrm>
            <a:custGeom>
              <a:avLst/>
              <a:gdLst/>
              <a:ahLst/>
              <a:cxnLst/>
              <a:rect l="l" t="t" r="r" b="b"/>
              <a:pathLst>
                <a:path w="15910" h="5868" extrusionOk="0">
                  <a:moveTo>
                    <a:pt x="13057" y="1409"/>
                  </a:moveTo>
                  <a:cubicBezTo>
                    <a:pt x="13852" y="1409"/>
                    <a:pt x="14496" y="2054"/>
                    <a:pt x="14500" y="2849"/>
                  </a:cubicBezTo>
                  <a:lnTo>
                    <a:pt x="14500" y="3011"/>
                  </a:lnTo>
                  <a:cubicBezTo>
                    <a:pt x="14496" y="3806"/>
                    <a:pt x="13852" y="4451"/>
                    <a:pt x="13057" y="4455"/>
                  </a:cubicBezTo>
                  <a:lnTo>
                    <a:pt x="2857" y="4455"/>
                  </a:lnTo>
                  <a:cubicBezTo>
                    <a:pt x="2058" y="4451"/>
                    <a:pt x="1414" y="3806"/>
                    <a:pt x="1414" y="3011"/>
                  </a:cubicBezTo>
                  <a:lnTo>
                    <a:pt x="1414" y="2849"/>
                  </a:lnTo>
                  <a:cubicBezTo>
                    <a:pt x="1417" y="2054"/>
                    <a:pt x="2058" y="1409"/>
                    <a:pt x="2857" y="1409"/>
                  </a:cubicBezTo>
                  <a:close/>
                  <a:moveTo>
                    <a:pt x="2857" y="0"/>
                  </a:moveTo>
                  <a:cubicBezTo>
                    <a:pt x="1282" y="0"/>
                    <a:pt x="5" y="1278"/>
                    <a:pt x="1" y="2853"/>
                  </a:cubicBezTo>
                  <a:lnTo>
                    <a:pt x="1" y="3015"/>
                  </a:lnTo>
                  <a:cubicBezTo>
                    <a:pt x="5" y="4590"/>
                    <a:pt x="1282" y="5868"/>
                    <a:pt x="2857" y="5868"/>
                  </a:cubicBezTo>
                  <a:lnTo>
                    <a:pt x="13057" y="5868"/>
                  </a:lnTo>
                  <a:cubicBezTo>
                    <a:pt x="14632" y="5868"/>
                    <a:pt x="15909" y="4590"/>
                    <a:pt x="15909" y="3015"/>
                  </a:cubicBezTo>
                  <a:lnTo>
                    <a:pt x="15909" y="2853"/>
                  </a:lnTo>
                  <a:cubicBezTo>
                    <a:pt x="15909" y="1278"/>
                    <a:pt x="14632" y="0"/>
                    <a:pt x="130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8"/>
            <p:cNvSpPr/>
            <p:nvPr/>
          </p:nvSpPr>
          <p:spPr>
            <a:xfrm>
              <a:off x="2563311" y="3032093"/>
              <a:ext cx="19948" cy="137843"/>
            </a:xfrm>
            <a:custGeom>
              <a:avLst/>
              <a:gdLst/>
              <a:ahLst/>
              <a:cxnLst/>
              <a:rect l="l" t="t" r="r" b="b"/>
              <a:pathLst>
                <a:path w="1413" h="9764" extrusionOk="0">
                  <a:moveTo>
                    <a:pt x="0" y="1"/>
                  </a:moveTo>
                  <a:lnTo>
                    <a:pt x="0" y="9764"/>
                  </a:lnTo>
                  <a:lnTo>
                    <a:pt x="1413" y="9764"/>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8"/>
            <p:cNvSpPr/>
            <p:nvPr/>
          </p:nvSpPr>
          <p:spPr>
            <a:xfrm>
              <a:off x="2573278" y="2556813"/>
              <a:ext cx="157735" cy="19948"/>
            </a:xfrm>
            <a:custGeom>
              <a:avLst/>
              <a:gdLst/>
              <a:ahLst/>
              <a:cxnLst/>
              <a:rect l="l" t="t" r="r" b="b"/>
              <a:pathLst>
                <a:path w="11173" h="1413" extrusionOk="0">
                  <a:moveTo>
                    <a:pt x="0" y="0"/>
                  </a:moveTo>
                  <a:lnTo>
                    <a:pt x="0" y="1413"/>
                  </a:lnTo>
                  <a:lnTo>
                    <a:pt x="11172" y="1413"/>
                  </a:lnTo>
                  <a:lnTo>
                    <a:pt x="111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8"/>
            <p:cNvSpPr/>
            <p:nvPr/>
          </p:nvSpPr>
          <p:spPr>
            <a:xfrm>
              <a:off x="2573278" y="2680624"/>
              <a:ext cx="157735" cy="19906"/>
            </a:xfrm>
            <a:custGeom>
              <a:avLst/>
              <a:gdLst/>
              <a:ahLst/>
              <a:cxnLst/>
              <a:rect l="l" t="t" r="r" b="b"/>
              <a:pathLst>
                <a:path w="11173" h="1410" extrusionOk="0">
                  <a:moveTo>
                    <a:pt x="0" y="1"/>
                  </a:moveTo>
                  <a:lnTo>
                    <a:pt x="0" y="1410"/>
                  </a:lnTo>
                  <a:lnTo>
                    <a:pt x="11172" y="1410"/>
                  </a:lnTo>
                  <a:lnTo>
                    <a:pt x="111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8"/>
            <p:cNvSpPr/>
            <p:nvPr/>
          </p:nvSpPr>
          <p:spPr>
            <a:xfrm>
              <a:off x="2573278" y="2804392"/>
              <a:ext cx="157735" cy="19962"/>
            </a:xfrm>
            <a:custGeom>
              <a:avLst/>
              <a:gdLst/>
              <a:ahLst/>
              <a:cxnLst/>
              <a:rect l="l" t="t" r="r" b="b"/>
              <a:pathLst>
                <a:path w="11173" h="1414" extrusionOk="0">
                  <a:moveTo>
                    <a:pt x="0" y="1"/>
                  </a:moveTo>
                  <a:lnTo>
                    <a:pt x="0" y="1414"/>
                  </a:lnTo>
                  <a:lnTo>
                    <a:pt x="11172" y="1414"/>
                  </a:lnTo>
                  <a:lnTo>
                    <a:pt x="111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8"/>
            <p:cNvSpPr/>
            <p:nvPr/>
          </p:nvSpPr>
          <p:spPr>
            <a:xfrm>
              <a:off x="2363845" y="2370688"/>
              <a:ext cx="418880" cy="19962"/>
            </a:xfrm>
            <a:custGeom>
              <a:avLst/>
              <a:gdLst/>
              <a:ahLst/>
              <a:cxnLst/>
              <a:rect l="l" t="t" r="r" b="b"/>
              <a:pathLst>
                <a:path w="29671" h="1414" extrusionOk="0">
                  <a:moveTo>
                    <a:pt x="0" y="1"/>
                  </a:moveTo>
                  <a:lnTo>
                    <a:pt x="0" y="1414"/>
                  </a:lnTo>
                  <a:lnTo>
                    <a:pt x="29671" y="1414"/>
                  </a:lnTo>
                  <a:lnTo>
                    <a:pt x="296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3" name="Google Shape;1163;p28"/>
          <p:cNvGrpSpPr/>
          <p:nvPr/>
        </p:nvGrpSpPr>
        <p:grpSpPr>
          <a:xfrm rot="-1684182">
            <a:off x="8679052" y="122835"/>
            <a:ext cx="282970" cy="371976"/>
            <a:chOff x="2574478" y="1600508"/>
            <a:chExt cx="390928" cy="513891"/>
          </a:xfrm>
        </p:grpSpPr>
        <p:sp>
          <p:nvSpPr>
            <p:cNvPr id="1164" name="Google Shape;1164;p28"/>
            <p:cNvSpPr/>
            <p:nvPr/>
          </p:nvSpPr>
          <p:spPr>
            <a:xfrm>
              <a:off x="2637583" y="1681175"/>
              <a:ext cx="264717" cy="352570"/>
            </a:xfrm>
            <a:custGeom>
              <a:avLst/>
              <a:gdLst/>
              <a:ahLst/>
              <a:cxnLst/>
              <a:rect l="l" t="t" r="r" b="b"/>
              <a:pathLst>
                <a:path w="18751" h="24974" extrusionOk="0">
                  <a:moveTo>
                    <a:pt x="9374" y="0"/>
                  </a:moveTo>
                  <a:cubicBezTo>
                    <a:pt x="4251" y="0"/>
                    <a:pt x="90" y="10192"/>
                    <a:pt x="1" y="15426"/>
                  </a:cubicBezTo>
                  <a:cubicBezTo>
                    <a:pt x="474" y="15212"/>
                    <a:pt x="969" y="15111"/>
                    <a:pt x="1454" y="15111"/>
                  </a:cubicBezTo>
                  <a:cubicBezTo>
                    <a:pt x="2867" y="15111"/>
                    <a:pt x="4207" y="15965"/>
                    <a:pt x="4753" y="17372"/>
                  </a:cubicBezTo>
                  <a:cubicBezTo>
                    <a:pt x="5486" y="19263"/>
                    <a:pt x="4479" y="21383"/>
                    <a:pt x="2549" y="22012"/>
                  </a:cubicBezTo>
                  <a:cubicBezTo>
                    <a:pt x="4337" y="23917"/>
                    <a:pt x="6822" y="24974"/>
                    <a:pt x="9392" y="24974"/>
                  </a:cubicBezTo>
                  <a:cubicBezTo>
                    <a:pt x="9890" y="24974"/>
                    <a:pt x="10391" y="24934"/>
                    <a:pt x="10891" y="24853"/>
                  </a:cubicBezTo>
                  <a:cubicBezTo>
                    <a:pt x="15350" y="24128"/>
                    <a:pt x="18751" y="20256"/>
                    <a:pt x="18751" y="15596"/>
                  </a:cubicBezTo>
                  <a:cubicBezTo>
                    <a:pt x="18751" y="10937"/>
                    <a:pt x="15350" y="2023"/>
                    <a:pt x="10891" y="297"/>
                  </a:cubicBezTo>
                  <a:cubicBezTo>
                    <a:pt x="10408" y="100"/>
                    <a:pt x="9895" y="0"/>
                    <a:pt x="9374"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8"/>
            <p:cNvSpPr/>
            <p:nvPr/>
          </p:nvSpPr>
          <p:spPr>
            <a:xfrm>
              <a:off x="2574478" y="1600508"/>
              <a:ext cx="390928" cy="513891"/>
            </a:xfrm>
            <a:custGeom>
              <a:avLst/>
              <a:gdLst/>
              <a:ahLst/>
              <a:cxnLst/>
              <a:rect l="l" t="t" r="r" b="b"/>
              <a:pathLst>
                <a:path w="27691" h="36401" extrusionOk="0">
                  <a:moveTo>
                    <a:pt x="13844" y="1414"/>
                  </a:moveTo>
                  <a:cubicBezTo>
                    <a:pt x="14485" y="1414"/>
                    <a:pt x="15122" y="1541"/>
                    <a:pt x="15712" y="1784"/>
                  </a:cubicBezTo>
                  <a:cubicBezTo>
                    <a:pt x="18322" y="2792"/>
                    <a:pt x="21043" y="6004"/>
                    <a:pt x="23178" y="10594"/>
                  </a:cubicBezTo>
                  <a:cubicBezTo>
                    <a:pt x="25058" y="14639"/>
                    <a:pt x="26274" y="19334"/>
                    <a:pt x="26274" y="22557"/>
                  </a:cubicBezTo>
                  <a:cubicBezTo>
                    <a:pt x="26274" y="28687"/>
                    <a:pt x="21893" y="33845"/>
                    <a:pt x="15851" y="34825"/>
                  </a:cubicBezTo>
                  <a:cubicBezTo>
                    <a:pt x="15187" y="34933"/>
                    <a:pt x="14515" y="34988"/>
                    <a:pt x="13844" y="34988"/>
                  </a:cubicBezTo>
                  <a:cubicBezTo>
                    <a:pt x="6992" y="34988"/>
                    <a:pt x="1413" y="29409"/>
                    <a:pt x="1413" y="22557"/>
                  </a:cubicBezTo>
                  <a:cubicBezTo>
                    <a:pt x="1413" y="15593"/>
                    <a:pt x="7169" y="1414"/>
                    <a:pt x="13844" y="1414"/>
                  </a:cubicBezTo>
                  <a:close/>
                  <a:moveTo>
                    <a:pt x="13844" y="1"/>
                  </a:moveTo>
                  <a:cubicBezTo>
                    <a:pt x="5984" y="1"/>
                    <a:pt x="0" y="15033"/>
                    <a:pt x="0" y="22557"/>
                  </a:cubicBezTo>
                  <a:cubicBezTo>
                    <a:pt x="0" y="30189"/>
                    <a:pt x="6212" y="36400"/>
                    <a:pt x="13844" y="36400"/>
                  </a:cubicBezTo>
                  <a:cubicBezTo>
                    <a:pt x="14593" y="36400"/>
                    <a:pt x="15342" y="36343"/>
                    <a:pt x="16083" y="36219"/>
                  </a:cubicBezTo>
                  <a:cubicBezTo>
                    <a:pt x="22808" y="35126"/>
                    <a:pt x="27691" y="29382"/>
                    <a:pt x="27691" y="22557"/>
                  </a:cubicBezTo>
                  <a:cubicBezTo>
                    <a:pt x="27691" y="15612"/>
                    <a:pt x="22765" y="2996"/>
                    <a:pt x="16229" y="472"/>
                  </a:cubicBezTo>
                  <a:cubicBezTo>
                    <a:pt x="15473" y="163"/>
                    <a:pt x="14662" y="5"/>
                    <a:pt x="1384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6" name="Google Shape;1166;p28"/>
          <p:cNvSpPr/>
          <p:nvPr/>
        </p:nvSpPr>
        <p:spPr>
          <a:xfrm flipH="1">
            <a:off x="529275" y="7812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8"/>
          <p:cNvSpPr/>
          <p:nvPr/>
        </p:nvSpPr>
        <p:spPr>
          <a:xfrm flipH="1">
            <a:off x="112025" y="83515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8"/>
          <p:cNvSpPr/>
          <p:nvPr/>
        </p:nvSpPr>
        <p:spPr>
          <a:xfrm flipH="1">
            <a:off x="629475" y="491905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8"/>
          <p:cNvSpPr/>
          <p:nvPr/>
        </p:nvSpPr>
        <p:spPr>
          <a:xfrm flipH="1">
            <a:off x="529275" y="460857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28"/>
          <p:cNvSpPr/>
          <p:nvPr/>
        </p:nvSpPr>
        <p:spPr>
          <a:xfrm flipH="1">
            <a:off x="8430725" y="481885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28"/>
          <p:cNvSpPr/>
          <p:nvPr/>
        </p:nvSpPr>
        <p:spPr>
          <a:xfrm flipH="1">
            <a:off x="8932700" y="422757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8"/>
          <p:cNvSpPr/>
          <p:nvPr/>
        </p:nvSpPr>
        <p:spPr>
          <a:xfrm flipH="1">
            <a:off x="8932700" y="53950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8"/>
          <p:cNvSpPr/>
          <p:nvPr/>
        </p:nvSpPr>
        <p:spPr>
          <a:xfrm flipH="1">
            <a:off x="8530925" y="152975"/>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p:cSld name="TITLE_ONLY_1">
    <p:spTree>
      <p:nvGrpSpPr>
        <p:cNvPr id="1" name="Shape 1242"/>
        <p:cNvGrpSpPr/>
        <p:nvPr/>
      </p:nvGrpSpPr>
      <p:grpSpPr>
        <a:xfrm>
          <a:off x="0" y="0"/>
          <a:ext cx="0" cy="0"/>
          <a:chOff x="0" y="0"/>
          <a:chExt cx="0" cy="0"/>
        </a:xfrm>
      </p:grpSpPr>
      <p:grpSp>
        <p:nvGrpSpPr>
          <p:cNvPr id="1243" name="Google Shape;1243;p30"/>
          <p:cNvGrpSpPr/>
          <p:nvPr/>
        </p:nvGrpSpPr>
        <p:grpSpPr>
          <a:xfrm rot="1022458">
            <a:off x="8325066" y="4830850"/>
            <a:ext cx="211420" cy="349773"/>
            <a:chOff x="2994713" y="2224360"/>
            <a:chExt cx="333286" cy="551387"/>
          </a:xfrm>
        </p:grpSpPr>
        <p:sp>
          <p:nvSpPr>
            <p:cNvPr id="1244" name="Google Shape;1244;p30"/>
            <p:cNvSpPr/>
            <p:nvPr/>
          </p:nvSpPr>
          <p:spPr>
            <a:xfrm>
              <a:off x="3004751" y="2292053"/>
              <a:ext cx="313267" cy="19962"/>
            </a:xfrm>
            <a:custGeom>
              <a:avLst/>
              <a:gdLst/>
              <a:ahLst/>
              <a:cxnLst/>
              <a:rect l="l" t="t" r="r" b="b"/>
              <a:pathLst>
                <a:path w="22190" h="1414" extrusionOk="0">
                  <a:moveTo>
                    <a:pt x="0" y="0"/>
                  </a:moveTo>
                  <a:lnTo>
                    <a:pt x="0" y="1413"/>
                  </a:lnTo>
                  <a:lnTo>
                    <a:pt x="22190" y="1413"/>
                  </a:lnTo>
                  <a:lnTo>
                    <a:pt x="22190"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0"/>
            <p:cNvSpPr/>
            <p:nvPr/>
          </p:nvSpPr>
          <p:spPr>
            <a:xfrm>
              <a:off x="3008238" y="2384805"/>
              <a:ext cx="306293" cy="19962"/>
            </a:xfrm>
            <a:custGeom>
              <a:avLst/>
              <a:gdLst/>
              <a:ahLst/>
              <a:cxnLst/>
              <a:rect l="l" t="t" r="r" b="b"/>
              <a:pathLst>
                <a:path w="21696" h="1414" extrusionOk="0">
                  <a:moveTo>
                    <a:pt x="0" y="1"/>
                  </a:moveTo>
                  <a:lnTo>
                    <a:pt x="0" y="1414"/>
                  </a:lnTo>
                  <a:lnTo>
                    <a:pt x="21696" y="1414"/>
                  </a:lnTo>
                  <a:lnTo>
                    <a:pt x="21696"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0"/>
            <p:cNvSpPr/>
            <p:nvPr/>
          </p:nvSpPr>
          <p:spPr>
            <a:xfrm>
              <a:off x="3008944" y="2620412"/>
              <a:ext cx="300082" cy="19962"/>
            </a:xfrm>
            <a:custGeom>
              <a:avLst/>
              <a:gdLst/>
              <a:ahLst/>
              <a:cxnLst/>
              <a:rect l="l" t="t" r="r" b="b"/>
              <a:pathLst>
                <a:path w="21256" h="1414" extrusionOk="0">
                  <a:moveTo>
                    <a:pt x="0" y="0"/>
                  </a:moveTo>
                  <a:lnTo>
                    <a:pt x="0" y="1413"/>
                  </a:lnTo>
                  <a:lnTo>
                    <a:pt x="21256" y="1413"/>
                  </a:lnTo>
                  <a:lnTo>
                    <a:pt x="21256"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0"/>
            <p:cNvSpPr/>
            <p:nvPr/>
          </p:nvSpPr>
          <p:spPr>
            <a:xfrm>
              <a:off x="3004751" y="2713108"/>
              <a:ext cx="313267" cy="19962"/>
            </a:xfrm>
            <a:custGeom>
              <a:avLst/>
              <a:gdLst/>
              <a:ahLst/>
              <a:cxnLst/>
              <a:rect l="l" t="t" r="r" b="b"/>
              <a:pathLst>
                <a:path w="22190" h="1414" extrusionOk="0">
                  <a:moveTo>
                    <a:pt x="0" y="1"/>
                  </a:moveTo>
                  <a:lnTo>
                    <a:pt x="0" y="1414"/>
                  </a:lnTo>
                  <a:lnTo>
                    <a:pt x="22190" y="1414"/>
                  </a:lnTo>
                  <a:lnTo>
                    <a:pt x="2219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0"/>
            <p:cNvSpPr/>
            <p:nvPr/>
          </p:nvSpPr>
          <p:spPr>
            <a:xfrm>
              <a:off x="2994713" y="2224360"/>
              <a:ext cx="333286" cy="551387"/>
            </a:xfrm>
            <a:custGeom>
              <a:avLst/>
              <a:gdLst/>
              <a:ahLst/>
              <a:cxnLst/>
              <a:rect l="l" t="t" r="r" b="b"/>
              <a:pathLst>
                <a:path w="23608" h="39057" extrusionOk="0">
                  <a:moveTo>
                    <a:pt x="1" y="1"/>
                  </a:moveTo>
                  <a:lnTo>
                    <a:pt x="1" y="10196"/>
                  </a:lnTo>
                  <a:cubicBezTo>
                    <a:pt x="1" y="13141"/>
                    <a:pt x="1622" y="15851"/>
                    <a:pt x="4220" y="17241"/>
                  </a:cubicBezTo>
                  <a:lnTo>
                    <a:pt x="18720" y="25012"/>
                  </a:lnTo>
                  <a:cubicBezTo>
                    <a:pt x="20862" y="26159"/>
                    <a:pt x="22198" y="28386"/>
                    <a:pt x="22194" y="30814"/>
                  </a:cubicBezTo>
                  <a:lnTo>
                    <a:pt x="22194" y="39056"/>
                  </a:lnTo>
                  <a:lnTo>
                    <a:pt x="23607" y="39056"/>
                  </a:lnTo>
                  <a:lnTo>
                    <a:pt x="23607" y="30814"/>
                  </a:lnTo>
                  <a:cubicBezTo>
                    <a:pt x="23607" y="27865"/>
                    <a:pt x="21986" y="25159"/>
                    <a:pt x="19388" y="23769"/>
                  </a:cubicBezTo>
                  <a:lnTo>
                    <a:pt x="4888" y="15998"/>
                  </a:lnTo>
                  <a:cubicBezTo>
                    <a:pt x="2749" y="14852"/>
                    <a:pt x="1414" y="12620"/>
                    <a:pt x="1414" y="10192"/>
                  </a:cubicBezTo>
                  <a:lnTo>
                    <a:pt x="14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0"/>
            <p:cNvSpPr/>
            <p:nvPr/>
          </p:nvSpPr>
          <p:spPr>
            <a:xfrm>
              <a:off x="2994713" y="2224360"/>
              <a:ext cx="333286" cy="551387"/>
            </a:xfrm>
            <a:custGeom>
              <a:avLst/>
              <a:gdLst/>
              <a:ahLst/>
              <a:cxnLst/>
              <a:rect l="l" t="t" r="r" b="b"/>
              <a:pathLst>
                <a:path w="23608" h="39057" extrusionOk="0">
                  <a:moveTo>
                    <a:pt x="22194" y="1"/>
                  </a:moveTo>
                  <a:lnTo>
                    <a:pt x="22194" y="10192"/>
                  </a:lnTo>
                  <a:cubicBezTo>
                    <a:pt x="22198" y="12620"/>
                    <a:pt x="20862" y="14852"/>
                    <a:pt x="18720" y="15998"/>
                  </a:cubicBezTo>
                  <a:lnTo>
                    <a:pt x="4224" y="23769"/>
                  </a:lnTo>
                  <a:cubicBezTo>
                    <a:pt x="1622" y="25159"/>
                    <a:pt x="1" y="27869"/>
                    <a:pt x="5" y="30814"/>
                  </a:cubicBezTo>
                  <a:lnTo>
                    <a:pt x="5" y="39056"/>
                  </a:lnTo>
                  <a:lnTo>
                    <a:pt x="1418" y="39056"/>
                  </a:lnTo>
                  <a:lnTo>
                    <a:pt x="1418" y="30814"/>
                  </a:lnTo>
                  <a:cubicBezTo>
                    <a:pt x="1414" y="28386"/>
                    <a:pt x="2749" y="26159"/>
                    <a:pt x="4892" y="25012"/>
                  </a:cubicBezTo>
                  <a:lnTo>
                    <a:pt x="19388" y="17237"/>
                  </a:lnTo>
                  <a:cubicBezTo>
                    <a:pt x="21986" y="15848"/>
                    <a:pt x="23607" y="13141"/>
                    <a:pt x="23607" y="10192"/>
                  </a:cubicBezTo>
                  <a:lnTo>
                    <a:pt x="236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0" name="Google Shape;1250;p30"/>
          <p:cNvGrpSpPr/>
          <p:nvPr/>
        </p:nvGrpSpPr>
        <p:grpSpPr>
          <a:xfrm rot="-1717276">
            <a:off x="626587" y="4407815"/>
            <a:ext cx="173263" cy="401527"/>
            <a:chOff x="3789373" y="1135858"/>
            <a:chExt cx="273103" cy="632902"/>
          </a:xfrm>
        </p:grpSpPr>
        <p:sp>
          <p:nvSpPr>
            <p:cNvPr id="1251" name="Google Shape;1251;p30"/>
            <p:cNvSpPr/>
            <p:nvPr/>
          </p:nvSpPr>
          <p:spPr>
            <a:xfrm>
              <a:off x="3864846" y="1452274"/>
              <a:ext cx="187664" cy="302157"/>
            </a:xfrm>
            <a:custGeom>
              <a:avLst/>
              <a:gdLst/>
              <a:ahLst/>
              <a:cxnLst/>
              <a:rect l="l" t="t" r="r" b="b"/>
              <a:pathLst>
                <a:path w="13293" h="21403" extrusionOk="0">
                  <a:moveTo>
                    <a:pt x="5" y="0"/>
                  </a:moveTo>
                  <a:lnTo>
                    <a:pt x="5" y="12740"/>
                  </a:lnTo>
                  <a:cubicBezTo>
                    <a:pt x="1" y="16797"/>
                    <a:pt x="2726" y="20349"/>
                    <a:pt x="6644" y="21402"/>
                  </a:cubicBezTo>
                  <a:cubicBezTo>
                    <a:pt x="10563" y="20352"/>
                    <a:pt x="13292" y="16797"/>
                    <a:pt x="13288" y="12740"/>
                  </a:cubicBezTo>
                  <a:lnTo>
                    <a:pt x="13288"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0"/>
            <p:cNvSpPr/>
            <p:nvPr/>
          </p:nvSpPr>
          <p:spPr>
            <a:xfrm>
              <a:off x="3789373" y="1135858"/>
              <a:ext cx="273047" cy="326397"/>
            </a:xfrm>
            <a:custGeom>
              <a:avLst/>
              <a:gdLst/>
              <a:ahLst/>
              <a:cxnLst/>
              <a:rect l="l" t="t" r="r" b="b"/>
              <a:pathLst>
                <a:path w="19341" h="23120" extrusionOk="0">
                  <a:moveTo>
                    <a:pt x="9721" y="1413"/>
                  </a:moveTo>
                  <a:cubicBezTo>
                    <a:pt x="14249" y="1413"/>
                    <a:pt x="17928" y="5096"/>
                    <a:pt x="17928" y="9620"/>
                  </a:cubicBezTo>
                  <a:lnTo>
                    <a:pt x="17928" y="21707"/>
                  </a:lnTo>
                  <a:lnTo>
                    <a:pt x="1409" y="21707"/>
                  </a:lnTo>
                  <a:lnTo>
                    <a:pt x="1409" y="9620"/>
                  </a:lnTo>
                  <a:cubicBezTo>
                    <a:pt x="1409" y="5096"/>
                    <a:pt x="5092" y="1413"/>
                    <a:pt x="9620" y="1413"/>
                  </a:cubicBezTo>
                  <a:close/>
                  <a:moveTo>
                    <a:pt x="9620" y="0"/>
                  </a:moveTo>
                  <a:cubicBezTo>
                    <a:pt x="4316" y="0"/>
                    <a:pt x="0" y="4316"/>
                    <a:pt x="0" y="9620"/>
                  </a:cubicBezTo>
                  <a:lnTo>
                    <a:pt x="0" y="23120"/>
                  </a:lnTo>
                  <a:lnTo>
                    <a:pt x="19341" y="23120"/>
                  </a:lnTo>
                  <a:lnTo>
                    <a:pt x="19341" y="9620"/>
                  </a:lnTo>
                  <a:cubicBezTo>
                    <a:pt x="19341" y="4316"/>
                    <a:pt x="15025" y="0"/>
                    <a:pt x="9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0"/>
            <p:cNvSpPr/>
            <p:nvPr/>
          </p:nvSpPr>
          <p:spPr>
            <a:xfrm>
              <a:off x="3789373" y="1442307"/>
              <a:ext cx="273103" cy="326453"/>
            </a:xfrm>
            <a:custGeom>
              <a:avLst/>
              <a:gdLst/>
              <a:ahLst/>
              <a:cxnLst/>
              <a:rect l="l" t="t" r="r" b="b"/>
              <a:pathLst>
                <a:path w="19345" h="23124" extrusionOk="0">
                  <a:moveTo>
                    <a:pt x="17928" y="1413"/>
                  </a:moveTo>
                  <a:lnTo>
                    <a:pt x="17928" y="13446"/>
                  </a:lnTo>
                  <a:cubicBezTo>
                    <a:pt x="17932" y="18006"/>
                    <a:pt x="14233" y="21707"/>
                    <a:pt x="9674" y="21707"/>
                  </a:cubicBezTo>
                  <a:cubicBezTo>
                    <a:pt x="9671" y="21707"/>
                    <a:pt x="9669" y="21707"/>
                    <a:pt x="9667" y="21707"/>
                  </a:cubicBezTo>
                  <a:cubicBezTo>
                    <a:pt x="5115" y="21707"/>
                    <a:pt x="1413" y="18001"/>
                    <a:pt x="1413" y="13446"/>
                  </a:cubicBezTo>
                  <a:lnTo>
                    <a:pt x="1413" y="1413"/>
                  </a:lnTo>
                  <a:close/>
                  <a:moveTo>
                    <a:pt x="0" y="0"/>
                  </a:moveTo>
                  <a:lnTo>
                    <a:pt x="0" y="13446"/>
                  </a:lnTo>
                  <a:cubicBezTo>
                    <a:pt x="0" y="18781"/>
                    <a:pt x="4335" y="23124"/>
                    <a:pt x="9667" y="23124"/>
                  </a:cubicBezTo>
                  <a:cubicBezTo>
                    <a:pt x="15013" y="23124"/>
                    <a:pt x="19345" y="18789"/>
                    <a:pt x="19341" y="13446"/>
                  </a:cubicBezTo>
                  <a:lnTo>
                    <a:pt x="193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4" name="Google Shape;1254;p30"/>
          <p:cNvGrpSpPr/>
          <p:nvPr/>
        </p:nvGrpSpPr>
        <p:grpSpPr>
          <a:xfrm>
            <a:off x="159067" y="708903"/>
            <a:ext cx="294541" cy="193193"/>
            <a:chOff x="4277246" y="2003393"/>
            <a:chExt cx="464282" cy="304529"/>
          </a:xfrm>
        </p:grpSpPr>
        <p:sp>
          <p:nvSpPr>
            <p:cNvPr id="1255" name="Google Shape;1255;p30"/>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0"/>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0"/>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8" name="Google Shape;1258;p30"/>
          <p:cNvGrpSpPr/>
          <p:nvPr/>
        </p:nvGrpSpPr>
        <p:grpSpPr>
          <a:xfrm rot="-346292">
            <a:off x="-98553" y="124883"/>
            <a:ext cx="437560" cy="368655"/>
            <a:chOff x="4264060" y="1424745"/>
            <a:chExt cx="543905" cy="458254"/>
          </a:xfrm>
        </p:grpSpPr>
        <p:sp>
          <p:nvSpPr>
            <p:cNvPr id="1259" name="Google Shape;1259;p30"/>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0"/>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1" name="Google Shape;1261;p30"/>
          <p:cNvGrpSpPr/>
          <p:nvPr/>
        </p:nvGrpSpPr>
        <p:grpSpPr>
          <a:xfrm rot="-1088791">
            <a:off x="8658159" y="78528"/>
            <a:ext cx="308092" cy="309202"/>
            <a:chOff x="2694759" y="3017326"/>
            <a:chExt cx="485600" cy="487350"/>
          </a:xfrm>
        </p:grpSpPr>
        <p:sp>
          <p:nvSpPr>
            <p:cNvPr id="1262" name="Google Shape;1262;p30"/>
            <p:cNvSpPr/>
            <p:nvPr/>
          </p:nvSpPr>
          <p:spPr>
            <a:xfrm>
              <a:off x="2694759" y="3095960"/>
              <a:ext cx="485600" cy="408716"/>
            </a:xfrm>
            <a:custGeom>
              <a:avLst/>
              <a:gdLst/>
              <a:ahLst/>
              <a:cxnLst/>
              <a:rect l="l" t="t" r="r" b="b"/>
              <a:pathLst>
                <a:path w="34397" h="28951" extrusionOk="0">
                  <a:moveTo>
                    <a:pt x="26096" y="1414"/>
                  </a:moveTo>
                  <a:cubicBezTo>
                    <a:pt x="29895" y="1414"/>
                    <a:pt x="32983" y="4502"/>
                    <a:pt x="32983" y="8297"/>
                  </a:cubicBezTo>
                  <a:lnTo>
                    <a:pt x="32983" y="20650"/>
                  </a:lnTo>
                  <a:cubicBezTo>
                    <a:pt x="32983" y="24445"/>
                    <a:pt x="29895" y="27533"/>
                    <a:pt x="26096" y="27533"/>
                  </a:cubicBezTo>
                  <a:lnTo>
                    <a:pt x="8296" y="27533"/>
                  </a:lnTo>
                  <a:cubicBezTo>
                    <a:pt x="4498" y="27533"/>
                    <a:pt x="1409" y="24445"/>
                    <a:pt x="1409" y="20650"/>
                  </a:cubicBezTo>
                  <a:lnTo>
                    <a:pt x="1409" y="8297"/>
                  </a:lnTo>
                  <a:cubicBezTo>
                    <a:pt x="1409" y="4502"/>
                    <a:pt x="4498" y="1414"/>
                    <a:pt x="8296" y="1414"/>
                  </a:cubicBezTo>
                  <a:close/>
                  <a:moveTo>
                    <a:pt x="8296" y="1"/>
                  </a:moveTo>
                  <a:cubicBezTo>
                    <a:pt x="3722" y="1"/>
                    <a:pt x="0" y="3726"/>
                    <a:pt x="0" y="8297"/>
                  </a:cubicBezTo>
                  <a:lnTo>
                    <a:pt x="0" y="20650"/>
                  </a:lnTo>
                  <a:cubicBezTo>
                    <a:pt x="0" y="25225"/>
                    <a:pt x="3722" y="28950"/>
                    <a:pt x="8296" y="28950"/>
                  </a:cubicBezTo>
                  <a:lnTo>
                    <a:pt x="26096" y="28950"/>
                  </a:lnTo>
                  <a:cubicBezTo>
                    <a:pt x="30675" y="28950"/>
                    <a:pt x="34396" y="25225"/>
                    <a:pt x="34396" y="20650"/>
                  </a:cubicBezTo>
                  <a:lnTo>
                    <a:pt x="34396" y="8297"/>
                  </a:lnTo>
                  <a:cubicBezTo>
                    <a:pt x="34396" y="3726"/>
                    <a:pt x="30671" y="1"/>
                    <a:pt x="26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0"/>
            <p:cNvSpPr/>
            <p:nvPr/>
          </p:nvSpPr>
          <p:spPr>
            <a:xfrm>
              <a:off x="2884300" y="3202562"/>
              <a:ext cx="106460" cy="195457"/>
            </a:xfrm>
            <a:custGeom>
              <a:avLst/>
              <a:gdLst/>
              <a:ahLst/>
              <a:cxnLst/>
              <a:rect l="l" t="t" r="r" b="b"/>
              <a:pathLst>
                <a:path w="7541" h="13845" extrusionOk="0">
                  <a:moveTo>
                    <a:pt x="1" y="1"/>
                  </a:moveTo>
                  <a:lnTo>
                    <a:pt x="1" y="13844"/>
                  </a:lnTo>
                  <a:lnTo>
                    <a:pt x="7540" y="13844"/>
                  </a:lnTo>
                  <a:lnTo>
                    <a:pt x="754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0"/>
            <p:cNvSpPr/>
            <p:nvPr/>
          </p:nvSpPr>
          <p:spPr>
            <a:xfrm>
              <a:off x="2839830" y="3247088"/>
              <a:ext cx="195443" cy="106460"/>
            </a:xfrm>
            <a:custGeom>
              <a:avLst/>
              <a:gdLst/>
              <a:ahLst/>
              <a:cxnLst/>
              <a:rect l="l" t="t" r="r" b="b"/>
              <a:pathLst>
                <a:path w="13844" h="7541" extrusionOk="0">
                  <a:moveTo>
                    <a:pt x="1" y="1"/>
                  </a:moveTo>
                  <a:lnTo>
                    <a:pt x="1" y="7540"/>
                  </a:lnTo>
                  <a:lnTo>
                    <a:pt x="13844" y="7540"/>
                  </a:lnTo>
                  <a:lnTo>
                    <a:pt x="13844"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0"/>
            <p:cNvSpPr/>
            <p:nvPr/>
          </p:nvSpPr>
          <p:spPr>
            <a:xfrm>
              <a:off x="2829863" y="3017326"/>
              <a:ext cx="215391" cy="98597"/>
            </a:xfrm>
            <a:custGeom>
              <a:avLst/>
              <a:gdLst/>
              <a:ahLst/>
              <a:cxnLst/>
              <a:rect l="l" t="t" r="r" b="b"/>
              <a:pathLst>
                <a:path w="15257" h="6984" extrusionOk="0">
                  <a:moveTo>
                    <a:pt x="11300" y="1413"/>
                  </a:moveTo>
                  <a:cubicBezTo>
                    <a:pt x="12701" y="1413"/>
                    <a:pt x="13840" y="2552"/>
                    <a:pt x="13844" y="3957"/>
                  </a:cubicBezTo>
                  <a:lnTo>
                    <a:pt x="13844" y="5571"/>
                  </a:lnTo>
                  <a:lnTo>
                    <a:pt x="1413" y="5571"/>
                  </a:lnTo>
                  <a:lnTo>
                    <a:pt x="1413" y="3957"/>
                  </a:lnTo>
                  <a:cubicBezTo>
                    <a:pt x="1413" y="2552"/>
                    <a:pt x="2552" y="1413"/>
                    <a:pt x="3957" y="1413"/>
                  </a:cubicBezTo>
                  <a:close/>
                  <a:moveTo>
                    <a:pt x="3957" y="0"/>
                  </a:moveTo>
                  <a:cubicBezTo>
                    <a:pt x="1772" y="0"/>
                    <a:pt x="0" y="1772"/>
                    <a:pt x="0" y="3957"/>
                  </a:cubicBezTo>
                  <a:lnTo>
                    <a:pt x="0" y="6984"/>
                  </a:lnTo>
                  <a:lnTo>
                    <a:pt x="15256" y="6984"/>
                  </a:lnTo>
                  <a:lnTo>
                    <a:pt x="15256" y="3957"/>
                  </a:lnTo>
                  <a:cubicBezTo>
                    <a:pt x="15253" y="1772"/>
                    <a:pt x="13481" y="0"/>
                    <a:pt x="113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6" name="Google Shape;1266;p30"/>
          <p:cNvGrpSpPr/>
          <p:nvPr/>
        </p:nvGrpSpPr>
        <p:grpSpPr>
          <a:xfrm rot="1800208">
            <a:off x="7694543" y="69768"/>
            <a:ext cx="407384" cy="478880"/>
            <a:chOff x="8071717" y="2421860"/>
            <a:chExt cx="443820" cy="521710"/>
          </a:xfrm>
        </p:grpSpPr>
        <p:grpSp>
          <p:nvGrpSpPr>
            <p:cNvPr id="1267" name="Google Shape;1267;p30"/>
            <p:cNvGrpSpPr/>
            <p:nvPr/>
          </p:nvGrpSpPr>
          <p:grpSpPr>
            <a:xfrm>
              <a:off x="8071717" y="2421860"/>
              <a:ext cx="443820" cy="521710"/>
              <a:chOff x="8071475" y="2521207"/>
              <a:chExt cx="359252" cy="422301"/>
            </a:xfrm>
          </p:grpSpPr>
          <p:sp>
            <p:nvSpPr>
              <p:cNvPr id="1268" name="Google Shape;1268;p30"/>
              <p:cNvSpPr/>
              <p:nvPr/>
            </p:nvSpPr>
            <p:spPr>
              <a:xfrm>
                <a:off x="8071475" y="2533659"/>
                <a:ext cx="234159" cy="276670"/>
              </a:xfrm>
              <a:custGeom>
                <a:avLst/>
                <a:gdLst/>
                <a:ahLst/>
                <a:cxnLst/>
                <a:rect l="l" t="t" r="r" b="b"/>
                <a:pathLst>
                  <a:path w="5679" h="6710" fill="none" extrusionOk="0">
                    <a:moveTo>
                      <a:pt x="1165" y="0"/>
                    </a:moveTo>
                    <a:lnTo>
                      <a:pt x="1021" y="0"/>
                    </a:lnTo>
                    <a:cubicBezTo>
                      <a:pt x="458" y="0"/>
                      <a:pt x="0" y="458"/>
                      <a:pt x="0" y="1024"/>
                    </a:cubicBezTo>
                    <a:lnTo>
                      <a:pt x="0" y="3872"/>
                    </a:lnTo>
                    <a:cubicBezTo>
                      <a:pt x="0" y="5440"/>
                      <a:pt x="1270" y="6709"/>
                      <a:pt x="2838" y="6709"/>
                    </a:cubicBezTo>
                    <a:lnTo>
                      <a:pt x="2838" y="6709"/>
                    </a:lnTo>
                    <a:cubicBezTo>
                      <a:pt x="4406" y="6709"/>
                      <a:pt x="5679" y="5440"/>
                      <a:pt x="5679" y="3872"/>
                    </a:cubicBezTo>
                    <a:lnTo>
                      <a:pt x="5679" y="1021"/>
                    </a:lnTo>
                    <a:cubicBezTo>
                      <a:pt x="5679" y="458"/>
                      <a:pt x="5221" y="0"/>
                      <a:pt x="4654" y="0"/>
                    </a:cubicBezTo>
                    <a:lnTo>
                      <a:pt x="4654" y="0"/>
                    </a:lnTo>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0"/>
              <p:cNvSpPr/>
              <p:nvPr/>
            </p:nvSpPr>
            <p:spPr>
              <a:xfrm>
                <a:off x="8338944" y="2534978"/>
                <a:ext cx="91784" cy="91701"/>
              </a:xfrm>
              <a:custGeom>
                <a:avLst/>
                <a:gdLst/>
                <a:ahLst/>
                <a:cxnLst/>
                <a:rect l="l" t="t" r="r" b="b"/>
                <a:pathLst>
                  <a:path w="2226" h="2224" fill="none" extrusionOk="0">
                    <a:moveTo>
                      <a:pt x="2226" y="1271"/>
                    </a:moveTo>
                    <a:cubicBezTo>
                      <a:pt x="2222" y="423"/>
                      <a:pt x="1198" y="1"/>
                      <a:pt x="599" y="600"/>
                    </a:cubicBezTo>
                    <a:cubicBezTo>
                      <a:pt x="0" y="1199"/>
                      <a:pt x="426" y="2223"/>
                      <a:pt x="1273" y="2223"/>
                    </a:cubicBezTo>
                    <a:cubicBezTo>
                      <a:pt x="1797" y="2223"/>
                      <a:pt x="2226" y="1798"/>
                      <a:pt x="2226" y="1271"/>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0"/>
              <p:cNvSpPr/>
              <p:nvPr/>
            </p:nvSpPr>
            <p:spPr>
              <a:xfrm>
                <a:off x="8107099" y="2521207"/>
                <a:ext cx="24863" cy="24904"/>
              </a:xfrm>
              <a:custGeom>
                <a:avLst/>
                <a:gdLst/>
                <a:ahLst/>
                <a:cxnLst/>
                <a:rect l="l" t="t" r="r" b="b"/>
                <a:pathLst>
                  <a:path w="603" h="604" fill="none" extrusionOk="0">
                    <a:moveTo>
                      <a:pt x="603" y="302"/>
                    </a:moveTo>
                    <a:cubicBezTo>
                      <a:pt x="603" y="469"/>
                      <a:pt x="468" y="603"/>
                      <a:pt x="301" y="603"/>
                    </a:cubicBezTo>
                    <a:cubicBezTo>
                      <a:pt x="134" y="603"/>
                      <a:pt x="0" y="469"/>
                      <a:pt x="0" y="302"/>
                    </a:cubicBezTo>
                    <a:cubicBezTo>
                      <a:pt x="0" y="135"/>
                      <a:pt x="134" y="1"/>
                      <a:pt x="301" y="1"/>
                    </a:cubicBezTo>
                    <a:cubicBezTo>
                      <a:pt x="468" y="1"/>
                      <a:pt x="603" y="135"/>
                      <a:pt x="603" y="302"/>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0"/>
              <p:cNvSpPr/>
              <p:nvPr/>
            </p:nvSpPr>
            <p:spPr>
              <a:xfrm>
                <a:off x="8249306" y="2521207"/>
                <a:ext cx="24740" cy="24904"/>
              </a:xfrm>
              <a:custGeom>
                <a:avLst/>
                <a:gdLst/>
                <a:ahLst/>
                <a:cxnLst/>
                <a:rect l="l" t="t" r="r" b="b"/>
                <a:pathLst>
                  <a:path w="600" h="604" fill="none" extrusionOk="0">
                    <a:moveTo>
                      <a:pt x="600" y="302"/>
                    </a:moveTo>
                    <a:cubicBezTo>
                      <a:pt x="600" y="469"/>
                      <a:pt x="466" y="603"/>
                      <a:pt x="302" y="603"/>
                    </a:cubicBezTo>
                    <a:cubicBezTo>
                      <a:pt x="135" y="603"/>
                      <a:pt x="1" y="469"/>
                      <a:pt x="1" y="302"/>
                    </a:cubicBezTo>
                    <a:cubicBezTo>
                      <a:pt x="1" y="135"/>
                      <a:pt x="135" y="1"/>
                      <a:pt x="302" y="1"/>
                    </a:cubicBezTo>
                    <a:cubicBezTo>
                      <a:pt x="466" y="1"/>
                      <a:pt x="600" y="135"/>
                      <a:pt x="600" y="302"/>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0"/>
              <p:cNvSpPr/>
              <p:nvPr/>
            </p:nvSpPr>
            <p:spPr>
              <a:xfrm>
                <a:off x="8188614" y="2626636"/>
                <a:ext cx="202864" cy="316872"/>
              </a:xfrm>
              <a:custGeom>
                <a:avLst/>
                <a:gdLst/>
                <a:ahLst/>
                <a:cxnLst/>
                <a:rect l="l" t="t" r="r" b="b"/>
                <a:pathLst>
                  <a:path w="4920" h="7685" fill="none" extrusionOk="0">
                    <a:moveTo>
                      <a:pt x="0" y="4454"/>
                    </a:moveTo>
                    <a:lnTo>
                      <a:pt x="0" y="5224"/>
                    </a:lnTo>
                    <a:cubicBezTo>
                      <a:pt x="0" y="6585"/>
                      <a:pt x="1100" y="7685"/>
                      <a:pt x="2458" y="7685"/>
                    </a:cubicBezTo>
                    <a:lnTo>
                      <a:pt x="2458" y="7685"/>
                    </a:lnTo>
                    <a:cubicBezTo>
                      <a:pt x="3820" y="7685"/>
                      <a:pt x="4919" y="6585"/>
                      <a:pt x="4919" y="5224"/>
                    </a:cubicBezTo>
                    <a:lnTo>
                      <a:pt x="4919" y="0"/>
                    </a:lnTo>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3" name="Google Shape;1273;p30"/>
            <p:cNvSpPr/>
            <p:nvPr/>
          </p:nvSpPr>
          <p:spPr>
            <a:xfrm>
              <a:off x="8436649" y="2472701"/>
              <a:ext cx="61200" cy="61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4" name="Google Shape;1274;p30"/>
          <p:cNvGrpSpPr/>
          <p:nvPr/>
        </p:nvGrpSpPr>
        <p:grpSpPr>
          <a:xfrm rot="-899769">
            <a:off x="8742324" y="3947281"/>
            <a:ext cx="330980" cy="590092"/>
            <a:chOff x="308050" y="960575"/>
            <a:chExt cx="360600" cy="642900"/>
          </a:xfrm>
        </p:grpSpPr>
        <p:sp>
          <p:nvSpPr>
            <p:cNvPr id="1275" name="Google Shape;1275;p30"/>
            <p:cNvSpPr/>
            <p:nvPr/>
          </p:nvSpPr>
          <p:spPr>
            <a:xfrm rot="380">
              <a:off x="397058" y="1130178"/>
              <a:ext cx="182601" cy="182601"/>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6" name="Google Shape;1276;p30"/>
            <p:cNvGrpSpPr/>
            <p:nvPr/>
          </p:nvGrpSpPr>
          <p:grpSpPr>
            <a:xfrm>
              <a:off x="308050" y="960575"/>
              <a:ext cx="360600" cy="642900"/>
              <a:chOff x="839250" y="836025"/>
              <a:chExt cx="360600" cy="642900"/>
            </a:xfrm>
          </p:grpSpPr>
          <p:sp>
            <p:nvSpPr>
              <p:cNvPr id="1277" name="Google Shape;1277;p30"/>
              <p:cNvSpPr/>
              <p:nvPr/>
            </p:nvSpPr>
            <p:spPr>
              <a:xfrm>
                <a:off x="839250" y="836025"/>
                <a:ext cx="360600" cy="642900"/>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78" name="Google Shape;1278;p30"/>
              <p:cNvCxnSpPr/>
              <p:nvPr/>
            </p:nvCxnSpPr>
            <p:spPr>
              <a:xfrm>
                <a:off x="839250" y="901900"/>
                <a:ext cx="359100" cy="0"/>
              </a:xfrm>
              <a:prstGeom prst="straightConnector1">
                <a:avLst/>
              </a:prstGeom>
              <a:noFill/>
              <a:ln w="9525" cap="flat" cmpd="sng">
                <a:solidFill>
                  <a:schemeClr val="lt1"/>
                </a:solidFill>
                <a:prstDash val="solid"/>
                <a:round/>
                <a:headEnd type="none" w="med" len="med"/>
                <a:tailEnd type="none" w="med" len="med"/>
              </a:ln>
            </p:spPr>
          </p:cxnSp>
          <p:cxnSp>
            <p:nvCxnSpPr>
              <p:cNvPr id="1279" name="Google Shape;1279;p30"/>
              <p:cNvCxnSpPr/>
              <p:nvPr/>
            </p:nvCxnSpPr>
            <p:spPr>
              <a:xfrm>
                <a:off x="839250" y="1377100"/>
                <a:ext cx="359100" cy="0"/>
              </a:xfrm>
              <a:prstGeom prst="straightConnector1">
                <a:avLst/>
              </a:prstGeom>
              <a:noFill/>
              <a:ln w="9525" cap="flat" cmpd="sng">
                <a:solidFill>
                  <a:schemeClr val="lt1"/>
                </a:solidFill>
                <a:prstDash val="solid"/>
                <a:round/>
                <a:headEnd type="none" w="med" len="med"/>
                <a:tailEnd type="none" w="med" len="med"/>
              </a:ln>
            </p:spPr>
          </p:cxnSp>
          <p:sp>
            <p:nvSpPr>
              <p:cNvPr id="1280" name="Google Shape;1280;p30"/>
              <p:cNvSpPr/>
              <p:nvPr/>
            </p:nvSpPr>
            <p:spPr>
              <a:xfrm>
                <a:off x="997950" y="1406425"/>
                <a:ext cx="43200" cy="43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81" name="Google Shape;1281;p30"/>
          <p:cNvSpPr/>
          <p:nvPr/>
        </p:nvSpPr>
        <p:spPr>
          <a:xfrm flipH="1">
            <a:off x="604787" y="52063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0"/>
          <p:cNvSpPr/>
          <p:nvPr/>
        </p:nvSpPr>
        <p:spPr>
          <a:xfrm flipH="1">
            <a:off x="8380687" y="439085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0"/>
          <p:cNvSpPr/>
          <p:nvPr/>
        </p:nvSpPr>
        <p:spPr>
          <a:xfrm flipH="1">
            <a:off x="8783338" y="734686"/>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0"/>
          <p:cNvSpPr/>
          <p:nvPr/>
        </p:nvSpPr>
        <p:spPr>
          <a:xfrm flipH="1">
            <a:off x="8572175" y="52065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0"/>
          <p:cNvSpPr/>
          <p:nvPr/>
        </p:nvSpPr>
        <p:spPr>
          <a:xfrm flipH="1">
            <a:off x="8762100" y="4807550"/>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0"/>
          <p:cNvSpPr/>
          <p:nvPr/>
        </p:nvSpPr>
        <p:spPr>
          <a:xfrm flipH="1">
            <a:off x="256237" y="470732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0"/>
          <p:cNvSpPr/>
          <p:nvPr/>
        </p:nvSpPr>
        <p:spPr>
          <a:xfrm flipH="1">
            <a:off x="713237" y="4955613"/>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0"/>
          <p:cNvSpPr/>
          <p:nvPr/>
        </p:nvSpPr>
        <p:spPr>
          <a:xfrm flipH="1">
            <a:off x="8236237" y="60130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0"/>
          <p:cNvSpPr/>
          <p:nvPr/>
        </p:nvSpPr>
        <p:spPr>
          <a:xfrm flipH="1">
            <a:off x="856025" y="133286"/>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0"/>
          <p:cNvSpPr/>
          <p:nvPr/>
        </p:nvSpPr>
        <p:spPr>
          <a:xfrm flipH="1">
            <a:off x="256237" y="129027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0"/>
          <p:cNvSpPr/>
          <p:nvPr/>
        </p:nvSpPr>
        <p:spPr>
          <a:xfrm flipH="1">
            <a:off x="104300" y="4117861"/>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CUSTOM_1_1">
    <p:spTree>
      <p:nvGrpSpPr>
        <p:cNvPr id="1" name="Shape 1292"/>
        <p:cNvGrpSpPr/>
        <p:nvPr/>
      </p:nvGrpSpPr>
      <p:grpSpPr>
        <a:xfrm>
          <a:off x="0" y="0"/>
          <a:ext cx="0" cy="0"/>
          <a:chOff x="0" y="0"/>
          <a:chExt cx="0" cy="0"/>
        </a:xfrm>
      </p:grpSpPr>
      <p:sp>
        <p:nvSpPr>
          <p:cNvPr id="1293" name="Google Shape;1293;p31"/>
          <p:cNvSpPr/>
          <p:nvPr/>
        </p:nvSpPr>
        <p:spPr>
          <a:xfrm flipH="1">
            <a:off x="8190759" y="604012"/>
            <a:ext cx="1087378" cy="1096617"/>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1"/>
          <p:cNvSpPr/>
          <p:nvPr/>
        </p:nvSpPr>
        <p:spPr>
          <a:xfrm flipH="1">
            <a:off x="-210291" y="4268962"/>
            <a:ext cx="1087378" cy="1096617"/>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5" name="Google Shape;1295;p31"/>
          <p:cNvGrpSpPr/>
          <p:nvPr/>
        </p:nvGrpSpPr>
        <p:grpSpPr>
          <a:xfrm rot="1332312">
            <a:off x="-87642" y="3521105"/>
            <a:ext cx="265406" cy="402253"/>
            <a:chOff x="3250805" y="3533264"/>
            <a:chExt cx="352189" cy="533783"/>
          </a:xfrm>
        </p:grpSpPr>
        <p:sp>
          <p:nvSpPr>
            <p:cNvPr id="1296" name="Google Shape;1296;p31"/>
            <p:cNvSpPr/>
            <p:nvPr/>
          </p:nvSpPr>
          <p:spPr>
            <a:xfrm>
              <a:off x="3343515" y="3654420"/>
              <a:ext cx="222421" cy="399878"/>
            </a:xfrm>
            <a:custGeom>
              <a:avLst/>
              <a:gdLst/>
              <a:ahLst/>
              <a:cxnLst/>
              <a:rect l="l" t="t" r="r" b="b"/>
              <a:pathLst>
                <a:path w="15755" h="28325" extrusionOk="0">
                  <a:moveTo>
                    <a:pt x="15751" y="0"/>
                  </a:moveTo>
                  <a:lnTo>
                    <a:pt x="0" y="4"/>
                  </a:lnTo>
                  <a:lnTo>
                    <a:pt x="0" y="18677"/>
                  </a:lnTo>
                  <a:cubicBezTo>
                    <a:pt x="0" y="23445"/>
                    <a:pt x="3386" y="27417"/>
                    <a:pt x="7879" y="28324"/>
                  </a:cubicBezTo>
                  <a:cubicBezTo>
                    <a:pt x="12462" y="27386"/>
                    <a:pt x="15755" y="23356"/>
                    <a:pt x="15751" y="18677"/>
                  </a:cubicBezTo>
                  <a:lnTo>
                    <a:pt x="1575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1"/>
            <p:cNvSpPr/>
            <p:nvPr/>
          </p:nvSpPr>
          <p:spPr>
            <a:xfrm>
              <a:off x="3454690" y="3724839"/>
              <a:ext cx="113039" cy="19948"/>
            </a:xfrm>
            <a:custGeom>
              <a:avLst/>
              <a:gdLst/>
              <a:ahLst/>
              <a:cxnLst/>
              <a:rect l="l" t="t" r="r" b="b"/>
              <a:pathLst>
                <a:path w="8007" h="1413" extrusionOk="0">
                  <a:moveTo>
                    <a:pt x="0" y="0"/>
                  </a:moveTo>
                  <a:lnTo>
                    <a:pt x="0" y="1413"/>
                  </a:lnTo>
                  <a:lnTo>
                    <a:pt x="8007" y="1413"/>
                  </a:lnTo>
                  <a:lnTo>
                    <a:pt x="80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1"/>
            <p:cNvSpPr/>
            <p:nvPr/>
          </p:nvSpPr>
          <p:spPr>
            <a:xfrm>
              <a:off x="3454690" y="3813609"/>
              <a:ext cx="113039" cy="19906"/>
            </a:xfrm>
            <a:custGeom>
              <a:avLst/>
              <a:gdLst/>
              <a:ahLst/>
              <a:cxnLst/>
              <a:rect l="l" t="t" r="r" b="b"/>
              <a:pathLst>
                <a:path w="8007" h="1410" extrusionOk="0">
                  <a:moveTo>
                    <a:pt x="0" y="1"/>
                  </a:moveTo>
                  <a:lnTo>
                    <a:pt x="0" y="1410"/>
                  </a:lnTo>
                  <a:lnTo>
                    <a:pt x="8007" y="1410"/>
                  </a:lnTo>
                  <a:lnTo>
                    <a:pt x="80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1"/>
            <p:cNvSpPr/>
            <p:nvPr/>
          </p:nvSpPr>
          <p:spPr>
            <a:xfrm>
              <a:off x="3454690" y="3902338"/>
              <a:ext cx="111189" cy="19962"/>
            </a:xfrm>
            <a:custGeom>
              <a:avLst/>
              <a:gdLst/>
              <a:ahLst/>
              <a:cxnLst/>
              <a:rect l="l" t="t" r="r" b="b"/>
              <a:pathLst>
                <a:path w="7876" h="1414" extrusionOk="0">
                  <a:moveTo>
                    <a:pt x="0" y="0"/>
                  </a:moveTo>
                  <a:lnTo>
                    <a:pt x="0" y="1413"/>
                  </a:lnTo>
                  <a:lnTo>
                    <a:pt x="7876" y="1413"/>
                  </a:lnTo>
                  <a:lnTo>
                    <a:pt x="78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1"/>
            <p:cNvSpPr/>
            <p:nvPr/>
          </p:nvSpPr>
          <p:spPr>
            <a:xfrm>
              <a:off x="3277953" y="3533264"/>
              <a:ext cx="297907" cy="533783"/>
            </a:xfrm>
            <a:custGeom>
              <a:avLst/>
              <a:gdLst/>
              <a:ahLst/>
              <a:cxnLst/>
              <a:rect l="l" t="t" r="r" b="b"/>
              <a:pathLst>
                <a:path w="21102" h="37810" extrusionOk="0">
                  <a:moveTo>
                    <a:pt x="19688" y="1414"/>
                  </a:moveTo>
                  <a:lnTo>
                    <a:pt x="19688" y="27259"/>
                  </a:lnTo>
                  <a:cubicBezTo>
                    <a:pt x="19688" y="31587"/>
                    <a:pt x="16619" y="35350"/>
                    <a:pt x="12381" y="36211"/>
                  </a:cubicBezTo>
                  <a:cubicBezTo>
                    <a:pt x="11778" y="36335"/>
                    <a:pt x="11164" y="36397"/>
                    <a:pt x="10551" y="36397"/>
                  </a:cubicBezTo>
                  <a:cubicBezTo>
                    <a:pt x="5513" y="36397"/>
                    <a:pt x="1413" y="32297"/>
                    <a:pt x="1413" y="27259"/>
                  </a:cubicBezTo>
                  <a:lnTo>
                    <a:pt x="1413" y="1414"/>
                  </a:lnTo>
                  <a:close/>
                  <a:moveTo>
                    <a:pt x="0" y="1"/>
                  </a:moveTo>
                  <a:lnTo>
                    <a:pt x="0" y="27259"/>
                  </a:lnTo>
                  <a:cubicBezTo>
                    <a:pt x="0" y="33077"/>
                    <a:pt x="4733" y="37810"/>
                    <a:pt x="10551" y="37810"/>
                  </a:cubicBezTo>
                  <a:cubicBezTo>
                    <a:pt x="11261" y="37810"/>
                    <a:pt x="11971" y="37740"/>
                    <a:pt x="12666" y="37593"/>
                  </a:cubicBezTo>
                  <a:cubicBezTo>
                    <a:pt x="17553" y="36601"/>
                    <a:pt x="21101" y="32254"/>
                    <a:pt x="21101" y="27259"/>
                  </a:cubicBezTo>
                  <a:lnTo>
                    <a:pt x="211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1"/>
            <p:cNvSpPr/>
            <p:nvPr/>
          </p:nvSpPr>
          <p:spPr>
            <a:xfrm>
              <a:off x="3250805" y="3533264"/>
              <a:ext cx="352189" cy="19962"/>
            </a:xfrm>
            <a:custGeom>
              <a:avLst/>
              <a:gdLst/>
              <a:ahLst/>
              <a:cxnLst/>
              <a:rect l="l" t="t" r="r" b="b"/>
              <a:pathLst>
                <a:path w="24947" h="1414" extrusionOk="0">
                  <a:moveTo>
                    <a:pt x="1" y="1"/>
                  </a:moveTo>
                  <a:lnTo>
                    <a:pt x="1" y="1414"/>
                  </a:lnTo>
                  <a:lnTo>
                    <a:pt x="24947" y="1414"/>
                  </a:lnTo>
                  <a:lnTo>
                    <a:pt x="2494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2" name="Google Shape;1302;p31"/>
          <p:cNvGrpSpPr/>
          <p:nvPr/>
        </p:nvGrpSpPr>
        <p:grpSpPr>
          <a:xfrm rot="-327161">
            <a:off x="466054" y="2780738"/>
            <a:ext cx="413443" cy="554952"/>
            <a:chOff x="4106283" y="2500625"/>
            <a:chExt cx="522432" cy="701244"/>
          </a:xfrm>
        </p:grpSpPr>
        <p:sp>
          <p:nvSpPr>
            <p:cNvPr id="1303" name="Google Shape;1303;p31"/>
            <p:cNvSpPr/>
            <p:nvPr/>
          </p:nvSpPr>
          <p:spPr>
            <a:xfrm>
              <a:off x="4258653" y="2963863"/>
              <a:ext cx="108309" cy="91030"/>
            </a:xfrm>
            <a:custGeom>
              <a:avLst/>
              <a:gdLst/>
              <a:ahLst/>
              <a:cxnLst/>
              <a:rect l="l" t="t" r="r" b="b"/>
              <a:pathLst>
                <a:path w="7672" h="6448" extrusionOk="0">
                  <a:moveTo>
                    <a:pt x="6039" y="1413"/>
                  </a:moveTo>
                  <a:lnTo>
                    <a:pt x="5514" y="5034"/>
                  </a:lnTo>
                  <a:lnTo>
                    <a:pt x="2159" y="5034"/>
                  </a:lnTo>
                  <a:lnTo>
                    <a:pt x="1634" y="1413"/>
                  </a:lnTo>
                  <a:close/>
                  <a:moveTo>
                    <a:pt x="1" y="0"/>
                  </a:moveTo>
                  <a:lnTo>
                    <a:pt x="939" y="6447"/>
                  </a:lnTo>
                  <a:lnTo>
                    <a:pt x="6737" y="6447"/>
                  </a:lnTo>
                  <a:lnTo>
                    <a:pt x="76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1"/>
            <p:cNvSpPr/>
            <p:nvPr/>
          </p:nvSpPr>
          <p:spPr>
            <a:xfrm>
              <a:off x="4106283" y="2500625"/>
              <a:ext cx="413106" cy="483200"/>
            </a:xfrm>
            <a:custGeom>
              <a:avLst/>
              <a:gdLst/>
              <a:ahLst/>
              <a:cxnLst/>
              <a:rect l="l" t="t" r="r" b="b"/>
              <a:pathLst>
                <a:path w="29262" h="34227" extrusionOk="0">
                  <a:moveTo>
                    <a:pt x="24672" y="1409"/>
                  </a:moveTo>
                  <a:cubicBezTo>
                    <a:pt x="26425" y="1413"/>
                    <a:pt x="27845" y="2834"/>
                    <a:pt x="27849" y="4586"/>
                  </a:cubicBezTo>
                  <a:lnTo>
                    <a:pt x="27849" y="24494"/>
                  </a:lnTo>
                  <a:cubicBezTo>
                    <a:pt x="27849" y="29080"/>
                    <a:pt x="24116" y="32813"/>
                    <a:pt x="19530" y="32813"/>
                  </a:cubicBezTo>
                  <a:lnTo>
                    <a:pt x="9732" y="32813"/>
                  </a:lnTo>
                  <a:cubicBezTo>
                    <a:pt x="5146" y="32813"/>
                    <a:pt x="1413" y="29080"/>
                    <a:pt x="1413" y="24494"/>
                  </a:cubicBezTo>
                  <a:lnTo>
                    <a:pt x="1413" y="4590"/>
                  </a:lnTo>
                  <a:cubicBezTo>
                    <a:pt x="1417" y="2834"/>
                    <a:pt x="2838" y="1413"/>
                    <a:pt x="4590" y="1413"/>
                  </a:cubicBezTo>
                  <a:lnTo>
                    <a:pt x="24672" y="1409"/>
                  </a:lnTo>
                  <a:close/>
                  <a:moveTo>
                    <a:pt x="4590" y="0"/>
                  </a:moveTo>
                  <a:cubicBezTo>
                    <a:pt x="2058" y="0"/>
                    <a:pt x="4" y="2054"/>
                    <a:pt x="0" y="4586"/>
                  </a:cubicBezTo>
                  <a:lnTo>
                    <a:pt x="0" y="24490"/>
                  </a:lnTo>
                  <a:cubicBezTo>
                    <a:pt x="0" y="29860"/>
                    <a:pt x="4366" y="34226"/>
                    <a:pt x="9732" y="34226"/>
                  </a:cubicBezTo>
                  <a:lnTo>
                    <a:pt x="19530" y="34226"/>
                  </a:lnTo>
                  <a:cubicBezTo>
                    <a:pt x="24896" y="34226"/>
                    <a:pt x="29262" y="29860"/>
                    <a:pt x="29258" y="24490"/>
                  </a:cubicBezTo>
                  <a:lnTo>
                    <a:pt x="29258" y="4586"/>
                  </a:lnTo>
                  <a:cubicBezTo>
                    <a:pt x="29258" y="2054"/>
                    <a:pt x="27204" y="0"/>
                    <a:pt x="246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1"/>
            <p:cNvSpPr/>
            <p:nvPr/>
          </p:nvSpPr>
          <p:spPr>
            <a:xfrm>
              <a:off x="4178438" y="2642153"/>
              <a:ext cx="268854" cy="279922"/>
            </a:xfrm>
            <a:custGeom>
              <a:avLst/>
              <a:gdLst/>
              <a:ahLst/>
              <a:cxnLst/>
              <a:rect l="l" t="t" r="r" b="b"/>
              <a:pathLst>
                <a:path w="19044" h="19828" extrusionOk="0">
                  <a:moveTo>
                    <a:pt x="0" y="0"/>
                  </a:moveTo>
                  <a:lnTo>
                    <a:pt x="0" y="10806"/>
                  </a:lnTo>
                  <a:cubicBezTo>
                    <a:pt x="0" y="15786"/>
                    <a:pt x="4038" y="19827"/>
                    <a:pt x="9022" y="19827"/>
                  </a:cubicBezTo>
                  <a:lnTo>
                    <a:pt x="10018" y="19827"/>
                  </a:lnTo>
                  <a:cubicBezTo>
                    <a:pt x="15002" y="19827"/>
                    <a:pt x="19044" y="15786"/>
                    <a:pt x="19044" y="10806"/>
                  </a:cubicBezTo>
                  <a:lnTo>
                    <a:pt x="19044"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1"/>
            <p:cNvSpPr/>
            <p:nvPr/>
          </p:nvSpPr>
          <p:spPr>
            <a:xfrm>
              <a:off x="4221157" y="2571523"/>
              <a:ext cx="183302" cy="19962"/>
            </a:xfrm>
            <a:custGeom>
              <a:avLst/>
              <a:gdLst/>
              <a:ahLst/>
              <a:cxnLst/>
              <a:rect l="l" t="t" r="r" b="b"/>
              <a:pathLst>
                <a:path w="12984" h="1414" extrusionOk="0">
                  <a:moveTo>
                    <a:pt x="1" y="0"/>
                  </a:moveTo>
                  <a:lnTo>
                    <a:pt x="1" y="1413"/>
                  </a:lnTo>
                  <a:lnTo>
                    <a:pt x="12983" y="1413"/>
                  </a:lnTo>
                  <a:lnTo>
                    <a:pt x="12983"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1"/>
            <p:cNvSpPr/>
            <p:nvPr/>
          </p:nvSpPr>
          <p:spPr>
            <a:xfrm>
              <a:off x="4302855" y="2615499"/>
              <a:ext cx="325860" cy="586370"/>
            </a:xfrm>
            <a:custGeom>
              <a:avLst/>
              <a:gdLst/>
              <a:ahLst/>
              <a:cxnLst/>
              <a:rect l="l" t="t" r="r" b="b"/>
              <a:pathLst>
                <a:path w="23082" h="41535" extrusionOk="0">
                  <a:moveTo>
                    <a:pt x="21669" y="1"/>
                  </a:moveTo>
                  <a:lnTo>
                    <a:pt x="21669" y="30417"/>
                  </a:lnTo>
                  <a:cubicBezTo>
                    <a:pt x="21669" y="35767"/>
                    <a:pt x="17314" y="40122"/>
                    <a:pt x="11964" y="40122"/>
                  </a:cubicBezTo>
                  <a:lnTo>
                    <a:pt x="11119" y="40122"/>
                  </a:lnTo>
                  <a:cubicBezTo>
                    <a:pt x="5768" y="40122"/>
                    <a:pt x="1414" y="35767"/>
                    <a:pt x="1414" y="30417"/>
                  </a:cubicBezTo>
                  <a:lnTo>
                    <a:pt x="1" y="30417"/>
                  </a:lnTo>
                  <a:cubicBezTo>
                    <a:pt x="1" y="36547"/>
                    <a:pt x="4992" y="41535"/>
                    <a:pt x="11119" y="41535"/>
                  </a:cubicBezTo>
                  <a:lnTo>
                    <a:pt x="11964" y="41535"/>
                  </a:lnTo>
                  <a:cubicBezTo>
                    <a:pt x="18094" y="41535"/>
                    <a:pt x="23082" y="36547"/>
                    <a:pt x="23082" y="30417"/>
                  </a:cubicBezTo>
                  <a:lnTo>
                    <a:pt x="230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1"/>
            <p:cNvSpPr/>
            <p:nvPr/>
          </p:nvSpPr>
          <p:spPr>
            <a:xfrm>
              <a:off x="4379640" y="2665970"/>
              <a:ext cx="135288" cy="19962"/>
            </a:xfrm>
            <a:custGeom>
              <a:avLst/>
              <a:gdLst/>
              <a:ahLst/>
              <a:cxnLst/>
              <a:rect l="l" t="t" r="r" b="b"/>
              <a:pathLst>
                <a:path w="9583" h="1414" extrusionOk="0">
                  <a:moveTo>
                    <a:pt x="1" y="0"/>
                  </a:moveTo>
                  <a:lnTo>
                    <a:pt x="1" y="1413"/>
                  </a:lnTo>
                  <a:lnTo>
                    <a:pt x="9582" y="1413"/>
                  </a:lnTo>
                  <a:lnTo>
                    <a:pt x="95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1"/>
            <p:cNvSpPr/>
            <p:nvPr/>
          </p:nvSpPr>
          <p:spPr>
            <a:xfrm>
              <a:off x="4379640" y="2772133"/>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1"/>
            <p:cNvSpPr/>
            <p:nvPr/>
          </p:nvSpPr>
          <p:spPr>
            <a:xfrm>
              <a:off x="4379640" y="2878297"/>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1" name="Google Shape;1311;p31"/>
          <p:cNvGrpSpPr/>
          <p:nvPr/>
        </p:nvGrpSpPr>
        <p:grpSpPr>
          <a:xfrm rot="512860">
            <a:off x="-169597" y="1192821"/>
            <a:ext cx="429323" cy="579666"/>
            <a:chOff x="3743647" y="3305789"/>
            <a:chExt cx="582220" cy="786105"/>
          </a:xfrm>
        </p:grpSpPr>
        <p:sp>
          <p:nvSpPr>
            <p:cNvPr id="1312" name="Google Shape;1312;p31"/>
            <p:cNvSpPr/>
            <p:nvPr/>
          </p:nvSpPr>
          <p:spPr>
            <a:xfrm>
              <a:off x="3855909" y="3305789"/>
              <a:ext cx="215122" cy="399059"/>
            </a:xfrm>
            <a:custGeom>
              <a:avLst/>
              <a:gdLst/>
              <a:ahLst/>
              <a:cxnLst/>
              <a:rect l="l" t="t" r="r" b="b"/>
              <a:pathLst>
                <a:path w="15238" h="28267" extrusionOk="0">
                  <a:moveTo>
                    <a:pt x="13825" y="1413"/>
                  </a:moveTo>
                  <a:lnTo>
                    <a:pt x="13825" y="26853"/>
                  </a:lnTo>
                  <a:lnTo>
                    <a:pt x="1410" y="26853"/>
                  </a:lnTo>
                  <a:lnTo>
                    <a:pt x="1410" y="1413"/>
                  </a:lnTo>
                  <a:close/>
                  <a:moveTo>
                    <a:pt x="1" y="1"/>
                  </a:moveTo>
                  <a:lnTo>
                    <a:pt x="1" y="28266"/>
                  </a:lnTo>
                  <a:lnTo>
                    <a:pt x="15238" y="28266"/>
                  </a:lnTo>
                  <a:lnTo>
                    <a:pt x="1523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1"/>
            <p:cNvSpPr/>
            <p:nvPr/>
          </p:nvSpPr>
          <p:spPr>
            <a:xfrm>
              <a:off x="3900549" y="3684886"/>
              <a:ext cx="125843" cy="89717"/>
            </a:xfrm>
            <a:custGeom>
              <a:avLst/>
              <a:gdLst/>
              <a:ahLst/>
              <a:cxnLst/>
              <a:rect l="l" t="t" r="r" b="b"/>
              <a:pathLst>
                <a:path w="8914" h="6355" extrusionOk="0">
                  <a:moveTo>
                    <a:pt x="7501" y="1413"/>
                  </a:moveTo>
                  <a:lnTo>
                    <a:pt x="7501" y="4942"/>
                  </a:lnTo>
                  <a:lnTo>
                    <a:pt x="1413" y="4942"/>
                  </a:lnTo>
                  <a:lnTo>
                    <a:pt x="1413" y="1413"/>
                  </a:lnTo>
                  <a:close/>
                  <a:moveTo>
                    <a:pt x="0" y="0"/>
                  </a:moveTo>
                  <a:lnTo>
                    <a:pt x="0" y="6355"/>
                  </a:lnTo>
                  <a:lnTo>
                    <a:pt x="8914" y="6355"/>
                  </a:lnTo>
                  <a:lnTo>
                    <a:pt x="89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1"/>
            <p:cNvSpPr/>
            <p:nvPr/>
          </p:nvSpPr>
          <p:spPr>
            <a:xfrm>
              <a:off x="3816183" y="3413477"/>
              <a:ext cx="294576" cy="19962"/>
            </a:xfrm>
            <a:custGeom>
              <a:avLst/>
              <a:gdLst/>
              <a:ahLst/>
              <a:cxnLst/>
              <a:rect l="l" t="t" r="r" b="b"/>
              <a:pathLst>
                <a:path w="20866" h="1414" extrusionOk="0">
                  <a:moveTo>
                    <a:pt x="0" y="1"/>
                  </a:moveTo>
                  <a:lnTo>
                    <a:pt x="0" y="1414"/>
                  </a:lnTo>
                  <a:lnTo>
                    <a:pt x="20866" y="1414"/>
                  </a:lnTo>
                  <a:lnTo>
                    <a:pt x="208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1"/>
            <p:cNvSpPr/>
            <p:nvPr/>
          </p:nvSpPr>
          <p:spPr>
            <a:xfrm>
              <a:off x="3816183" y="3305789"/>
              <a:ext cx="294576" cy="19962"/>
            </a:xfrm>
            <a:custGeom>
              <a:avLst/>
              <a:gdLst/>
              <a:ahLst/>
              <a:cxnLst/>
              <a:rect l="l" t="t" r="r" b="b"/>
              <a:pathLst>
                <a:path w="20866" h="1414" extrusionOk="0">
                  <a:moveTo>
                    <a:pt x="0" y="1"/>
                  </a:moveTo>
                  <a:lnTo>
                    <a:pt x="0" y="1413"/>
                  </a:lnTo>
                  <a:lnTo>
                    <a:pt x="20866" y="1413"/>
                  </a:lnTo>
                  <a:lnTo>
                    <a:pt x="208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1"/>
            <p:cNvSpPr/>
            <p:nvPr/>
          </p:nvSpPr>
          <p:spPr>
            <a:xfrm>
              <a:off x="3817114" y="3519429"/>
              <a:ext cx="508752" cy="433492"/>
            </a:xfrm>
            <a:custGeom>
              <a:avLst/>
              <a:gdLst/>
              <a:ahLst/>
              <a:cxnLst/>
              <a:rect l="l" t="t" r="r" b="b"/>
              <a:pathLst>
                <a:path w="36037" h="30706" extrusionOk="0">
                  <a:moveTo>
                    <a:pt x="10369" y="0"/>
                  </a:moveTo>
                  <a:lnTo>
                    <a:pt x="10369" y="1413"/>
                  </a:lnTo>
                  <a:lnTo>
                    <a:pt x="20680" y="1413"/>
                  </a:lnTo>
                  <a:cubicBezTo>
                    <a:pt x="28370" y="1413"/>
                    <a:pt x="34624" y="7667"/>
                    <a:pt x="34624" y="15353"/>
                  </a:cubicBezTo>
                  <a:cubicBezTo>
                    <a:pt x="34624" y="23043"/>
                    <a:pt x="28370" y="29297"/>
                    <a:pt x="20680" y="29297"/>
                  </a:cubicBezTo>
                  <a:lnTo>
                    <a:pt x="0" y="29297"/>
                  </a:lnTo>
                  <a:lnTo>
                    <a:pt x="0" y="30706"/>
                  </a:lnTo>
                  <a:lnTo>
                    <a:pt x="20680" y="30706"/>
                  </a:lnTo>
                  <a:cubicBezTo>
                    <a:pt x="29146" y="30706"/>
                    <a:pt x="36037" y="23819"/>
                    <a:pt x="36037" y="15353"/>
                  </a:cubicBezTo>
                  <a:cubicBezTo>
                    <a:pt x="36037" y="6887"/>
                    <a:pt x="29146" y="0"/>
                    <a:pt x="206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1"/>
            <p:cNvSpPr/>
            <p:nvPr/>
          </p:nvSpPr>
          <p:spPr>
            <a:xfrm>
              <a:off x="3900605" y="3466502"/>
              <a:ext cx="125745" cy="125745"/>
            </a:xfrm>
            <a:custGeom>
              <a:avLst/>
              <a:gdLst/>
              <a:ahLst/>
              <a:cxnLst/>
              <a:rect l="l" t="t" r="r" b="b"/>
              <a:pathLst>
                <a:path w="8907" h="8907" extrusionOk="0">
                  <a:moveTo>
                    <a:pt x="4455" y="1"/>
                  </a:moveTo>
                  <a:cubicBezTo>
                    <a:pt x="1996" y="1"/>
                    <a:pt x="0" y="1993"/>
                    <a:pt x="0" y="4452"/>
                  </a:cubicBezTo>
                  <a:cubicBezTo>
                    <a:pt x="0" y="6911"/>
                    <a:pt x="1996" y="8907"/>
                    <a:pt x="4455" y="8907"/>
                  </a:cubicBezTo>
                  <a:cubicBezTo>
                    <a:pt x="6914" y="8907"/>
                    <a:pt x="8906" y="6911"/>
                    <a:pt x="8906" y="4452"/>
                  </a:cubicBezTo>
                  <a:cubicBezTo>
                    <a:pt x="8906" y="1993"/>
                    <a:pt x="6914" y="1"/>
                    <a:pt x="4455" y="1"/>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1"/>
            <p:cNvSpPr/>
            <p:nvPr/>
          </p:nvSpPr>
          <p:spPr>
            <a:xfrm>
              <a:off x="3786860" y="3851331"/>
              <a:ext cx="353220" cy="51952"/>
            </a:xfrm>
            <a:custGeom>
              <a:avLst/>
              <a:gdLst/>
              <a:ahLst/>
              <a:cxnLst/>
              <a:rect l="l" t="t" r="r" b="b"/>
              <a:pathLst>
                <a:path w="25020" h="3680" extrusionOk="0">
                  <a:moveTo>
                    <a:pt x="1" y="0"/>
                  </a:moveTo>
                  <a:lnTo>
                    <a:pt x="1" y="3679"/>
                  </a:lnTo>
                  <a:lnTo>
                    <a:pt x="25020" y="3679"/>
                  </a:lnTo>
                  <a:lnTo>
                    <a:pt x="25020"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1"/>
            <p:cNvSpPr/>
            <p:nvPr/>
          </p:nvSpPr>
          <p:spPr>
            <a:xfrm>
              <a:off x="3743647" y="4005777"/>
              <a:ext cx="437854" cy="86117"/>
            </a:xfrm>
            <a:custGeom>
              <a:avLst/>
              <a:gdLst/>
              <a:ahLst/>
              <a:cxnLst/>
              <a:rect l="l" t="t" r="r" b="b"/>
              <a:pathLst>
                <a:path w="31015" h="6100" extrusionOk="0">
                  <a:moveTo>
                    <a:pt x="22668" y="1417"/>
                  </a:moveTo>
                  <a:cubicBezTo>
                    <a:pt x="25112" y="1417"/>
                    <a:pt x="27390" y="2649"/>
                    <a:pt x="28733" y="4691"/>
                  </a:cubicBezTo>
                  <a:lnTo>
                    <a:pt x="2282" y="4691"/>
                  </a:lnTo>
                  <a:cubicBezTo>
                    <a:pt x="3625" y="2649"/>
                    <a:pt x="5903" y="1417"/>
                    <a:pt x="8346" y="1417"/>
                  </a:cubicBezTo>
                  <a:close/>
                  <a:moveTo>
                    <a:pt x="8346" y="0"/>
                  </a:moveTo>
                  <a:cubicBezTo>
                    <a:pt x="4938" y="4"/>
                    <a:pt x="1849" y="2000"/>
                    <a:pt x="448" y="5104"/>
                  </a:cubicBezTo>
                  <a:lnTo>
                    <a:pt x="0" y="6100"/>
                  </a:lnTo>
                  <a:lnTo>
                    <a:pt x="31015" y="6100"/>
                  </a:lnTo>
                  <a:lnTo>
                    <a:pt x="30567" y="5104"/>
                  </a:lnTo>
                  <a:cubicBezTo>
                    <a:pt x="29165" y="2000"/>
                    <a:pt x="26077" y="4"/>
                    <a:pt x="226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1"/>
            <p:cNvSpPr/>
            <p:nvPr/>
          </p:nvSpPr>
          <p:spPr>
            <a:xfrm>
              <a:off x="3925339" y="3933015"/>
              <a:ext cx="76206" cy="92724"/>
            </a:xfrm>
            <a:custGeom>
              <a:avLst/>
              <a:gdLst/>
              <a:ahLst/>
              <a:cxnLst/>
              <a:rect l="l" t="t" r="r" b="b"/>
              <a:pathLst>
                <a:path w="5398" h="6568" extrusionOk="0">
                  <a:moveTo>
                    <a:pt x="3985" y="1410"/>
                  </a:moveTo>
                  <a:lnTo>
                    <a:pt x="3985" y="5154"/>
                  </a:lnTo>
                  <a:lnTo>
                    <a:pt x="1414" y="5154"/>
                  </a:lnTo>
                  <a:lnTo>
                    <a:pt x="1414" y="1410"/>
                  </a:lnTo>
                  <a:close/>
                  <a:moveTo>
                    <a:pt x="1" y="1"/>
                  </a:moveTo>
                  <a:lnTo>
                    <a:pt x="1" y="6567"/>
                  </a:lnTo>
                  <a:lnTo>
                    <a:pt x="5398" y="6567"/>
                  </a:lnTo>
                  <a:lnTo>
                    <a:pt x="53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1" name="Google Shape;1321;p31"/>
          <p:cNvGrpSpPr/>
          <p:nvPr/>
        </p:nvGrpSpPr>
        <p:grpSpPr>
          <a:xfrm rot="-783996">
            <a:off x="302971" y="-80340"/>
            <a:ext cx="537491" cy="631770"/>
            <a:chOff x="8071717" y="2421860"/>
            <a:chExt cx="443820" cy="521710"/>
          </a:xfrm>
        </p:grpSpPr>
        <p:grpSp>
          <p:nvGrpSpPr>
            <p:cNvPr id="1322" name="Google Shape;1322;p31"/>
            <p:cNvGrpSpPr/>
            <p:nvPr/>
          </p:nvGrpSpPr>
          <p:grpSpPr>
            <a:xfrm>
              <a:off x="8071717" y="2421860"/>
              <a:ext cx="443820" cy="521710"/>
              <a:chOff x="8071475" y="2521207"/>
              <a:chExt cx="359252" cy="422301"/>
            </a:xfrm>
          </p:grpSpPr>
          <p:sp>
            <p:nvSpPr>
              <p:cNvPr id="1323" name="Google Shape;1323;p31"/>
              <p:cNvSpPr/>
              <p:nvPr/>
            </p:nvSpPr>
            <p:spPr>
              <a:xfrm>
                <a:off x="8071475" y="2533659"/>
                <a:ext cx="234159" cy="276670"/>
              </a:xfrm>
              <a:custGeom>
                <a:avLst/>
                <a:gdLst/>
                <a:ahLst/>
                <a:cxnLst/>
                <a:rect l="l" t="t" r="r" b="b"/>
                <a:pathLst>
                  <a:path w="5679" h="6710" fill="none" extrusionOk="0">
                    <a:moveTo>
                      <a:pt x="1165" y="0"/>
                    </a:moveTo>
                    <a:lnTo>
                      <a:pt x="1021" y="0"/>
                    </a:lnTo>
                    <a:cubicBezTo>
                      <a:pt x="458" y="0"/>
                      <a:pt x="0" y="458"/>
                      <a:pt x="0" y="1024"/>
                    </a:cubicBezTo>
                    <a:lnTo>
                      <a:pt x="0" y="3872"/>
                    </a:lnTo>
                    <a:cubicBezTo>
                      <a:pt x="0" y="5440"/>
                      <a:pt x="1270" y="6709"/>
                      <a:pt x="2838" y="6709"/>
                    </a:cubicBezTo>
                    <a:lnTo>
                      <a:pt x="2838" y="6709"/>
                    </a:lnTo>
                    <a:cubicBezTo>
                      <a:pt x="4406" y="6709"/>
                      <a:pt x="5679" y="5440"/>
                      <a:pt x="5679" y="3872"/>
                    </a:cubicBezTo>
                    <a:lnTo>
                      <a:pt x="5679" y="1021"/>
                    </a:lnTo>
                    <a:cubicBezTo>
                      <a:pt x="5679" y="458"/>
                      <a:pt x="5221" y="0"/>
                      <a:pt x="4654" y="0"/>
                    </a:cubicBezTo>
                    <a:lnTo>
                      <a:pt x="4654" y="0"/>
                    </a:lnTo>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1"/>
              <p:cNvSpPr/>
              <p:nvPr/>
            </p:nvSpPr>
            <p:spPr>
              <a:xfrm>
                <a:off x="8338944" y="2534978"/>
                <a:ext cx="91784" cy="91701"/>
              </a:xfrm>
              <a:custGeom>
                <a:avLst/>
                <a:gdLst/>
                <a:ahLst/>
                <a:cxnLst/>
                <a:rect l="l" t="t" r="r" b="b"/>
                <a:pathLst>
                  <a:path w="2226" h="2224" fill="none" extrusionOk="0">
                    <a:moveTo>
                      <a:pt x="2226" y="1271"/>
                    </a:moveTo>
                    <a:cubicBezTo>
                      <a:pt x="2222" y="423"/>
                      <a:pt x="1198" y="1"/>
                      <a:pt x="599" y="600"/>
                    </a:cubicBezTo>
                    <a:cubicBezTo>
                      <a:pt x="0" y="1199"/>
                      <a:pt x="426" y="2223"/>
                      <a:pt x="1273" y="2223"/>
                    </a:cubicBezTo>
                    <a:cubicBezTo>
                      <a:pt x="1797" y="2223"/>
                      <a:pt x="2226" y="1798"/>
                      <a:pt x="2226" y="1271"/>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1"/>
              <p:cNvSpPr/>
              <p:nvPr/>
            </p:nvSpPr>
            <p:spPr>
              <a:xfrm>
                <a:off x="8107099" y="2521207"/>
                <a:ext cx="24863" cy="24904"/>
              </a:xfrm>
              <a:custGeom>
                <a:avLst/>
                <a:gdLst/>
                <a:ahLst/>
                <a:cxnLst/>
                <a:rect l="l" t="t" r="r" b="b"/>
                <a:pathLst>
                  <a:path w="603" h="604" fill="none" extrusionOk="0">
                    <a:moveTo>
                      <a:pt x="603" y="302"/>
                    </a:moveTo>
                    <a:cubicBezTo>
                      <a:pt x="603" y="469"/>
                      <a:pt x="468" y="603"/>
                      <a:pt x="301" y="603"/>
                    </a:cubicBezTo>
                    <a:cubicBezTo>
                      <a:pt x="134" y="603"/>
                      <a:pt x="0" y="469"/>
                      <a:pt x="0" y="302"/>
                    </a:cubicBezTo>
                    <a:cubicBezTo>
                      <a:pt x="0" y="135"/>
                      <a:pt x="134" y="1"/>
                      <a:pt x="301" y="1"/>
                    </a:cubicBezTo>
                    <a:cubicBezTo>
                      <a:pt x="468" y="1"/>
                      <a:pt x="603" y="135"/>
                      <a:pt x="603" y="302"/>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1"/>
              <p:cNvSpPr/>
              <p:nvPr/>
            </p:nvSpPr>
            <p:spPr>
              <a:xfrm>
                <a:off x="8249306" y="2521207"/>
                <a:ext cx="24740" cy="24904"/>
              </a:xfrm>
              <a:custGeom>
                <a:avLst/>
                <a:gdLst/>
                <a:ahLst/>
                <a:cxnLst/>
                <a:rect l="l" t="t" r="r" b="b"/>
                <a:pathLst>
                  <a:path w="600" h="604" fill="none" extrusionOk="0">
                    <a:moveTo>
                      <a:pt x="600" y="302"/>
                    </a:moveTo>
                    <a:cubicBezTo>
                      <a:pt x="600" y="469"/>
                      <a:pt x="466" y="603"/>
                      <a:pt x="302" y="603"/>
                    </a:cubicBezTo>
                    <a:cubicBezTo>
                      <a:pt x="135" y="603"/>
                      <a:pt x="1" y="469"/>
                      <a:pt x="1" y="302"/>
                    </a:cubicBezTo>
                    <a:cubicBezTo>
                      <a:pt x="1" y="135"/>
                      <a:pt x="135" y="1"/>
                      <a:pt x="302" y="1"/>
                    </a:cubicBezTo>
                    <a:cubicBezTo>
                      <a:pt x="466" y="1"/>
                      <a:pt x="600" y="135"/>
                      <a:pt x="600" y="302"/>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1"/>
              <p:cNvSpPr/>
              <p:nvPr/>
            </p:nvSpPr>
            <p:spPr>
              <a:xfrm>
                <a:off x="8188614" y="2626636"/>
                <a:ext cx="202864" cy="316872"/>
              </a:xfrm>
              <a:custGeom>
                <a:avLst/>
                <a:gdLst/>
                <a:ahLst/>
                <a:cxnLst/>
                <a:rect l="l" t="t" r="r" b="b"/>
                <a:pathLst>
                  <a:path w="4920" h="7685" fill="none" extrusionOk="0">
                    <a:moveTo>
                      <a:pt x="0" y="4454"/>
                    </a:moveTo>
                    <a:lnTo>
                      <a:pt x="0" y="5224"/>
                    </a:lnTo>
                    <a:cubicBezTo>
                      <a:pt x="0" y="6585"/>
                      <a:pt x="1100" y="7685"/>
                      <a:pt x="2458" y="7685"/>
                    </a:cubicBezTo>
                    <a:lnTo>
                      <a:pt x="2458" y="7685"/>
                    </a:lnTo>
                    <a:cubicBezTo>
                      <a:pt x="3820" y="7685"/>
                      <a:pt x="4919" y="6585"/>
                      <a:pt x="4919" y="5224"/>
                    </a:cubicBezTo>
                    <a:lnTo>
                      <a:pt x="4919" y="0"/>
                    </a:lnTo>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8" name="Google Shape;1328;p31"/>
            <p:cNvSpPr/>
            <p:nvPr/>
          </p:nvSpPr>
          <p:spPr>
            <a:xfrm>
              <a:off x="8436649" y="2472701"/>
              <a:ext cx="61200" cy="61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9" name="Google Shape;1329;p31"/>
          <p:cNvSpPr/>
          <p:nvPr/>
        </p:nvSpPr>
        <p:spPr>
          <a:xfrm>
            <a:off x="383488" y="217607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0" name="Google Shape;1330;p31"/>
          <p:cNvGrpSpPr/>
          <p:nvPr/>
        </p:nvGrpSpPr>
        <p:grpSpPr>
          <a:xfrm rot="1460389">
            <a:off x="8603919" y="4643170"/>
            <a:ext cx="261034" cy="431854"/>
            <a:chOff x="2994713" y="2224360"/>
            <a:chExt cx="333286" cy="551387"/>
          </a:xfrm>
        </p:grpSpPr>
        <p:sp>
          <p:nvSpPr>
            <p:cNvPr id="1331" name="Google Shape;1331;p31"/>
            <p:cNvSpPr/>
            <p:nvPr/>
          </p:nvSpPr>
          <p:spPr>
            <a:xfrm>
              <a:off x="3004751" y="2292053"/>
              <a:ext cx="313267" cy="19962"/>
            </a:xfrm>
            <a:custGeom>
              <a:avLst/>
              <a:gdLst/>
              <a:ahLst/>
              <a:cxnLst/>
              <a:rect l="l" t="t" r="r" b="b"/>
              <a:pathLst>
                <a:path w="22190" h="1414" extrusionOk="0">
                  <a:moveTo>
                    <a:pt x="0" y="0"/>
                  </a:moveTo>
                  <a:lnTo>
                    <a:pt x="0" y="1413"/>
                  </a:lnTo>
                  <a:lnTo>
                    <a:pt x="22190" y="1413"/>
                  </a:lnTo>
                  <a:lnTo>
                    <a:pt x="22190"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1"/>
            <p:cNvSpPr/>
            <p:nvPr/>
          </p:nvSpPr>
          <p:spPr>
            <a:xfrm>
              <a:off x="3008238" y="2384805"/>
              <a:ext cx="306293" cy="19962"/>
            </a:xfrm>
            <a:custGeom>
              <a:avLst/>
              <a:gdLst/>
              <a:ahLst/>
              <a:cxnLst/>
              <a:rect l="l" t="t" r="r" b="b"/>
              <a:pathLst>
                <a:path w="21696" h="1414" extrusionOk="0">
                  <a:moveTo>
                    <a:pt x="0" y="1"/>
                  </a:moveTo>
                  <a:lnTo>
                    <a:pt x="0" y="1414"/>
                  </a:lnTo>
                  <a:lnTo>
                    <a:pt x="21696" y="1414"/>
                  </a:lnTo>
                  <a:lnTo>
                    <a:pt x="21696"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1"/>
            <p:cNvSpPr/>
            <p:nvPr/>
          </p:nvSpPr>
          <p:spPr>
            <a:xfrm>
              <a:off x="3008944" y="2620412"/>
              <a:ext cx="300082" cy="19962"/>
            </a:xfrm>
            <a:custGeom>
              <a:avLst/>
              <a:gdLst/>
              <a:ahLst/>
              <a:cxnLst/>
              <a:rect l="l" t="t" r="r" b="b"/>
              <a:pathLst>
                <a:path w="21256" h="1414" extrusionOk="0">
                  <a:moveTo>
                    <a:pt x="0" y="0"/>
                  </a:moveTo>
                  <a:lnTo>
                    <a:pt x="0" y="1413"/>
                  </a:lnTo>
                  <a:lnTo>
                    <a:pt x="21256" y="1413"/>
                  </a:lnTo>
                  <a:lnTo>
                    <a:pt x="21256"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1"/>
            <p:cNvSpPr/>
            <p:nvPr/>
          </p:nvSpPr>
          <p:spPr>
            <a:xfrm>
              <a:off x="3004751" y="2713108"/>
              <a:ext cx="313267" cy="19962"/>
            </a:xfrm>
            <a:custGeom>
              <a:avLst/>
              <a:gdLst/>
              <a:ahLst/>
              <a:cxnLst/>
              <a:rect l="l" t="t" r="r" b="b"/>
              <a:pathLst>
                <a:path w="22190" h="1414" extrusionOk="0">
                  <a:moveTo>
                    <a:pt x="0" y="1"/>
                  </a:moveTo>
                  <a:lnTo>
                    <a:pt x="0" y="1414"/>
                  </a:lnTo>
                  <a:lnTo>
                    <a:pt x="22190" y="1414"/>
                  </a:lnTo>
                  <a:lnTo>
                    <a:pt x="2219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1"/>
            <p:cNvSpPr/>
            <p:nvPr/>
          </p:nvSpPr>
          <p:spPr>
            <a:xfrm>
              <a:off x="2994713" y="2224360"/>
              <a:ext cx="333286" cy="551387"/>
            </a:xfrm>
            <a:custGeom>
              <a:avLst/>
              <a:gdLst/>
              <a:ahLst/>
              <a:cxnLst/>
              <a:rect l="l" t="t" r="r" b="b"/>
              <a:pathLst>
                <a:path w="23608" h="39057" extrusionOk="0">
                  <a:moveTo>
                    <a:pt x="1" y="1"/>
                  </a:moveTo>
                  <a:lnTo>
                    <a:pt x="1" y="10196"/>
                  </a:lnTo>
                  <a:cubicBezTo>
                    <a:pt x="1" y="13141"/>
                    <a:pt x="1622" y="15851"/>
                    <a:pt x="4220" y="17241"/>
                  </a:cubicBezTo>
                  <a:lnTo>
                    <a:pt x="18720" y="25012"/>
                  </a:lnTo>
                  <a:cubicBezTo>
                    <a:pt x="20862" y="26159"/>
                    <a:pt x="22198" y="28386"/>
                    <a:pt x="22194" y="30814"/>
                  </a:cubicBezTo>
                  <a:lnTo>
                    <a:pt x="22194" y="39056"/>
                  </a:lnTo>
                  <a:lnTo>
                    <a:pt x="23607" y="39056"/>
                  </a:lnTo>
                  <a:lnTo>
                    <a:pt x="23607" y="30814"/>
                  </a:lnTo>
                  <a:cubicBezTo>
                    <a:pt x="23607" y="27865"/>
                    <a:pt x="21986" y="25159"/>
                    <a:pt x="19388" y="23769"/>
                  </a:cubicBezTo>
                  <a:lnTo>
                    <a:pt x="4888" y="15998"/>
                  </a:lnTo>
                  <a:cubicBezTo>
                    <a:pt x="2749" y="14852"/>
                    <a:pt x="1414" y="12620"/>
                    <a:pt x="1414" y="10192"/>
                  </a:cubicBezTo>
                  <a:lnTo>
                    <a:pt x="141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1"/>
            <p:cNvSpPr/>
            <p:nvPr/>
          </p:nvSpPr>
          <p:spPr>
            <a:xfrm>
              <a:off x="2994713" y="2224360"/>
              <a:ext cx="333286" cy="551387"/>
            </a:xfrm>
            <a:custGeom>
              <a:avLst/>
              <a:gdLst/>
              <a:ahLst/>
              <a:cxnLst/>
              <a:rect l="l" t="t" r="r" b="b"/>
              <a:pathLst>
                <a:path w="23608" h="39057" extrusionOk="0">
                  <a:moveTo>
                    <a:pt x="22194" y="1"/>
                  </a:moveTo>
                  <a:lnTo>
                    <a:pt x="22194" y="10192"/>
                  </a:lnTo>
                  <a:cubicBezTo>
                    <a:pt x="22198" y="12620"/>
                    <a:pt x="20862" y="14852"/>
                    <a:pt x="18720" y="15998"/>
                  </a:cubicBezTo>
                  <a:lnTo>
                    <a:pt x="4224" y="23769"/>
                  </a:lnTo>
                  <a:cubicBezTo>
                    <a:pt x="1622" y="25159"/>
                    <a:pt x="1" y="27869"/>
                    <a:pt x="5" y="30814"/>
                  </a:cubicBezTo>
                  <a:lnTo>
                    <a:pt x="5" y="39056"/>
                  </a:lnTo>
                  <a:lnTo>
                    <a:pt x="1418" y="39056"/>
                  </a:lnTo>
                  <a:lnTo>
                    <a:pt x="1418" y="30814"/>
                  </a:lnTo>
                  <a:cubicBezTo>
                    <a:pt x="1414" y="28386"/>
                    <a:pt x="2749" y="26159"/>
                    <a:pt x="4892" y="25012"/>
                  </a:cubicBezTo>
                  <a:lnTo>
                    <a:pt x="19388" y="17237"/>
                  </a:lnTo>
                  <a:cubicBezTo>
                    <a:pt x="21986" y="15848"/>
                    <a:pt x="23607" y="13141"/>
                    <a:pt x="23607" y="10192"/>
                  </a:cubicBezTo>
                  <a:lnTo>
                    <a:pt x="236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7" name="Google Shape;1337;p31"/>
          <p:cNvGrpSpPr/>
          <p:nvPr/>
        </p:nvGrpSpPr>
        <p:grpSpPr>
          <a:xfrm>
            <a:off x="8854533" y="2762346"/>
            <a:ext cx="399992" cy="376828"/>
            <a:chOff x="3522327" y="1976386"/>
            <a:chExt cx="510715" cy="481139"/>
          </a:xfrm>
        </p:grpSpPr>
        <p:sp>
          <p:nvSpPr>
            <p:cNvPr id="1338" name="Google Shape;1338;p31"/>
            <p:cNvSpPr/>
            <p:nvPr/>
          </p:nvSpPr>
          <p:spPr>
            <a:xfrm>
              <a:off x="3525644" y="1976386"/>
              <a:ext cx="504136" cy="481139"/>
            </a:xfrm>
            <a:custGeom>
              <a:avLst/>
              <a:gdLst/>
              <a:ahLst/>
              <a:cxnLst/>
              <a:rect l="l" t="t" r="r" b="b"/>
              <a:pathLst>
                <a:path w="35710" h="34081" extrusionOk="0">
                  <a:moveTo>
                    <a:pt x="11756" y="1414"/>
                  </a:moveTo>
                  <a:cubicBezTo>
                    <a:pt x="14265" y="1414"/>
                    <a:pt x="16670" y="2417"/>
                    <a:pt x="18438" y="4205"/>
                  </a:cubicBezTo>
                  <a:lnTo>
                    <a:pt x="30695" y="16539"/>
                  </a:lnTo>
                  <a:cubicBezTo>
                    <a:pt x="34377" y="20245"/>
                    <a:pt x="34358" y="26236"/>
                    <a:pt x="30652" y="29919"/>
                  </a:cubicBezTo>
                  <a:cubicBezTo>
                    <a:pt x="28891" y="31680"/>
                    <a:pt x="26502" y="32668"/>
                    <a:pt x="24014" y="32668"/>
                  </a:cubicBezTo>
                  <a:cubicBezTo>
                    <a:pt x="24005" y="32668"/>
                    <a:pt x="23995" y="32668"/>
                    <a:pt x="23985" y="32668"/>
                  </a:cubicBezTo>
                  <a:lnTo>
                    <a:pt x="23954" y="32668"/>
                  </a:lnTo>
                  <a:cubicBezTo>
                    <a:pt x="21441" y="32668"/>
                    <a:pt x="19036" y="31664"/>
                    <a:pt x="17272" y="29876"/>
                  </a:cubicBezTo>
                  <a:lnTo>
                    <a:pt x="5015" y="17543"/>
                  </a:lnTo>
                  <a:cubicBezTo>
                    <a:pt x="2321" y="14833"/>
                    <a:pt x="1522" y="10768"/>
                    <a:pt x="2989" y="7239"/>
                  </a:cubicBezTo>
                  <a:cubicBezTo>
                    <a:pt x="4456" y="3711"/>
                    <a:pt x="7903" y="1414"/>
                    <a:pt x="11725" y="1414"/>
                  </a:cubicBezTo>
                  <a:close/>
                  <a:moveTo>
                    <a:pt x="11725" y="1"/>
                  </a:moveTo>
                  <a:cubicBezTo>
                    <a:pt x="7335" y="1"/>
                    <a:pt x="3375" y="2645"/>
                    <a:pt x="1688" y="6699"/>
                  </a:cubicBezTo>
                  <a:cubicBezTo>
                    <a:pt x="1" y="10752"/>
                    <a:pt x="919" y="15423"/>
                    <a:pt x="4016" y="18539"/>
                  </a:cubicBezTo>
                  <a:lnTo>
                    <a:pt x="16272" y="30872"/>
                  </a:lnTo>
                  <a:cubicBezTo>
                    <a:pt x="18299" y="32926"/>
                    <a:pt x="21063" y="34080"/>
                    <a:pt x="23951" y="34080"/>
                  </a:cubicBezTo>
                  <a:lnTo>
                    <a:pt x="23985" y="34080"/>
                  </a:lnTo>
                  <a:cubicBezTo>
                    <a:pt x="28375" y="34080"/>
                    <a:pt x="32335" y="31440"/>
                    <a:pt x="34022" y="27387"/>
                  </a:cubicBezTo>
                  <a:cubicBezTo>
                    <a:pt x="35709" y="23329"/>
                    <a:pt x="34790" y="18658"/>
                    <a:pt x="31694" y="15547"/>
                  </a:cubicBezTo>
                  <a:lnTo>
                    <a:pt x="19438" y="3209"/>
                  </a:lnTo>
                  <a:cubicBezTo>
                    <a:pt x="17411" y="1159"/>
                    <a:pt x="14643" y="1"/>
                    <a:pt x="117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1"/>
            <p:cNvSpPr/>
            <p:nvPr/>
          </p:nvSpPr>
          <p:spPr>
            <a:xfrm>
              <a:off x="3669742" y="2113396"/>
              <a:ext cx="215941" cy="207146"/>
            </a:xfrm>
            <a:custGeom>
              <a:avLst/>
              <a:gdLst/>
              <a:ahLst/>
              <a:cxnLst/>
              <a:rect l="l" t="t" r="r" b="b"/>
              <a:pathLst>
                <a:path w="15296" h="14673" extrusionOk="0">
                  <a:moveTo>
                    <a:pt x="7661" y="0"/>
                  </a:moveTo>
                  <a:cubicBezTo>
                    <a:pt x="6856" y="0"/>
                    <a:pt x="6051" y="306"/>
                    <a:pt x="5436" y="920"/>
                  </a:cubicBezTo>
                  <a:lnTo>
                    <a:pt x="1240" y="5085"/>
                  </a:lnTo>
                  <a:cubicBezTo>
                    <a:pt x="4" y="6313"/>
                    <a:pt x="1" y="8312"/>
                    <a:pt x="1228" y="9548"/>
                  </a:cubicBezTo>
                  <a:lnTo>
                    <a:pt x="5394" y="13740"/>
                  </a:lnTo>
                  <a:cubicBezTo>
                    <a:pt x="6012" y="14362"/>
                    <a:pt x="6822" y="14673"/>
                    <a:pt x="7633" y="14673"/>
                  </a:cubicBezTo>
                  <a:cubicBezTo>
                    <a:pt x="8437" y="14673"/>
                    <a:pt x="9241" y="14367"/>
                    <a:pt x="9856" y="13756"/>
                  </a:cubicBezTo>
                  <a:lnTo>
                    <a:pt x="14052" y="9590"/>
                  </a:lnTo>
                  <a:cubicBezTo>
                    <a:pt x="15288" y="8359"/>
                    <a:pt x="15295" y="6363"/>
                    <a:pt x="14064" y="5124"/>
                  </a:cubicBezTo>
                  <a:lnTo>
                    <a:pt x="9899" y="931"/>
                  </a:lnTo>
                  <a:cubicBezTo>
                    <a:pt x="9282" y="311"/>
                    <a:pt x="8472" y="0"/>
                    <a:pt x="7661" y="0"/>
                  </a:cubicBez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1"/>
            <p:cNvSpPr/>
            <p:nvPr/>
          </p:nvSpPr>
          <p:spPr>
            <a:xfrm>
              <a:off x="3710838" y="2207701"/>
              <a:ext cx="35986" cy="26922"/>
            </a:xfrm>
            <a:custGeom>
              <a:avLst/>
              <a:gdLst/>
              <a:ahLst/>
              <a:cxnLst/>
              <a:rect l="l" t="t" r="r" b="b"/>
              <a:pathLst>
                <a:path w="2549" h="1907" extrusionOk="0">
                  <a:moveTo>
                    <a:pt x="1276" y="0"/>
                  </a:moveTo>
                  <a:cubicBezTo>
                    <a:pt x="1032" y="0"/>
                    <a:pt x="788" y="94"/>
                    <a:pt x="603" y="281"/>
                  </a:cubicBezTo>
                  <a:cubicBezTo>
                    <a:pt x="0" y="880"/>
                    <a:pt x="429" y="1906"/>
                    <a:pt x="1274" y="1906"/>
                  </a:cubicBezTo>
                  <a:cubicBezTo>
                    <a:pt x="2124" y="1906"/>
                    <a:pt x="2548" y="880"/>
                    <a:pt x="1950" y="281"/>
                  </a:cubicBezTo>
                  <a:cubicBezTo>
                    <a:pt x="1764" y="94"/>
                    <a:pt x="1520" y="0"/>
                    <a:pt x="12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1"/>
            <p:cNvSpPr/>
            <p:nvPr/>
          </p:nvSpPr>
          <p:spPr>
            <a:xfrm>
              <a:off x="3763920" y="2154676"/>
              <a:ext cx="35986" cy="26922"/>
            </a:xfrm>
            <a:custGeom>
              <a:avLst/>
              <a:gdLst/>
              <a:ahLst/>
              <a:cxnLst/>
              <a:rect l="l" t="t" r="r" b="b"/>
              <a:pathLst>
                <a:path w="2549" h="1907" extrusionOk="0">
                  <a:moveTo>
                    <a:pt x="1272" y="0"/>
                  </a:moveTo>
                  <a:cubicBezTo>
                    <a:pt x="1028" y="0"/>
                    <a:pt x="784" y="94"/>
                    <a:pt x="599" y="281"/>
                  </a:cubicBezTo>
                  <a:cubicBezTo>
                    <a:pt x="0" y="879"/>
                    <a:pt x="425" y="1906"/>
                    <a:pt x="1274" y="1906"/>
                  </a:cubicBezTo>
                  <a:cubicBezTo>
                    <a:pt x="2120" y="1906"/>
                    <a:pt x="2548" y="879"/>
                    <a:pt x="1946" y="281"/>
                  </a:cubicBezTo>
                  <a:cubicBezTo>
                    <a:pt x="1761" y="94"/>
                    <a:pt x="1516" y="0"/>
                    <a:pt x="12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1"/>
            <p:cNvSpPr/>
            <p:nvPr/>
          </p:nvSpPr>
          <p:spPr>
            <a:xfrm>
              <a:off x="3760051" y="2252369"/>
              <a:ext cx="26880" cy="26894"/>
            </a:xfrm>
            <a:custGeom>
              <a:avLst/>
              <a:gdLst/>
              <a:ahLst/>
              <a:cxnLst/>
              <a:rect l="l" t="t" r="r" b="b"/>
              <a:pathLst>
                <a:path w="1904" h="1905" extrusionOk="0">
                  <a:moveTo>
                    <a:pt x="954" y="1"/>
                  </a:moveTo>
                  <a:cubicBezTo>
                    <a:pt x="425" y="1"/>
                    <a:pt x="0" y="426"/>
                    <a:pt x="0" y="954"/>
                  </a:cubicBezTo>
                  <a:cubicBezTo>
                    <a:pt x="0" y="1479"/>
                    <a:pt x="425" y="1904"/>
                    <a:pt x="954" y="1904"/>
                  </a:cubicBezTo>
                  <a:cubicBezTo>
                    <a:pt x="1479" y="1904"/>
                    <a:pt x="1903" y="1479"/>
                    <a:pt x="1903" y="954"/>
                  </a:cubicBezTo>
                  <a:cubicBezTo>
                    <a:pt x="1903" y="426"/>
                    <a:pt x="1479" y="1"/>
                    <a:pt x="9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1"/>
            <p:cNvSpPr/>
            <p:nvPr/>
          </p:nvSpPr>
          <p:spPr>
            <a:xfrm>
              <a:off x="3808545" y="2199301"/>
              <a:ext cx="35986" cy="26922"/>
            </a:xfrm>
            <a:custGeom>
              <a:avLst/>
              <a:gdLst/>
              <a:ahLst/>
              <a:cxnLst/>
              <a:rect l="l" t="t" r="r" b="b"/>
              <a:pathLst>
                <a:path w="2549" h="1907" extrusionOk="0">
                  <a:moveTo>
                    <a:pt x="1274" y="1"/>
                  </a:moveTo>
                  <a:cubicBezTo>
                    <a:pt x="1031" y="1"/>
                    <a:pt x="787" y="94"/>
                    <a:pt x="599" y="282"/>
                  </a:cubicBezTo>
                  <a:cubicBezTo>
                    <a:pt x="1" y="880"/>
                    <a:pt x="426" y="1907"/>
                    <a:pt x="1275" y="1907"/>
                  </a:cubicBezTo>
                  <a:cubicBezTo>
                    <a:pt x="2124" y="1907"/>
                    <a:pt x="2549" y="880"/>
                    <a:pt x="1947" y="282"/>
                  </a:cubicBezTo>
                  <a:cubicBezTo>
                    <a:pt x="1761" y="94"/>
                    <a:pt x="1518" y="1"/>
                    <a:pt x="12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1"/>
            <p:cNvSpPr/>
            <p:nvPr/>
          </p:nvSpPr>
          <p:spPr>
            <a:xfrm>
              <a:off x="3761844" y="1977191"/>
              <a:ext cx="271197" cy="256826"/>
            </a:xfrm>
            <a:custGeom>
              <a:avLst/>
              <a:gdLst/>
              <a:ahLst/>
              <a:cxnLst/>
              <a:rect l="l" t="t" r="r" b="b"/>
              <a:pathLst>
                <a:path w="19210" h="18192" extrusionOk="0">
                  <a:moveTo>
                    <a:pt x="7289" y="1407"/>
                  </a:moveTo>
                  <a:cubicBezTo>
                    <a:pt x="9737" y="1407"/>
                    <a:pt x="12173" y="2347"/>
                    <a:pt x="13998" y="4186"/>
                  </a:cubicBezTo>
                  <a:cubicBezTo>
                    <a:pt x="17102" y="7310"/>
                    <a:pt x="17604" y="12181"/>
                    <a:pt x="15307" y="15856"/>
                  </a:cubicBezTo>
                  <a:cubicBezTo>
                    <a:pt x="15191" y="15725"/>
                    <a:pt x="15079" y="15606"/>
                    <a:pt x="14960" y="15486"/>
                  </a:cubicBezTo>
                  <a:lnTo>
                    <a:pt x="2703" y="3152"/>
                  </a:lnTo>
                  <a:cubicBezTo>
                    <a:pt x="2587" y="3036"/>
                    <a:pt x="2467" y="2920"/>
                    <a:pt x="2336" y="2804"/>
                  </a:cubicBezTo>
                  <a:cubicBezTo>
                    <a:pt x="3856" y="1868"/>
                    <a:pt x="5576" y="1407"/>
                    <a:pt x="7289" y="1407"/>
                  </a:cubicBezTo>
                  <a:close/>
                  <a:moveTo>
                    <a:pt x="7290" y="0"/>
                  </a:moveTo>
                  <a:cubicBezTo>
                    <a:pt x="4991" y="0"/>
                    <a:pt x="2683" y="722"/>
                    <a:pt x="742" y="2191"/>
                  </a:cubicBezTo>
                  <a:lnTo>
                    <a:pt x="1" y="2750"/>
                  </a:lnTo>
                  <a:lnTo>
                    <a:pt x="738" y="3314"/>
                  </a:lnTo>
                  <a:cubicBezTo>
                    <a:pt x="1078" y="3569"/>
                    <a:pt x="1402" y="3851"/>
                    <a:pt x="1703" y="4152"/>
                  </a:cubicBezTo>
                  <a:lnTo>
                    <a:pt x="13964" y="16482"/>
                  </a:lnTo>
                  <a:cubicBezTo>
                    <a:pt x="14261" y="16787"/>
                    <a:pt x="14539" y="17111"/>
                    <a:pt x="14794" y="17455"/>
                  </a:cubicBezTo>
                  <a:lnTo>
                    <a:pt x="15350" y="18192"/>
                  </a:lnTo>
                  <a:lnTo>
                    <a:pt x="15913" y="17462"/>
                  </a:lnTo>
                  <a:cubicBezTo>
                    <a:pt x="19210" y="13166"/>
                    <a:pt x="18816" y="7032"/>
                    <a:pt x="15002" y="3194"/>
                  </a:cubicBezTo>
                  <a:cubicBezTo>
                    <a:pt x="12903" y="1081"/>
                    <a:pt x="10103" y="0"/>
                    <a:pt x="72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1"/>
            <p:cNvSpPr/>
            <p:nvPr/>
          </p:nvSpPr>
          <p:spPr>
            <a:xfrm>
              <a:off x="3522327" y="2199894"/>
              <a:ext cx="271141" cy="256924"/>
            </a:xfrm>
            <a:custGeom>
              <a:avLst/>
              <a:gdLst/>
              <a:ahLst/>
              <a:cxnLst/>
              <a:rect l="l" t="t" r="r" b="b"/>
              <a:pathLst>
                <a:path w="19206" h="18199" extrusionOk="0">
                  <a:moveTo>
                    <a:pt x="3903" y="2336"/>
                  </a:moveTo>
                  <a:cubicBezTo>
                    <a:pt x="4019" y="2467"/>
                    <a:pt x="4131" y="2591"/>
                    <a:pt x="4251" y="2707"/>
                  </a:cubicBezTo>
                  <a:lnTo>
                    <a:pt x="16507" y="15044"/>
                  </a:lnTo>
                  <a:cubicBezTo>
                    <a:pt x="16623" y="15160"/>
                    <a:pt x="16743" y="15272"/>
                    <a:pt x="16870" y="15392"/>
                  </a:cubicBezTo>
                  <a:cubicBezTo>
                    <a:pt x="15353" y="16326"/>
                    <a:pt x="13635" y="16786"/>
                    <a:pt x="11923" y="16786"/>
                  </a:cubicBezTo>
                  <a:cubicBezTo>
                    <a:pt x="9475" y="16786"/>
                    <a:pt x="7038" y="15846"/>
                    <a:pt x="5212" y="14006"/>
                  </a:cubicBezTo>
                  <a:cubicBezTo>
                    <a:pt x="2104" y="10883"/>
                    <a:pt x="1606" y="6011"/>
                    <a:pt x="3903" y="2340"/>
                  </a:cubicBezTo>
                  <a:lnTo>
                    <a:pt x="3903" y="2336"/>
                  </a:lnTo>
                  <a:close/>
                  <a:moveTo>
                    <a:pt x="3861" y="0"/>
                  </a:moveTo>
                  <a:lnTo>
                    <a:pt x="3297" y="738"/>
                  </a:lnTo>
                  <a:cubicBezTo>
                    <a:pt x="0" y="5030"/>
                    <a:pt x="394" y="11165"/>
                    <a:pt x="4208" y="15006"/>
                  </a:cubicBezTo>
                  <a:cubicBezTo>
                    <a:pt x="6247" y="17052"/>
                    <a:pt x="9020" y="18198"/>
                    <a:pt x="11907" y="18198"/>
                  </a:cubicBezTo>
                  <a:cubicBezTo>
                    <a:pt x="11911" y="18198"/>
                    <a:pt x="11916" y="18198"/>
                    <a:pt x="11921" y="18198"/>
                  </a:cubicBezTo>
                  <a:cubicBezTo>
                    <a:pt x="14284" y="18198"/>
                    <a:pt x="16584" y="17430"/>
                    <a:pt x="18468" y="16006"/>
                  </a:cubicBezTo>
                  <a:lnTo>
                    <a:pt x="19206" y="15446"/>
                  </a:lnTo>
                  <a:lnTo>
                    <a:pt x="18472" y="14882"/>
                  </a:lnTo>
                  <a:cubicBezTo>
                    <a:pt x="18132" y="14624"/>
                    <a:pt x="17808" y="14346"/>
                    <a:pt x="17507" y="14044"/>
                  </a:cubicBezTo>
                  <a:lnTo>
                    <a:pt x="5250" y="1711"/>
                  </a:lnTo>
                  <a:cubicBezTo>
                    <a:pt x="4953" y="1406"/>
                    <a:pt x="4675" y="1081"/>
                    <a:pt x="4420" y="742"/>
                  </a:cubicBezTo>
                  <a:lnTo>
                    <a:pt x="38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6" name="Google Shape;1346;p31"/>
          <p:cNvGrpSpPr/>
          <p:nvPr/>
        </p:nvGrpSpPr>
        <p:grpSpPr>
          <a:xfrm>
            <a:off x="8301336" y="3720103"/>
            <a:ext cx="363626" cy="238507"/>
            <a:chOff x="4277246" y="2003393"/>
            <a:chExt cx="464282" cy="304529"/>
          </a:xfrm>
        </p:grpSpPr>
        <p:sp>
          <p:nvSpPr>
            <p:cNvPr id="1347" name="Google Shape;1347;p31"/>
            <p:cNvSpPr/>
            <p:nvPr/>
          </p:nvSpPr>
          <p:spPr>
            <a:xfrm>
              <a:off x="4331796" y="2025543"/>
              <a:ext cx="348759" cy="167391"/>
            </a:xfrm>
            <a:custGeom>
              <a:avLst/>
              <a:gdLst/>
              <a:ahLst/>
              <a:cxnLst/>
              <a:rect l="l" t="t" r="r" b="b"/>
              <a:pathLst>
                <a:path w="24704" h="11857" extrusionOk="0">
                  <a:moveTo>
                    <a:pt x="4853" y="1"/>
                  </a:moveTo>
                  <a:cubicBezTo>
                    <a:pt x="2950" y="456"/>
                    <a:pt x="1301" y="1078"/>
                    <a:pt x="1" y="1819"/>
                  </a:cubicBezTo>
                  <a:lnTo>
                    <a:pt x="19658" y="11856"/>
                  </a:lnTo>
                  <a:cubicBezTo>
                    <a:pt x="21615" y="11435"/>
                    <a:pt x="23325" y="10849"/>
                    <a:pt x="24703" y="10135"/>
                  </a:cubicBezTo>
                  <a:lnTo>
                    <a:pt x="485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1"/>
            <p:cNvSpPr/>
            <p:nvPr/>
          </p:nvSpPr>
          <p:spPr>
            <a:xfrm>
              <a:off x="4277246" y="2003393"/>
              <a:ext cx="464282" cy="209701"/>
            </a:xfrm>
            <a:custGeom>
              <a:avLst/>
              <a:gdLst/>
              <a:ahLst/>
              <a:cxnLst/>
              <a:rect l="l" t="t" r="r" b="b"/>
              <a:pathLst>
                <a:path w="32887" h="14854" extrusionOk="0">
                  <a:moveTo>
                    <a:pt x="16446" y="1412"/>
                  </a:moveTo>
                  <a:cubicBezTo>
                    <a:pt x="17376" y="1412"/>
                    <a:pt x="18299" y="1446"/>
                    <a:pt x="19186" y="1520"/>
                  </a:cubicBezTo>
                  <a:cubicBezTo>
                    <a:pt x="26193" y="2053"/>
                    <a:pt x="31474" y="4589"/>
                    <a:pt x="31474" y="7422"/>
                  </a:cubicBezTo>
                  <a:cubicBezTo>
                    <a:pt x="31474" y="8712"/>
                    <a:pt x="30327" y="10009"/>
                    <a:pt x="28243" y="11078"/>
                  </a:cubicBezTo>
                  <a:cubicBezTo>
                    <a:pt x="26919" y="11769"/>
                    <a:pt x="25278" y="12325"/>
                    <a:pt x="23371" y="12734"/>
                  </a:cubicBezTo>
                  <a:cubicBezTo>
                    <a:pt x="21993" y="13031"/>
                    <a:pt x="20592" y="13232"/>
                    <a:pt x="19186" y="13336"/>
                  </a:cubicBezTo>
                  <a:cubicBezTo>
                    <a:pt x="18273" y="13406"/>
                    <a:pt x="17359" y="13441"/>
                    <a:pt x="16444" y="13441"/>
                  </a:cubicBezTo>
                  <a:cubicBezTo>
                    <a:pt x="15529" y="13441"/>
                    <a:pt x="14614" y="13406"/>
                    <a:pt x="13701" y="13336"/>
                  </a:cubicBezTo>
                  <a:cubicBezTo>
                    <a:pt x="6694" y="12796"/>
                    <a:pt x="1413" y="10256"/>
                    <a:pt x="1413" y="7422"/>
                  </a:cubicBezTo>
                  <a:cubicBezTo>
                    <a:pt x="1413" y="6241"/>
                    <a:pt x="2405" y="5025"/>
                    <a:pt x="4212" y="4002"/>
                  </a:cubicBezTo>
                  <a:cubicBezTo>
                    <a:pt x="5474" y="3288"/>
                    <a:pt x="7045" y="2701"/>
                    <a:pt x="8883" y="2257"/>
                  </a:cubicBezTo>
                  <a:cubicBezTo>
                    <a:pt x="10466" y="1879"/>
                    <a:pt x="12079" y="1632"/>
                    <a:pt x="13705" y="1520"/>
                  </a:cubicBezTo>
                  <a:cubicBezTo>
                    <a:pt x="14589" y="1446"/>
                    <a:pt x="15511" y="1412"/>
                    <a:pt x="16446" y="1412"/>
                  </a:cubicBezTo>
                  <a:close/>
                  <a:moveTo>
                    <a:pt x="16445" y="1"/>
                  </a:moveTo>
                  <a:cubicBezTo>
                    <a:pt x="15494" y="1"/>
                    <a:pt x="14542" y="37"/>
                    <a:pt x="13593" y="111"/>
                  </a:cubicBezTo>
                  <a:cubicBezTo>
                    <a:pt x="11894" y="230"/>
                    <a:pt x="10207" y="489"/>
                    <a:pt x="8551" y="887"/>
                  </a:cubicBezTo>
                  <a:cubicBezTo>
                    <a:pt x="6586" y="1358"/>
                    <a:pt x="4891" y="1995"/>
                    <a:pt x="3513" y="2774"/>
                  </a:cubicBezTo>
                  <a:cubicBezTo>
                    <a:pt x="1216" y="4075"/>
                    <a:pt x="0" y="5685"/>
                    <a:pt x="0" y="7422"/>
                  </a:cubicBezTo>
                  <a:cubicBezTo>
                    <a:pt x="0" y="11117"/>
                    <a:pt x="5590" y="14128"/>
                    <a:pt x="13593" y="14742"/>
                  </a:cubicBezTo>
                  <a:cubicBezTo>
                    <a:pt x="14515" y="14815"/>
                    <a:pt x="15477" y="14854"/>
                    <a:pt x="16446" y="14854"/>
                  </a:cubicBezTo>
                  <a:cubicBezTo>
                    <a:pt x="17414" y="14854"/>
                    <a:pt x="18372" y="14815"/>
                    <a:pt x="19294" y="14742"/>
                  </a:cubicBezTo>
                  <a:cubicBezTo>
                    <a:pt x="20765" y="14634"/>
                    <a:pt x="22228" y="14425"/>
                    <a:pt x="23672" y="14116"/>
                  </a:cubicBezTo>
                  <a:cubicBezTo>
                    <a:pt x="25699" y="13680"/>
                    <a:pt x="27455" y="13078"/>
                    <a:pt x="28891" y="12333"/>
                  </a:cubicBezTo>
                  <a:cubicBezTo>
                    <a:pt x="31505" y="10989"/>
                    <a:pt x="32887" y="9295"/>
                    <a:pt x="32887" y="7422"/>
                  </a:cubicBezTo>
                  <a:cubicBezTo>
                    <a:pt x="32887" y="3728"/>
                    <a:pt x="27297" y="717"/>
                    <a:pt x="19294" y="111"/>
                  </a:cubicBezTo>
                  <a:cubicBezTo>
                    <a:pt x="18347" y="37"/>
                    <a:pt x="17396" y="1"/>
                    <a:pt x="164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1"/>
            <p:cNvSpPr/>
            <p:nvPr/>
          </p:nvSpPr>
          <p:spPr>
            <a:xfrm>
              <a:off x="4277246" y="2108229"/>
              <a:ext cx="464282" cy="199692"/>
            </a:xfrm>
            <a:custGeom>
              <a:avLst/>
              <a:gdLst/>
              <a:ahLst/>
              <a:cxnLst/>
              <a:rect l="l" t="t" r="r" b="b"/>
              <a:pathLst>
                <a:path w="32887" h="14145" extrusionOk="0">
                  <a:moveTo>
                    <a:pt x="0" y="0"/>
                  </a:moveTo>
                  <a:lnTo>
                    <a:pt x="0" y="6721"/>
                  </a:lnTo>
                  <a:cubicBezTo>
                    <a:pt x="0" y="10416"/>
                    <a:pt x="5590" y="13423"/>
                    <a:pt x="13593" y="14037"/>
                  </a:cubicBezTo>
                  <a:cubicBezTo>
                    <a:pt x="14515" y="14110"/>
                    <a:pt x="15473" y="14145"/>
                    <a:pt x="16446" y="14145"/>
                  </a:cubicBezTo>
                  <a:cubicBezTo>
                    <a:pt x="17414" y="14145"/>
                    <a:pt x="18376" y="14110"/>
                    <a:pt x="19294" y="14037"/>
                  </a:cubicBezTo>
                  <a:cubicBezTo>
                    <a:pt x="27297" y="13423"/>
                    <a:pt x="32887" y="10416"/>
                    <a:pt x="32887" y="6721"/>
                  </a:cubicBezTo>
                  <a:lnTo>
                    <a:pt x="32887" y="0"/>
                  </a:lnTo>
                  <a:lnTo>
                    <a:pt x="31478" y="0"/>
                  </a:lnTo>
                  <a:lnTo>
                    <a:pt x="31478" y="6721"/>
                  </a:lnTo>
                  <a:cubicBezTo>
                    <a:pt x="31478" y="9551"/>
                    <a:pt x="26193" y="12091"/>
                    <a:pt x="19186" y="12628"/>
                  </a:cubicBezTo>
                  <a:cubicBezTo>
                    <a:pt x="18273" y="12697"/>
                    <a:pt x="17359" y="12732"/>
                    <a:pt x="16444" y="12732"/>
                  </a:cubicBezTo>
                  <a:cubicBezTo>
                    <a:pt x="15529" y="12732"/>
                    <a:pt x="14614" y="12697"/>
                    <a:pt x="13701" y="12628"/>
                  </a:cubicBezTo>
                  <a:cubicBezTo>
                    <a:pt x="6698" y="12091"/>
                    <a:pt x="1413" y="9551"/>
                    <a:pt x="1413" y="6721"/>
                  </a:cubicBezTo>
                  <a:lnTo>
                    <a:pt x="14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0" name="Google Shape;1350;p31"/>
          <p:cNvSpPr/>
          <p:nvPr/>
        </p:nvSpPr>
        <p:spPr>
          <a:xfrm>
            <a:off x="8380675" y="4422138"/>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1"/>
          <p:cNvSpPr/>
          <p:nvPr/>
        </p:nvSpPr>
        <p:spPr>
          <a:xfrm>
            <a:off x="8526525" y="245723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1"/>
          <p:cNvSpPr/>
          <p:nvPr/>
        </p:nvSpPr>
        <p:spPr>
          <a:xfrm>
            <a:off x="663125" y="395858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1"/>
          <p:cNvSpPr/>
          <p:nvPr/>
        </p:nvSpPr>
        <p:spPr>
          <a:xfrm>
            <a:off x="283288" y="83395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1"/>
          <p:cNvSpPr/>
          <p:nvPr/>
        </p:nvSpPr>
        <p:spPr>
          <a:xfrm>
            <a:off x="8854525" y="361988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1"/>
          <p:cNvSpPr/>
          <p:nvPr/>
        </p:nvSpPr>
        <p:spPr>
          <a:xfrm>
            <a:off x="8942350" y="208121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6129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accent1"/>
              </a:buClr>
              <a:buSzPts val="4600"/>
              <a:buFont typeface="Work Sans"/>
              <a:buNone/>
              <a:defRPr sz="4600" b="1">
                <a:solidFill>
                  <a:schemeClr val="accent1"/>
                </a:solidFill>
                <a:latin typeface="Work Sans"/>
                <a:ea typeface="Work Sans"/>
                <a:cs typeface="Work Sans"/>
                <a:sym typeface="Work Sans"/>
              </a:defRPr>
            </a:lvl1pPr>
            <a:lvl2pPr lvl="1" algn="ctr" rtl="0">
              <a:spcBef>
                <a:spcPts val="0"/>
              </a:spcBef>
              <a:spcAft>
                <a:spcPts val="0"/>
              </a:spcAft>
              <a:buClr>
                <a:schemeClr val="accent1"/>
              </a:buClr>
              <a:buSzPts val="4600"/>
              <a:buFont typeface="Work Sans"/>
              <a:buNone/>
              <a:defRPr sz="4600" b="1">
                <a:solidFill>
                  <a:schemeClr val="accent1"/>
                </a:solidFill>
                <a:latin typeface="Work Sans"/>
                <a:ea typeface="Work Sans"/>
                <a:cs typeface="Work Sans"/>
                <a:sym typeface="Work Sans"/>
              </a:defRPr>
            </a:lvl2pPr>
            <a:lvl3pPr lvl="2" algn="ctr" rtl="0">
              <a:spcBef>
                <a:spcPts val="0"/>
              </a:spcBef>
              <a:spcAft>
                <a:spcPts val="0"/>
              </a:spcAft>
              <a:buClr>
                <a:schemeClr val="accent1"/>
              </a:buClr>
              <a:buSzPts val="4600"/>
              <a:buFont typeface="Work Sans"/>
              <a:buNone/>
              <a:defRPr sz="4600" b="1">
                <a:solidFill>
                  <a:schemeClr val="accent1"/>
                </a:solidFill>
                <a:latin typeface="Work Sans"/>
                <a:ea typeface="Work Sans"/>
                <a:cs typeface="Work Sans"/>
                <a:sym typeface="Work Sans"/>
              </a:defRPr>
            </a:lvl3pPr>
            <a:lvl4pPr lvl="3" algn="ctr" rtl="0">
              <a:spcBef>
                <a:spcPts val="0"/>
              </a:spcBef>
              <a:spcAft>
                <a:spcPts val="0"/>
              </a:spcAft>
              <a:buClr>
                <a:schemeClr val="accent1"/>
              </a:buClr>
              <a:buSzPts val="4600"/>
              <a:buFont typeface="Work Sans"/>
              <a:buNone/>
              <a:defRPr sz="4600" b="1">
                <a:solidFill>
                  <a:schemeClr val="accent1"/>
                </a:solidFill>
                <a:latin typeface="Work Sans"/>
                <a:ea typeface="Work Sans"/>
                <a:cs typeface="Work Sans"/>
                <a:sym typeface="Work Sans"/>
              </a:defRPr>
            </a:lvl4pPr>
            <a:lvl5pPr lvl="4" algn="ctr" rtl="0">
              <a:spcBef>
                <a:spcPts val="0"/>
              </a:spcBef>
              <a:spcAft>
                <a:spcPts val="0"/>
              </a:spcAft>
              <a:buClr>
                <a:schemeClr val="accent1"/>
              </a:buClr>
              <a:buSzPts val="4600"/>
              <a:buFont typeface="Work Sans"/>
              <a:buNone/>
              <a:defRPr sz="4600" b="1">
                <a:solidFill>
                  <a:schemeClr val="accent1"/>
                </a:solidFill>
                <a:latin typeface="Work Sans"/>
                <a:ea typeface="Work Sans"/>
                <a:cs typeface="Work Sans"/>
                <a:sym typeface="Work Sans"/>
              </a:defRPr>
            </a:lvl5pPr>
            <a:lvl6pPr lvl="5" algn="ctr" rtl="0">
              <a:spcBef>
                <a:spcPts val="0"/>
              </a:spcBef>
              <a:spcAft>
                <a:spcPts val="0"/>
              </a:spcAft>
              <a:buClr>
                <a:schemeClr val="accent1"/>
              </a:buClr>
              <a:buSzPts val="4600"/>
              <a:buFont typeface="Work Sans"/>
              <a:buNone/>
              <a:defRPr sz="4600" b="1">
                <a:solidFill>
                  <a:schemeClr val="accent1"/>
                </a:solidFill>
                <a:latin typeface="Work Sans"/>
                <a:ea typeface="Work Sans"/>
                <a:cs typeface="Work Sans"/>
                <a:sym typeface="Work Sans"/>
              </a:defRPr>
            </a:lvl6pPr>
            <a:lvl7pPr lvl="6" algn="ctr" rtl="0">
              <a:spcBef>
                <a:spcPts val="0"/>
              </a:spcBef>
              <a:spcAft>
                <a:spcPts val="0"/>
              </a:spcAft>
              <a:buClr>
                <a:schemeClr val="accent1"/>
              </a:buClr>
              <a:buSzPts val="4600"/>
              <a:buFont typeface="Work Sans"/>
              <a:buNone/>
              <a:defRPr sz="4600" b="1">
                <a:solidFill>
                  <a:schemeClr val="accent1"/>
                </a:solidFill>
                <a:latin typeface="Work Sans"/>
                <a:ea typeface="Work Sans"/>
                <a:cs typeface="Work Sans"/>
                <a:sym typeface="Work Sans"/>
              </a:defRPr>
            </a:lvl7pPr>
            <a:lvl8pPr lvl="7" algn="ctr" rtl="0">
              <a:spcBef>
                <a:spcPts val="0"/>
              </a:spcBef>
              <a:spcAft>
                <a:spcPts val="0"/>
              </a:spcAft>
              <a:buClr>
                <a:schemeClr val="accent1"/>
              </a:buClr>
              <a:buSzPts val="4600"/>
              <a:buFont typeface="Work Sans"/>
              <a:buNone/>
              <a:defRPr sz="4600" b="1">
                <a:solidFill>
                  <a:schemeClr val="accent1"/>
                </a:solidFill>
                <a:latin typeface="Work Sans"/>
                <a:ea typeface="Work Sans"/>
                <a:cs typeface="Work Sans"/>
                <a:sym typeface="Work Sans"/>
              </a:defRPr>
            </a:lvl8pPr>
            <a:lvl9pPr lvl="8" algn="ctr" rtl="0">
              <a:spcBef>
                <a:spcPts val="0"/>
              </a:spcBef>
              <a:spcAft>
                <a:spcPts val="0"/>
              </a:spcAft>
              <a:buClr>
                <a:schemeClr val="accent1"/>
              </a:buClr>
              <a:buSzPts val="4600"/>
              <a:buFont typeface="Work Sans"/>
              <a:buNone/>
              <a:defRPr sz="4600" b="1">
                <a:solidFill>
                  <a:schemeClr val="accent1"/>
                </a:solidFill>
                <a:latin typeface="Work Sans"/>
                <a:ea typeface="Work Sans"/>
                <a:cs typeface="Work Sans"/>
                <a:sym typeface="Work Sans"/>
              </a:defRPr>
            </a:lvl9pPr>
          </a:lstStyle>
          <a:p>
            <a:endParaRPr/>
          </a:p>
        </p:txBody>
      </p:sp>
      <p:sp>
        <p:nvSpPr>
          <p:cNvPr id="7" name="Google Shape;7;p1"/>
          <p:cNvSpPr txBox="1">
            <a:spLocks noGrp="1"/>
          </p:cNvSpPr>
          <p:nvPr>
            <p:ph type="body" idx="1"/>
          </p:nvPr>
        </p:nvSpPr>
        <p:spPr>
          <a:xfrm>
            <a:off x="713225" y="1152475"/>
            <a:ext cx="7717500" cy="34560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Font typeface="Barlow" panose="00000500000000000000"/>
              <a:buChar char="●"/>
              <a:defRPr>
                <a:solidFill>
                  <a:schemeClr val="dk1"/>
                </a:solidFill>
                <a:latin typeface="Barlow" panose="00000500000000000000"/>
                <a:ea typeface="Barlow" panose="00000500000000000000"/>
                <a:cs typeface="Barlow" panose="00000500000000000000"/>
                <a:sym typeface="Barlow" panose="00000500000000000000"/>
              </a:defRPr>
            </a:lvl1pPr>
            <a:lvl2pPr marL="914400" lvl="1" indent="-317500" rtl="0">
              <a:lnSpc>
                <a:spcPct val="100000"/>
              </a:lnSpc>
              <a:spcBef>
                <a:spcPts val="0"/>
              </a:spcBef>
              <a:spcAft>
                <a:spcPts val="0"/>
              </a:spcAft>
              <a:buClr>
                <a:schemeClr val="dk1"/>
              </a:buClr>
              <a:buSzPts val="1400"/>
              <a:buFont typeface="Barlow" panose="00000500000000000000"/>
              <a:buChar char="○"/>
              <a:defRPr>
                <a:solidFill>
                  <a:schemeClr val="dk1"/>
                </a:solidFill>
                <a:latin typeface="Barlow" panose="00000500000000000000"/>
                <a:ea typeface="Barlow" panose="00000500000000000000"/>
                <a:cs typeface="Barlow" panose="00000500000000000000"/>
                <a:sym typeface="Barlow" panose="00000500000000000000"/>
              </a:defRPr>
            </a:lvl2pPr>
            <a:lvl3pPr marL="1371600" lvl="2" indent="-317500" rtl="0">
              <a:lnSpc>
                <a:spcPct val="100000"/>
              </a:lnSpc>
              <a:spcBef>
                <a:spcPts val="0"/>
              </a:spcBef>
              <a:spcAft>
                <a:spcPts val="0"/>
              </a:spcAft>
              <a:buClr>
                <a:schemeClr val="dk1"/>
              </a:buClr>
              <a:buSzPts val="1400"/>
              <a:buFont typeface="Barlow" panose="00000500000000000000"/>
              <a:buChar char="■"/>
              <a:defRPr>
                <a:solidFill>
                  <a:schemeClr val="dk1"/>
                </a:solidFill>
                <a:latin typeface="Barlow" panose="00000500000000000000"/>
                <a:ea typeface="Barlow" panose="00000500000000000000"/>
                <a:cs typeface="Barlow" panose="00000500000000000000"/>
                <a:sym typeface="Barlow" panose="00000500000000000000"/>
              </a:defRPr>
            </a:lvl3pPr>
            <a:lvl4pPr marL="1828800" lvl="3" indent="-317500" rtl="0">
              <a:lnSpc>
                <a:spcPct val="100000"/>
              </a:lnSpc>
              <a:spcBef>
                <a:spcPts val="0"/>
              </a:spcBef>
              <a:spcAft>
                <a:spcPts val="0"/>
              </a:spcAft>
              <a:buClr>
                <a:schemeClr val="dk1"/>
              </a:buClr>
              <a:buSzPts val="1400"/>
              <a:buFont typeface="Barlow" panose="00000500000000000000"/>
              <a:buChar char="●"/>
              <a:defRPr>
                <a:solidFill>
                  <a:schemeClr val="dk1"/>
                </a:solidFill>
                <a:latin typeface="Barlow" panose="00000500000000000000"/>
                <a:ea typeface="Barlow" panose="00000500000000000000"/>
                <a:cs typeface="Barlow" panose="00000500000000000000"/>
                <a:sym typeface="Barlow" panose="00000500000000000000"/>
              </a:defRPr>
            </a:lvl4pPr>
            <a:lvl5pPr marL="2286000" lvl="4" indent="-317500" rtl="0">
              <a:lnSpc>
                <a:spcPct val="100000"/>
              </a:lnSpc>
              <a:spcBef>
                <a:spcPts val="0"/>
              </a:spcBef>
              <a:spcAft>
                <a:spcPts val="0"/>
              </a:spcAft>
              <a:buClr>
                <a:schemeClr val="dk1"/>
              </a:buClr>
              <a:buSzPts val="1400"/>
              <a:buFont typeface="Barlow" panose="00000500000000000000"/>
              <a:buChar char="○"/>
              <a:defRPr>
                <a:solidFill>
                  <a:schemeClr val="dk1"/>
                </a:solidFill>
                <a:latin typeface="Barlow" panose="00000500000000000000"/>
                <a:ea typeface="Barlow" panose="00000500000000000000"/>
                <a:cs typeface="Barlow" panose="00000500000000000000"/>
                <a:sym typeface="Barlow" panose="00000500000000000000"/>
              </a:defRPr>
            </a:lvl5pPr>
            <a:lvl6pPr marL="2743200" lvl="5" indent="-317500" rtl="0">
              <a:lnSpc>
                <a:spcPct val="100000"/>
              </a:lnSpc>
              <a:spcBef>
                <a:spcPts val="0"/>
              </a:spcBef>
              <a:spcAft>
                <a:spcPts val="0"/>
              </a:spcAft>
              <a:buClr>
                <a:schemeClr val="dk1"/>
              </a:buClr>
              <a:buSzPts val="1400"/>
              <a:buFont typeface="Barlow" panose="00000500000000000000"/>
              <a:buChar char="■"/>
              <a:defRPr>
                <a:solidFill>
                  <a:schemeClr val="dk1"/>
                </a:solidFill>
                <a:latin typeface="Barlow" panose="00000500000000000000"/>
                <a:ea typeface="Barlow" panose="00000500000000000000"/>
                <a:cs typeface="Barlow" panose="00000500000000000000"/>
                <a:sym typeface="Barlow" panose="00000500000000000000"/>
              </a:defRPr>
            </a:lvl6pPr>
            <a:lvl7pPr marL="3200400" lvl="6" indent="-317500" rtl="0">
              <a:lnSpc>
                <a:spcPct val="100000"/>
              </a:lnSpc>
              <a:spcBef>
                <a:spcPts val="0"/>
              </a:spcBef>
              <a:spcAft>
                <a:spcPts val="0"/>
              </a:spcAft>
              <a:buClr>
                <a:schemeClr val="dk1"/>
              </a:buClr>
              <a:buSzPts val="1400"/>
              <a:buFont typeface="Barlow" panose="00000500000000000000"/>
              <a:buChar char="●"/>
              <a:defRPr>
                <a:solidFill>
                  <a:schemeClr val="dk1"/>
                </a:solidFill>
                <a:latin typeface="Barlow" panose="00000500000000000000"/>
                <a:ea typeface="Barlow" panose="00000500000000000000"/>
                <a:cs typeface="Barlow" panose="00000500000000000000"/>
                <a:sym typeface="Barlow" panose="00000500000000000000"/>
              </a:defRPr>
            </a:lvl7pPr>
            <a:lvl8pPr marL="3657600" lvl="7" indent="-317500" rtl="0">
              <a:lnSpc>
                <a:spcPct val="100000"/>
              </a:lnSpc>
              <a:spcBef>
                <a:spcPts val="0"/>
              </a:spcBef>
              <a:spcAft>
                <a:spcPts val="0"/>
              </a:spcAft>
              <a:buClr>
                <a:schemeClr val="dk1"/>
              </a:buClr>
              <a:buSzPts val="1400"/>
              <a:buFont typeface="Barlow" panose="00000500000000000000"/>
              <a:buChar char="○"/>
              <a:defRPr>
                <a:solidFill>
                  <a:schemeClr val="dk1"/>
                </a:solidFill>
                <a:latin typeface="Barlow" panose="00000500000000000000"/>
                <a:ea typeface="Barlow" panose="00000500000000000000"/>
                <a:cs typeface="Barlow" panose="00000500000000000000"/>
                <a:sym typeface="Barlow" panose="00000500000000000000"/>
              </a:defRPr>
            </a:lvl8pPr>
            <a:lvl9pPr marL="4114800" lvl="8" indent="-317500" rtl="0">
              <a:lnSpc>
                <a:spcPct val="100000"/>
              </a:lnSpc>
              <a:spcBef>
                <a:spcPts val="0"/>
              </a:spcBef>
              <a:spcAft>
                <a:spcPts val="0"/>
              </a:spcAft>
              <a:buClr>
                <a:schemeClr val="dk1"/>
              </a:buClr>
              <a:buSzPts val="1400"/>
              <a:buFont typeface="Barlow" panose="00000500000000000000"/>
              <a:buChar char="■"/>
              <a:defRPr>
                <a:solidFill>
                  <a:schemeClr val="dk1"/>
                </a:solidFill>
                <a:latin typeface="Barlow" panose="00000500000000000000"/>
                <a:ea typeface="Barlow" panose="00000500000000000000"/>
                <a:cs typeface="Barlow" panose="00000500000000000000"/>
                <a:sym typeface="Barlow" panose="00000500000000000000"/>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365"/>
        <p:cNvGrpSpPr/>
        <p:nvPr/>
      </p:nvGrpSpPr>
      <p:grpSpPr>
        <a:xfrm>
          <a:off x="0" y="0"/>
          <a:ext cx="0" cy="0"/>
          <a:chOff x="0" y="0"/>
          <a:chExt cx="0" cy="0"/>
        </a:xfrm>
      </p:grpSpPr>
      <p:sp>
        <p:nvSpPr>
          <p:cNvPr id="1366" name="Google Shape;1366;p35"/>
          <p:cNvSpPr/>
          <p:nvPr/>
        </p:nvSpPr>
        <p:spPr>
          <a:xfrm>
            <a:off x="745925" y="3411875"/>
            <a:ext cx="3841200" cy="432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5"/>
          <p:cNvSpPr txBox="1">
            <a:spLocks noGrp="1"/>
          </p:cNvSpPr>
          <p:nvPr>
            <p:ph type="ctrTitle"/>
          </p:nvPr>
        </p:nvSpPr>
        <p:spPr>
          <a:xfrm>
            <a:off x="734200" y="1593050"/>
            <a:ext cx="5150100" cy="1571700"/>
          </a:xfrm>
          <a:prstGeom prst="rect">
            <a:avLst/>
          </a:prstGeom>
        </p:spPr>
        <p:txBody>
          <a:bodyPr spcFirstLastPara="1" wrap="square" lIns="91425" tIns="91425" rIns="91425" bIns="91425" anchor="ctr" anchorCtr="0">
            <a:noAutofit/>
          </a:bodyPr>
          <a:lstStyle/>
          <a:p>
            <a:pPr marL="63500" lvl="0" indent="0" algn="l" rtl="0">
              <a:spcBef>
                <a:spcPts val="0"/>
              </a:spcBef>
              <a:spcAft>
                <a:spcPts val="0"/>
              </a:spcAft>
              <a:buNone/>
            </a:pPr>
            <a:r>
              <a:rPr lang="en-GB" sz="3500" dirty="0"/>
              <a:t>GESTION CABINET MEDICAL COMPLET</a:t>
            </a:r>
            <a:r>
              <a:rPr lang="ar-DZ" sz="3500" dirty="0"/>
              <a:t> </a:t>
            </a:r>
            <a:r>
              <a:rPr lang="fr-FR" sz="3500" dirty="0"/>
              <a:t> AVEC JAVA</a:t>
            </a:r>
            <a:endParaRPr sz="3500" dirty="0"/>
          </a:p>
        </p:txBody>
      </p:sp>
      <p:sp>
        <p:nvSpPr>
          <p:cNvPr id="1368" name="Google Shape;1368;p35"/>
          <p:cNvSpPr txBox="1">
            <a:spLocks noGrp="1"/>
          </p:cNvSpPr>
          <p:nvPr>
            <p:ph type="subTitle" idx="1"/>
          </p:nvPr>
        </p:nvSpPr>
        <p:spPr>
          <a:xfrm>
            <a:off x="858650" y="3503825"/>
            <a:ext cx="3728400" cy="249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LET’S STARTED</a:t>
            </a:r>
          </a:p>
        </p:txBody>
      </p:sp>
      <p:grpSp>
        <p:nvGrpSpPr>
          <p:cNvPr id="1369" name="Google Shape;1369;p35"/>
          <p:cNvGrpSpPr/>
          <p:nvPr/>
        </p:nvGrpSpPr>
        <p:grpSpPr>
          <a:xfrm>
            <a:off x="4338101" y="1121223"/>
            <a:ext cx="4185467" cy="3251817"/>
            <a:chOff x="4338101" y="1121223"/>
            <a:chExt cx="4185467" cy="3251817"/>
          </a:xfrm>
        </p:grpSpPr>
        <p:grpSp>
          <p:nvGrpSpPr>
            <p:cNvPr id="1370" name="Google Shape;1370;p35"/>
            <p:cNvGrpSpPr/>
            <p:nvPr/>
          </p:nvGrpSpPr>
          <p:grpSpPr>
            <a:xfrm>
              <a:off x="5822240" y="1121223"/>
              <a:ext cx="2701328" cy="3251817"/>
              <a:chOff x="5822240" y="1121223"/>
              <a:chExt cx="2701328" cy="3251817"/>
            </a:xfrm>
          </p:grpSpPr>
          <p:sp>
            <p:nvSpPr>
              <p:cNvPr id="1371" name="Google Shape;1371;p35"/>
              <p:cNvSpPr/>
              <p:nvPr/>
            </p:nvSpPr>
            <p:spPr>
              <a:xfrm>
                <a:off x="5962842" y="1291315"/>
                <a:ext cx="2560412" cy="2693759"/>
              </a:xfrm>
              <a:custGeom>
                <a:avLst/>
                <a:gdLst/>
                <a:ahLst/>
                <a:cxnLst/>
                <a:rect l="l" t="t" r="r" b="b"/>
                <a:pathLst>
                  <a:path w="131912" h="138782" extrusionOk="0">
                    <a:moveTo>
                      <a:pt x="76032" y="927"/>
                    </a:moveTo>
                    <a:cubicBezTo>
                      <a:pt x="54315" y="-6566"/>
                      <a:pt x="6944" y="36170"/>
                      <a:pt x="975" y="58839"/>
                    </a:cubicBezTo>
                    <a:cubicBezTo>
                      <a:pt x="-4994" y="81509"/>
                      <a:pt x="18501" y="129451"/>
                      <a:pt x="40218" y="136944"/>
                    </a:cubicBezTo>
                    <a:cubicBezTo>
                      <a:pt x="61935" y="144437"/>
                      <a:pt x="125308" y="126467"/>
                      <a:pt x="131277" y="103797"/>
                    </a:cubicBezTo>
                    <a:cubicBezTo>
                      <a:pt x="137246" y="81128"/>
                      <a:pt x="97749" y="8420"/>
                      <a:pt x="76032" y="927"/>
                    </a:cubicBezTo>
                    <a:close/>
                  </a:path>
                </a:pathLst>
              </a:custGeom>
              <a:solidFill>
                <a:schemeClr val="lt1"/>
              </a:solidFill>
              <a:ln>
                <a:noFill/>
              </a:ln>
            </p:spPr>
          </p:sp>
          <p:grpSp>
            <p:nvGrpSpPr>
              <p:cNvPr id="1372" name="Google Shape;1372;p35"/>
              <p:cNvGrpSpPr/>
              <p:nvPr/>
            </p:nvGrpSpPr>
            <p:grpSpPr>
              <a:xfrm>
                <a:off x="5822240" y="1121223"/>
                <a:ext cx="2701328" cy="3251817"/>
                <a:chOff x="5096676" y="741356"/>
                <a:chExt cx="3088997" cy="3718487"/>
              </a:xfrm>
            </p:grpSpPr>
            <p:sp>
              <p:nvSpPr>
                <p:cNvPr id="1373" name="Google Shape;1373;p35"/>
                <p:cNvSpPr/>
                <p:nvPr/>
              </p:nvSpPr>
              <p:spPr>
                <a:xfrm>
                  <a:off x="7315200" y="3192350"/>
                  <a:ext cx="372283" cy="372283"/>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4" name="Google Shape;1374;p35"/>
                <p:cNvGrpSpPr/>
                <p:nvPr/>
              </p:nvGrpSpPr>
              <p:grpSpPr>
                <a:xfrm>
                  <a:off x="5096676" y="741356"/>
                  <a:ext cx="3088997" cy="3718487"/>
                  <a:chOff x="1003375" y="2854500"/>
                  <a:chExt cx="2038000" cy="2453475"/>
                </a:xfrm>
              </p:grpSpPr>
              <p:sp>
                <p:nvSpPr>
                  <p:cNvPr id="1375" name="Google Shape;1375;p35"/>
                  <p:cNvSpPr/>
                  <p:nvPr/>
                </p:nvSpPr>
                <p:spPr>
                  <a:xfrm>
                    <a:off x="2350400" y="4361400"/>
                    <a:ext cx="462200" cy="453650"/>
                  </a:xfrm>
                  <a:custGeom>
                    <a:avLst/>
                    <a:gdLst/>
                    <a:ahLst/>
                    <a:cxnLst/>
                    <a:rect l="l" t="t" r="r" b="b"/>
                    <a:pathLst>
                      <a:path w="18488" h="18146" extrusionOk="0">
                        <a:moveTo>
                          <a:pt x="18487" y="9074"/>
                        </a:moveTo>
                        <a:cubicBezTo>
                          <a:pt x="18487" y="9358"/>
                          <a:pt x="18474" y="9639"/>
                          <a:pt x="18448" y="9917"/>
                        </a:cubicBezTo>
                        <a:lnTo>
                          <a:pt x="18448" y="9917"/>
                        </a:lnTo>
                        <a:cubicBezTo>
                          <a:pt x="18474" y="9640"/>
                          <a:pt x="18487" y="9360"/>
                          <a:pt x="18487" y="9076"/>
                        </a:cubicBezTo>
                        <a:lnTo>
                          <a:pt x="18487" y="9074"/>
                        </a:lnTo>
                        <a:close/>
                        <a:moveTo>
                          <a:pt x="9418" y="0"/>
                        </a:moveTo>
                        <a:cubicBezTo>
                          <a:pt x="9203" y="0"/>
                          <a:pt x="8987" y="8"/>
                          <a:pt x="8769" y="23"/>
                        </a:cubicBezTo>
                        <a:cubicBezTo>
                          <a:pt x="4294" y="331"/>
                          <a:pt x="670" y="3959"/>
                          <a:pt x="365" y="8432"/>
                        </a:cubicBezTo>
                        <a:cubicBezTo>
                          <a:pt x="0" y="13732"/>
                          <a:pt x="4193" y="18146"/>
                          <a:pt x="9414" y="18146"/>
                        </a:cubicBezTo>
                        <a:cubicBezTo>
                          <a:pt x="9415" y="18146"/>
                          <a:pt x="9416" y="18146"/>
                          <a:pt x="9418" y="18146"/>
                        </a:cubicBezTo>
                        <a:cubicBezTo>
                          <a:pt x="14141" y="18141"/>
                          <a:pt x="18019" y="14529"/>
                          <a:pt x="18448" y="9917"/>
                        </a:cubicBezTo>
                        <a:lnTo>
                          <a:pt x="18448" y="9917"/>
                        </a:lnTo>
                        <a:cubicBezTo>
                          <a:pt x="18025" y="14411"/>
                          <a:pt x="14241" y="17929"/>
                          <a:pt x="9635" y="17929"/>
                        </a:cubicBezTo>
                        <a:cubicBezTo>
                          <a:pt x="9427" y="17929"/>
                          <a:pt x="9218" y="17922"/>
                          <a:pt x="9007" y="17908"/>
                        </a:cubicBezTo>
                        <a:cubicBezTo>
                          <a:pt x="4641" y="17606"/>
                          <a:pt x="1105" y="14070"/>
                          <a:pt x="803" y="9704"/>
                        </a:cubicBezTo>
                        <a:cubicBezTo>
                          <a:pt x="446" y="4531"/>
                          <a:pt x="4539" y="224"/>
                          <a:pt x="9635" y="224"/>
                        </a:cubicBezTo>
                        <a:cubicBezTo>
                          <a:pt x="14521" y="226"/>
                          <a:pt x="18483" y="4185"/>
                          <a:pt x="18487" y="9074"/>
                        </a:cubicBezTo>
                        <a:lnTo>
                          <a:pt x="18487" y="9069"/>
                        </a:lnTo>
                        <a:cubicBezTo>
                          <a:pt x="18485" y="4059"/>
                          <a:pt x="14426" y="0"/>
                          <a:pt x="9418" y="0"/>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5"/>
                  <p:cNvSpPr/>
                  <p:nvPr/>
                </p:nvSpPr>
                <p:spPr>
                  <a:xfrm>
                    <a:off x="1003375" y="2854500"/>
                    <a:ext cx="407125" cy="388200"/>
                  </a:xfrm>
                  <a:custGeom>
                    <a:avLst/>
                    <a:gdLst/>
                    <a:ahLst/>
                    <a:cxnLst/>
                    <a:rect l="l" t="t" r="r" b="b"/>
                    <a:pathLst>
                      <a:path w="16285" h="15528" extrusionOk="0">
                        <a:moveTo>
                          <a:pt x="8522" y="0"/>
                        </a:moveTo>
                        <a:cubicBezTo>
                          <a:pt x="6535" y="0"/>
                          <a:pt x="4547" y="758"/>
                          <a:pt x="3031" y="2275"/>
                        </a:cubicBezTo>
                        <a:cubicBezTo>
                          <a:pt x="1" y="5307"/>
                          <a:pt x="1" y="10221"/>
                          <a:pt x="3031" y="13254"/>
                        </a:cubicBezTo>
                        <a:cubicBezTo>
                          <a:pt x="4488" y="14711"/>
                          <a:pt x="6463" y="15528"/>
                          <a:pt x="8522" y="15528"/>
                        </a:cubicBezTo>
                        <a:cubicBezTo>
                          <a:pt x="10581" y="15528"/>
                          <a:pt x="12556" y="14711"/>
                          <a:pt x="14010" y="13254"/>
                        </a:cubicBezTo>
                        <a:cubicBezTo>
                          <a:pt x="15467" y="11797"/>
                          <a:pt x="16284" y="9822"/>
                          <a:pt x="16284" y="7763"/>
                        </a:cubicBezTo>
                        <a:cubicBezTo>
                          <a:pt x="16284" y="5704"/>
                          <a:pt x="15467" y="3731"/>
                          <a:pt x="14010" y="2275"/>
                        </a:cubicBezTo>
                        <a:cubicBezTo>
                          <a:pt x="12495" y="758"/>
                          <a:pt x="10509" y="0"/>
                          <a:pt x="85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5"/>
                  <p:cNvSpPr/>
                  <p:nvPr/>
                </p:nvSpPr>
                <p:spPr>
                  <a:xfrm>
                    <a:off x="1070550" y="2936325"/>
                    <a:ext cx="292325" cy="240975"/>
                  </a:xfrm>
                  <a:custGeom>
                    <a:avLst/>
                    <a:gdLst/>
                    <a:ahLst/>
                    <a:cxnLst/>
                    <a:rect l="l" t="t" r="r" b="b"/>
                    <a:pathLst>
                      <a:path w="11693" h="9639" extrusionOk="0">
                        <a:moveTo>
                          <a:pt x="3551" y="1"/>
                        </a:moveTo>
                        <a:cubicBezTo>
                          <a:pt x="2722" y="1"/>
                          <a:pt x="1894" y="317"/>
                          <a:pt x="1262" y="949"/>
                        </a:cubicBezTo>
                        <a:cubicBezTo>
                          <a:pt x="1248" y="965"/>
                          <a:pt x="1234" y="979"/>
                          <a:pt x="1217" y="995"/>
                        </a:cubicBezTo>
                        <a:cubicBezTo>
                          <a:pt x="1" y="2312"/>
                          <a:pt x="52" y="4357"/>
                          <a:pt x="1334" y="5611"/>
                        </a:cubicBezTo>
                        <a:lnTo>
                          <a:pt x="5011" y="9290"/>
                        </a:lnTo>
                        <a:cubicBezTo>
                          <a:pt x="5243" y="9522"/>
                          <a:pt x="5547" y="9638"/>
                          <a:pt x="5851" y="9638"/>
                        </a:cubicBezTo>
                        <a:cubicBezTo>
                          <a:pt x="6155" y="9638"/>
                          <a:pt x="6459" y="9522"/>
                          <a:pt x="6692" y="9290"/>
                        </a:cubicBezTo>
                        <a:lnTo>
                          <a:pt x="10369" y="5611"/>
                        </a:lnTo>
                        <a:cubicBezTo>
                          <a:pt x="11648" y="4355"/>
                          <a:pt x="11692" y="2307"/>
                          <a:pt x="10471" y="995"/>
                        </a:cubicBezTo>
                        <a:cubicBezTo>
                          <a:pt x="9835" y="334"/>
                          <a:pt x="8986" y="2"/>
                          <a:pt x="8137" y="2"/>
                        </a:cubicBezTo>
                        <a:cubicBezTo>
                          <a:pt x="7327" y="2"/>
                          <a:pt x="6517" y="303"/>
                          <a:pt x="5889" y="909"/>
                        </a:cubicBezTo>
                        <a:lnTo>
                          <a:pt x="5844" y="951"/>
                        </a:lnTo>
                        <a:cubicBezTo>
                          <a:pt x="5211" y="318"/>
                          <a:pt x="4381" y="1"/>
                          <a:pt x="35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5"/>
                  <p:cNvSpPr/>
                  <p:nvPr/>
                </p:nvSpPr>
                <p:spPr>
                  <a:xfrm>
                    <a:off x="1069575" y="2979950"/>
                    <a:ext cx="294000" cy="153500"/>
                  </a:xfrm>
                  <a:custGeom>
                    <a:avLst/>
                    <a:gdLst/>
                    <a:ahLst/>
                    <a:cxnLst/>
                    <a:rect l="l" t="t" r="r" b="b"/>
                    <a:pathLst>
                      <a:path w="11760" h="6140" extrusionOk="0">
                        <a:moveTo>
                          <a:pt x="3986" y="0"/>
                        </a:moveTo>
                        <a:cubicBezTo>
                          <a:pt x="3874" y="0"/>
                          <a:pt x="3762" y="64"/>
                          <a:pt x="3719" y="191"/>
                        </a:cubicBezTo>
                        <a:lnTo>
                          <a:pt x="2830" y="2519"/>
                        </a:lnTo>
                        <a:lnTo>
                          <a:pt x="283" y="2519"/>
                        </a:lnTo>
                        <a:cubicBezTo>
                          <a:pt x="283" y="2519"/>
                          <a:pt x="0" y="2913"/>
                          <a:pt x="0" y="3070"/>
                        </a:cubicBezTo>
                        <a:cubicBezTo>
                          <a:pt x="0" y="3226"/>
                          <a:pt x="283" y="3366"/>
                          <a:pt x="283" y="3366"/>
                        </a:cubicBezTo>
                        <a:lnTo>
                          <a:pt x="3023" y="3366"/>
                        </a:lnTo>
                        <a:cubicBezTo>
                          <a:pt x="3023" y="3366"/>
                          <a:pt x="3255" y="3277"/>
                          <a:pt x="3294" y="3163"/>
                        </a:cubicBezTo>
                        <a:lnTo>
                          <a:pt x="3978" y="1160"/>
                        </a:lnTo>
                        <a:lnTo>
                          <a:pt x="5617" y="5948"/>
                        </a:lnTo>
                        <a:cubicBezTo>
                          <a:pt x="5654" y="6060"/>
                          <a:pt x="5757" y="6135"/>
                          <a:pt x="5874" y="6140"/>
                        </a:cubicBezTo>
                        <a:cubicBezTo>
                          <a:pt x="5988" y="6140"/>
                          <a:pt x="6091" y="6072"/>
                          <a:pt x="6135" y="5967"/>
                        </a:cubicBezTo>
                        <a:lnTo>
                          <a:pt x="7814" y="2005"/>
                        </a:lnTo>
                        <a:lnTo>
                          <a:pt x="8486" y="3205"/>
                        </a:lnTo>
                        <a:cubicBezTo>
                          <a:pt x="8495" y="3220"/>
                          <a:pt x="8508" y="3227"/>
                          <a:pt x="8523" y="3227"/>
                        </a:cubicBezTo>
                        <a:cubicBezTo>
                          <a:pt x="8598" y="3227"/>
                          <a:pt x="8734" y="3081"/>
                          <a:pt x="8734" y="3081"/>
                        </a:cubicBezTo>
                        <a:lnTo>
                          <a:pt x="11477" y="3081"/>
                        </a:lnTo>
                        <a:cubicBezTo>
                          <a:pt x="11477" y="3081"/>
                          <a:pt x="11593" y="3139"/>
                          <a:pt x="11676" y="3139"/>
                        </a:cubicBezTo>
                        <a:cubicBezTo>
                          <a:pt x="11723" y="3139"/>
                          <a:pt x="11759" y="3121"/>
                          <a:pt x="11759" y="3065"/>
                        </a:cubicBezTo>
                        <a:cubicBezTo>
                          <a:pt x="11759" y="2909"/>
                          <a:pt x="11477" y="2799"/>
                          <a:pt x="11477" y="2799"/>
                        </a:cubicBezTo>
                        <a:lnTo>
                          <a:pt x="8899" y="2799"/>
                        </a:lnTo>
                        <a:lnTo>
                          <a:pt x="8045" y="1225"/>
                        </a:lnTo>
                        <a:cubicBezTo>
                          <a:pt x="7990" y="1129"/>
                          <a:pt x="7894" y="1082"/>
                          <a:pt x="7799" y="1082"/>
                        </a:cubicBezTo>
                        <a:cubicBezTo>
                          <a:pt x="7692" y="1082"/>
                          <a:pt x="7585" y="1141"/>
                          <a:pt x="7538" y="1256"/>
                        </a:cubicBezTo>
                        <a:lnTo>
                          <a:pt x="5918" y="5066"/>
                        </a:lnTo>
                        <a:lnTo>
                          <a:pt x="4254" y="191"/>
                        </a:lnTo>
                        <a:cubicBezTo>
                          <a:pt x="4209" y="64"/>
                          <a:pt x="4097" y="0"/>
                          <a:pt x="39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5"/>
                  <p:cNvSpPr/>
                  <p:nvPr/>
                </p:nvSpPr>
                <p:spPr>
                  <a:xfrm>
                    <a:off x="1468250" y="3106525"/>
                    <a:ext cx="1044075" cy="1952200"/>
                  </a:xfrm>
                  <a:custGeom>
                    <a:avLst/>
                    <a:gdLst/>
                    <a:ahLst/>
                    <a:cxnLst/>
                    <a:rect l="l" t="t" r="r" b="b"/>
                    <a:pathLst>
                      <a:path w="41763" h="78088" extrusionOk="0">
                        <a:moveTo>
                          <a:pt x="38297" y="0"/>
                        </a:moveTo>
                        <a:cubicBezTo>
                          <a:pt x="38284" y="0"/>
                          <a:pt x="38271" y="0"/>
                          <a:pt x="38258" y="0"/>
                        </a:cubicBezTo>
                        <a:lnTo>
                          <a:pt x="8773" y="0"/>
                        </a:lnTo>
                        <a:cubicBezTo>
                          <a:pt x="6677" y="35"/>
                          <a:pt x="4947" y="1653"/>
                          <a:pt x="4774" y="3743"/>
                        </a:cubicBezTo>
                        <a:lnTo>
                          <a:pt x="10" y="74359"/>
                        </a:lnTo>
                        <a:cubicBezTo>
                          <a:pt x="3" y="74459"/>
                          <a:pt x="0" y="74562"/>
                          <a:pt x="0" y="74663"/>
                        </a:cubicBezTo>
                        <a:cubicBezTo>
                          <a:pt x="21" y="76564"/>
                          <a:pt x="1569" y="78087"/>
                          <a:pt x="3463" y="78087"/>
                        </a:cubicBezTo>
                        <a:cubicBezTo>
                          <a:pt x="3476" y="78087"/>
                          <a:pt x="3489" y="78087"/>
                          <a:pt x="3502" y="78087"/>
                        </a:cubicBezTo>
                        <a:lnTo>
                          <a:pt x="32982" y="78087"/>
                        </a:lnTo>
                        <a:cubicBezTo>
                          <a:pt x="35074" y="78052"/>
                          <a:pt x="36799" y="76441"/>
                          <a:pt x="36977" y="74359"/>
                        </a:cubicBezTo>
                        <a:lnTo>
                          <a:pt x="41751" y="3745"/>
                        </a:lnTo>
                        <a:cubicBezTo>
                          <a:pt x="41758" y="3638"/>
                          <a:pt x="41762" y="3530"/>
                          <a:pt x="41760" y="3423"/>
                        </a:cubicBezTo>
                        <a:cubicBezTo>
                          <a:pt x="41739" y="1524"/>
                          <a:pt x="40191" y="0"/>
                          <a:pt x="38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5"/>
                  <p:cNvSpPr/>
                  <p:nvPr/>
                </p:nvSpPr>
                <p:spPr>
                  <a:xfrm>
                    <a:off x="2414075" y="3431900"/>
                    <a:ext cx="93625" cy="389000"/>
                  </a:xfrm>
                  <a:custGeom>
                    <a:avLst/>
                    <a:gdLst/>
                    <a:ahLst/>
                    <a:cxnLst/>
                    <a:rect l="l" t="t" r="r" b="b"/>
                    <a:pathLst>
                      <a:path w="3745" h="15560" extrusionOk="0">
                        <a:moveTo>
                          <a:pt x="2782" y="0"/>
                        </a:moveTo>
                        <a:cubicBezTo>
                          <a:pt x="2778" y="0"/>
                          <a:pt x="2773" y="0"/>
                          <a:pt x="2769" y="0"/>
                        </a:cubicBezTo>
                        <a:lnTo>
                          <a:pt x="2029" y="0"/>
                        </a:lnTo>
                        <a:cubicBezTo>
                          <a:pt x="1443" y="5"/>
                          <a:pt x="957" y="458"/>
                          <a:pt x="913" y="1044"/>
                        </a:cubicBezTo>
                        <a:lnTo>
                          <a:pt x="3" y="14519"/>
                        </a:lnTo>
                        <a:cubicBezTo>
                          <a:pt x="0" y="14547"/>
                          <a:pt x="0" y="14579"/>
                          <a:pt x="0" y="14607"/>
                        </a:cubicBezTo>
                        <a:cubicBezTo>
                          <a:pt x="5" y="15137"/>
                          <a:pt x="437" y="15560"/>
                          <a:pt x="963" y="15560"/>
                        </a:cubicBezTo>
                        <a:cubicBezTo>
                          <a:pt x="967" y="15560"/>
                          <a:pt x="972" y="15560"/>
                          <a:pt x="976" y="15560"/>
                        </a:cubicBezTo>
                        <a:lnTo>
                          <a:pt x="1718" y="15560"/>
                        </a:lnTo>
                        <a:cubicBezTo>
                          <a:pt x="2304" y="15555"/>
                          <a:pt x="2788" y="15102"/>
                          <a:pt x="2832" y="14519"/>
                        </a:cubicBezTo>
                        <a:lnTo>
                          <a:pt x="3743" y="1044"/>
                        </a:lnTo>
                        <a:cubicBezTo>
                          <a:pt x="3745" y="1013"/>
                          <a:pt x="3745" y="981"/>
                          <a:pt x="3745" y="953"/>
                        </a:cubicBezTo>
                        <a:cubicBezTo>
                          <a:pt x="3740" y="425"/>
                          <a:pt x="3308" y="0"/>
                          <a:pt x="27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5"/>
                  <p:cNvSpPr/>
                  <p:nvPr/>
                </p:nvSpPr>
                <p:spPr>
                  <a:xfrm>
                    <a:off x="1538000" y="3431900"/>
                    <a:ext cx="69050" cy="162675"/>
                  </a:xfrm>
                  <a:custGeom>
                    <a:avLst/>
                    <a:gdLst/>
                    <a:ahLst/>
                    <a:cxnLst/>
                    <a:rect l="l" t="t" r="r" b="b"/>
                    <a:pathLst>
                      <a:path w="2762" h="6507" extrusionOk="0">
                        <a:moveTo>
                          <a:pt x="1975" y="0"/>
                        </a:moveTo>
                        <a:cubicBezTo>
                          <a:pt x="1973" y="0"/>
                          <a:pt x="1972" y="0"/>
                          <a:pt x="1970" y="0"/>
                        </a:cubicBezTo>
                        <a:lnTo>
                          <a:pt x="1235" y="0"/>
                        </a:lnTo>
                        <a:cubicBezTo>
                          <a:pt x="763" y="7"/>
                          <a:pt x="374" y="369"/>
                          <a:pt x="332" y="838"/>
                        </a:cubicBezTo>
                        <a:lnTo>
                          <a:pt x="2" y="5668"/>
                        </a:lnTo>
                        <a:cubicBezTo>
                          <a:pt x="0" y="5689"/>
                          <a:pt x="0" y="5713"/>
                          <a:pt x="0" y="5734"/>
                        </a:cubicBezTo>
                        <a:cubicBezTo>
                          <a:pt x="5" y="6161"/>
                          <a:pt x="355" y="6507"/>
                          <a:pt x="781" y="6507"/>
                        </a:cubicBezTo>
                        <a:cubicBezTo>
                          <a:pt x="785" y="6507"/>
                          <a:pt x="789" y="6507"/>
                          <a:pt x="794" y="6506"/>
                        </a:cubicBezTo>
                        <a:lnTo>
                          <a:pt x="1527" y="6506"/>
                        </a:lnTo>
                        <a:cubicBezTo>
                          <a:pt x="1998" y="6502"/>
                          <a:pt x="2391" y="6138"/>
                          <a:pt x="2433" y="5668"/>
                        </a:cubicBezTo>
                        <a:lnTo>
                          <a:pt x="2759" y="841"/>
                        </a:lnTo>
                        <a:cubicBezTo>
                          <a:pt x="2762" y="820"/>
                          <a:pt x="2762" y="801"/>
                          <a:pt x="2762" y="782"/>
                        </a:cubicBezTo>
                        <a:cubicBezTo>
                          <a:pt x="2759" y="350"/>
                          <a:pt x="2407" y="0"/>
                          <a:pt x="1975" y="0"/>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5"/>
                  <p:cNvSpPr/>
                  <p:nvPr/>
                </p:nvSpPr>
                <p:spPr>
                  <a:xfrm>
                    <a:off x="1523275" y="3651150"/>
                    <a:ext cx="69200" cy="162700"/>
                  </a:xfrm>
                  <a:custGeom>
                    <a:avLst/>
                    <a:gdLst/>
                    <a:ahLst/>
                    <a:cxnLst/>
                    <a:rect l="l" t="t" r="r" b="b"/>
                    <a:pathLst>
                      <a:path w="2768" h="6508" extrusionOk="0">
                        <a:moveTo>
                          <a:pt x="1982" y="1"/>
                        </a:moveTo>
                        <a:cubicBezTo>
                          <a:pt x="1981" y="1"/>
                          <a:pt x="1979" y="1"/>
                          <a:pt x="1978" y="1"/>
                        </a:cubicBezTo>
                        <a:lnTo>
                          <a:pt x="1236" y="1"/>
                        </a:lnTo>
                        <a:cubicBezTo>
                          <a:pt x="764" y="8"/>
                          <a:pt x="374" y="370"/>
                          <a:pt x="330" y="839"/>
                        </a:cubicBezTo>
                        <a:lnTo>
                          <a:pt x="3" y="5669"/>
                        </a:lnTo>
                        <a:cubicBezTo>
                          <a:pt x="1" y="5690"/>
                          <a:pt x="1" y="5711"/>
                          <a:pt x="1" y="5732"/>
                        </a:cubicBezTo>
                        <a:cubicBezTo>
                          <a:pt x="5" y="6161"/>
                          <a:pt x="356" y="6507"/>
                          <a:pt x="784" y="6507"/>
                        </a:cubicBezTo>
                        <a:cubicBezTo>
                          <a:pt x="786" y="6507"/>
                          <a:pt x="789" y="6507"/>
                          <a:pt x="792" y="6507"/>
                        </a:cubicBezTo>
                        <a:lnTo>
                          <a:pt x="1528" y="6507"/>
                        </a:lnTo>
                        <a:cubicBezTo>
                          <a:pt x="2001" y="6505"/>
                          <a:pt x="2396" y="6141"/>
                          <a:pt x="2438" y="5669"/>
                        </a:cubicBezTo>
                        <a:lnTo>
                          <a:pt x="2767" y="841"/>
                        </a:lnTo>
                        <a:cubicBezTo>
                          <a:pt x="2767" y="820"/>
                          <a:pt x="2767" y="802"/>
                          <a:pt x="2767" y="783"/>
                        </a:cubicBezTo>
                        <a:cubicBezTo>
                          <a:pt x="2765" y="350"/>
                          <a:pt x="2412" y="1"/>
                          <a:pt x="1982"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5"/>
                  <p:cNvSpPr/>
                  <p:nvPr/>
                </p:nvSpPr>
                <p:spPr>
                  <a:xfrm>
                    <a:off x="1452475" y="3106525"/>
                    <a:ext cx="1044200" cy="1952200"/>
                  </a:xfrm>
                  <a:custGeom>
                    <a:avLst/>
                    <a:gdLst/>
                    <a:ahLst/>
                    <a:cxnLst/>
                    <a:rect l="l" t="t" r="r" b="b"/>
                    <a:pathLst>
                      <a:path w="41768" h="78088" extrusionOk="0">
                        <a:moveTo>
                          <a:pt x="38305" y="0"/>
                        </a:moveTo>
                        <a:cubicBezTo>
                          <a:pt x="38292" y="0"/>
                          <a:pt x="38279" y="0"/>
                          <a:pt x="38266" y="0"/>
                        </a:cubicBezTo>
                        <a:lnTo>
                          <a:pt x="8793" y="0"/>
                        </a:lnTo>
                        <a:cubicBezTo>
                          <a:pt x="6696" y="28"/>
                          <a:pt x="4959" y="1642"/>
                          <a:pt x="4782" y="3733"/>
                        </a:cubicBezTo>
                        <a:lnTo>
                          <a:pt x="13" y="74359"/>
                        </a:lnTo>
                        <a:cubicBezTo>
                          <a:pt x="6" y="74459"/>
                          <a:pt x="1" y="74562"/>
                          <a:pt x="3" y="74663"/>
                        </a:cubicBezTo>
                        <a:cubicBezTo>
                          <a:pt x="24" y="76562"/>
                          <a:pt x="1572" y="78087"/>
                          <a:pt x="3466" y="78087"/>
                        </a:cubicBezTo>
                        <a:cubicBezTo>
                          <a:pt x="3479" y="78087"/>
                          <a:pt x="3492" y="78087"/>
                          <a:pt x="3505" y="78087"/>
                        </a:cubicBezTo>
                        <a:lnTo>
                          <a:pt x="32992" y="78087"/>
                        </a:lnTo>
                        <a:cubicBezTo>
                          <a:pt x="35084" y="78055"/>
                          <a:pt x="36811" y="76444"/>
                          <a:pt x="36989" y="74359"/>
                        </a:cubicBezTo>
                        <a:lnTo>
                          <a:pt x="41758" y="3733"/>
                        </a:lnTo>
                        <a:cubicBezTo>
                          <a:pt x="41765" y="3628"/>
                          <a:pt x="41768" y="3528"/>
                          <a:pt x="41768" y="3425"/>
                        </a:cubicBezTo>
                        <a:cubicBezTo>
                          <a:pt x="41747" y="1526"/>
                          <a:pt x="40201" y="0"/>
                          <a:pt x="383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5"/>
                  <p:cNvSpPr/>
                  <p:nvPr/>
                </p:nvSpPr>
                <p:spPr>
                  <a:xfrm>
                    <a:off x="1459725" y="3219675"/>
                    <a:ext cx="1029600" cy="1725875"/>
                  </a:xfrm>
                  <a:custGeom>
                    <a:avLst/>
                    <a:gdLst/>
                    <a:ahLst/>
                    <a:cxnLst/>
                    <a:rect l="l" t="t" r="r" b="b"/>
                    <a:pathLst>
                      <a:path w="41184" h="69035" extrusionOk="0">
                        <a:moveTo>
                          <a:pt x="10468" y="1"/>
                        </a:moveTo>
                        <a:lnTo>
                          <a:pt x="10466" y="3"/>
                        </a:lnTo>
                        <a:lnTo>
                          <a:pt x="4662" y="3"/>
                        </a:lnTo>
                        <a:lnTo>
                          <a:pt x="4455" y="3129"/>
                        </a:lnTo>
                        <a:cubicBezTo>
                          <a:pt x="4611" y="3003"/>
                          <a:pt x="4784" y="2900"/>
                          <a:pt x="4971" y="2826"/>
                        </a:cubicBezTo>
                        <a:cubicBezTo>
                          <a:pt x="6082" y="2377"/>
                          <a:pt x="7251" y="2093"/>
                          <a:pt x="8442" y="1976"/>
                        </a:cubicBezTo>
                        <a:lnTo>
                          <a:pt x="8442" y="1976"/>
                        </a:lnTo>
                        <a:cubicBezTo>
                          <a:pt x="8442" y="1976"/>
                          <a:pt x="8442" y="2018"/>
                          <a:pt x="8437" y="2097"/>
                        </a:cubicBezTo>
                        <a:cubicBezTo>
                          <a:pt x="8456" y="2093"/>
                          <a:pt x="8475" y="2090"/>
                          <a:pt x="8493" y="2086"/>
                        </a:cubicBezTo>
                        <a:cubicBezTo>
                          <a:pt x="8505" y="2083"/>
                          <a:pt x="8519" y="2083"/>
                          <a:pt x="8533" y="2083"/>
                        </a:cubicBezTo>
                        <a:cubicBezTo>
                          <a:pt x="8624" y="2083"/>
                          <a:pt x="8703" y="2144"/>
                          <a:pt x="8725" y="2235"/>
                        </a:cubicBezTo>
                        <a:cubicBezTo>
                          <a:pt x="10151" y="1848"/>
                          <a:pt x="10517" y="977"/>
                          <a:pt x="10468" y="1"/>
                        </a:cubicBezTo>
                        <a:close/>
                        <a:moveTo>
                          <a:pt x="13508" y="1"/>
                        </a:moveTo>
                        <a:cubicBezTo>
                          <a:pt x="13625" y="771"/>
                          <a:pt x="13849" y="1458"/>
                          <a:pt x="14246" y="1918"/>
                        </a:cubicBezTo>
                        <a:cubicBezTo>
                          <a:pt x="14257" y="1897"/>
                          <a:pt x="14267" y="1876"/>
                          <a:pt x="14276" y="1859"/>
                        </a:cubicBezTo>
                        <a:cubicBezTo>
                          <a:pt x="14311" y="1801"/>
                          <a:pt x="14374" y="1766"/>
                          <a:pt x="14439" y="1766"/>
                        </a:cubicBezTo>
                        <a:cubicBezTo>
                          <a:pt x="14458" y="1766"/>
                          <a:pt x="14472" y="1768"/>
                          <a:pt x="14488" y="1771"/>
                        </a:cubicBezTo>
                        <a:cubicBezTo>
                          <a:pt x="14598" y="1796"/>
                          <a:pt x="14706" y="1827"/>
                          <a:pt x="14811" y="1864"/>
                        </a:cubicBezTo>
                        <a:cubicBezTo>
                          <a:pt x="14897" y="1696"/>
                          <a:pt x="14976" y="1549"/>
                          <a:pt x="15044" y="1423"/>
                        </a:cubicBezTo>
                        <a:cubicBezTo>
                          <a:pt x="15324" y="1399"/>
                          <a:pt x="15607" y="1385"/>
                          <a:pt x="15889" y="1385"/>
                        </a:cubicBezTo>
                        <a:cubicBezTo>
                          <a:pt x="16428" y="1385"/>
                          <a:pt x="16968" y="1432"/>
                          <a:pt x="17498" y="1521"/>
                        </a:cubicBezTo>
                        <a:cubicBezTo>
                          <a:pt x="17556" y="1530"/>
                          <a:pt x="17612" y="1539"/>
                          <a:pt x="17668" y="1549"/>
                        </a:cubicBezTo>
                        <a:lnTo>
                          <a:pt x="17680" y="1551"/>
                        </a:lnTo>
                        <a:cubicBezTo>
                          <a:pt x="17705" y="1556"/>
                          <a:pt x="17731" y="1563"/>
                          <a:pt x="17757" y="1567"/>
                        </a:cubicBezTo>
                        <a:cubicBezTo>
                          <a:pt x="18522" y="1747"/>
                          <a:pt x="19101" y="2377"/>
                          <a:pt x="19213" y="3157"/>
                        </a:cubicBezTo>
                        <a:cubicBezTo>
                          <a:pt x="19601" y="3769"/>
                          <a:pt x="19970" y="4357"/>
                          <a:pt x="20332" y="4973"/>
                        </a:cubicBezTo>
                        <a:lnTo>
                          <a:pt x="21272" y="3"/>
                        </a:lnTo>
                        <a:lnTo>
                          <a:pt x="21275" y="1"/>
                        </a:lnTo>
                        <a:close/>
                        <a:moveTo>
                          <a:pt x="19080" y="10649"/>
                        </a:moveTo>
                        <a:cubicBezTo>
                          <a:pt x="19076" y="10989"/>
                          <a:pt x="19071" y="11330"/>
                          <a:pt x="19069" y="11671"/>
                        </a:cubicBezTo>
                        <a:lnTo>
                          <a:pt x="19211" y="10912"/>
                        </a:lnTo>
                        <a:cubicBezTo>
                          <a:pt x="19169" y="10824"/>
                          <a:pt x="19125" y="10737"/>
                          <a:pt x="19080" y="10649"/>
                        </a:cubicBezTo>
                        <a:close/>
                        <a:moveTo>
                          <a:pt x="35632" y="3"/>
                        </a:moveTo>
                        <a:lnTo>
                          <a:pt x="32158" y="18392"/>
                        </a:lnTo>
                        <a:lnTo>
                          <a:pt x="39942" y="18392"/>
                        </a:lnTo>
                        <a:lnTo>
                          <a:pt x="41183" y="3"/>
                        </a:lnTo>
                        <a:close/>
                        <a:moveTo>
                          <a:pt x="39213" y="29140"/>
                        </a:moveTo>
                        <a:lnTo>
                          <a:pt x="39213" y="29143"/>
                        </a:lnTo>
                        <a:lnTo>
                          <a:pt x="39215" y="29143"/>
                        </a:lnTo>
                        <a:lnTo>
                          <a:pt x="39213" y="29140"/>
                        </a:lnTo>
                        <a:close/>
                        <a:moveTo>
                          <a:pt x="25416" y="3"/>
                        </a:moveTo>
                        <a:lnTo>
                          <a:pt x="23339" y="11013"/>
                        </a:lnTo>
                        <a:cubicBezTo>
                          <a:pt x="23432" y="11286"/>
                          <a:pt x="23516" y="11559"/>
                          <a:pt x="23591" y="11837"/>
                        </a:cubicBezTo>
                        <a:cubicBezTo>
                          <a:pt x="23759" y="12418"/>
                          <a:pt x="23845" y="13021"/>
                          <a:pt x="23845" y="13627"/>
                        </a:cubicBezTo>
                        <a:cubicBezTo>
                          <a:pt x="23845" y="13684"/>
                          <a:pt x="23845" y="13740"/>
                          <a:pt x="23843" y="13798"/>
                        </a:cubicBezTo>
                        <a:lnTo>
                          <a:pt x="23843" y="13908"/>
                        </a:lnTo>
                        <a:lnTo>
                          <a:pt x="23843" y="13938"/>
                        </a:lnTo>
                        <a:lnTo>
                          <a:pt x="23843" y="13966"/>
                        </a:lnTo>
                        <a:cubicBezTo>
                          <a:pt x="23843" y="14069"/>
                          <a:pt x="23812" y="14171"/>
                          <a:pt x="23794" y="14274"/>
                        </a:cubicBezTo>
                        <a:cubicBezTo>
                          <a:pt x="23775" y="14379"/>
                          <a:pt x="23749" y="14459"/>
                          <a:pt x="23719" y="14561"/>
                        </a:cubicBezTo>
                        <a:cubicBezTo>
                          <a:pt x="23696" y="14641"/>
                          <a:pt x="23663" y="14720"/>
                          <a:pt x="23628" y="14797"/>
                        </a:cubicBezTo>
                        <a:cubicBezTo>
                          <a:pt x="23521" y="15045"/>
                          <a:pt x="23381" y="15276"/>
                          <a:pt x="23212" y="15488"/>
                        </a:cubicBezTo>
                        <a:cubicBezTo>
                          <a:pt x="22979" y="15780"/>
                          <a:pt x="22713" y="16044"/>
                          <a:pt x="22421" y="16275"/>
                        </a:cubicBezTo>
                        <a:cubicBezTo>
                          <a:pt x="22393" y="16298"/>
                          <a:pt x="22363" y="16321"/>
                          <a:pt x="22332" y="16345"/>
                        </a:cubicBezTo>
                        <a:lnTo>
                          <a:pt x="20371" y="26726"/>
                        </a:lnTo>
                        <a:cubicBezTo>
                          <a:pt x="20710" y="28370"/>
                          <a:pt x="21076" y="30125"/>
                          <a:pt x="21431" y="31883"/>
                        </a:cubicBezTo>
                        <a:lnTo>
                          <a:pt x="27450" y="3"/>
                        </a:lnTo>
                        <a:close/>
                        <a:moveTo>
                          <a:pt x="16622" y="46586"/>
                        </a:moveTo>
                        <a:lnTo>
                          <a:pt x="15516" y="52450"/>
                        </a:lnTo>
                        <a:cubicBezTo>
                          <a:pt x="15845" y="54108"/>
                          <a:pt x="16158" y="56134"/>
                          <a:pt x="16442" y="58305"/>
                        </a:cubicBezTo>
                        <a:lnTo>
                          <a:pt x="18014" y="49990"/>
                        </a:lnTo>
                        <a:cubicBezTo>
                          <a:pt x="17885" y="49691"/>
                          <a:pt x="17764" y="49397"/>
                          <a:pt x="17645" y="49112"/>
                        </a:cubicBezTo>
                        <a:cubicBezTo>
                          <a:pt x="17334" y="48365"/>
                          <a:pt x="16989" y="47513"/>
                          <a:pt x="16622" y="46586"/>
                        </a:cubicBezTo>
                        <a:close/>
                        <a:moveTo>
                          <a:pt x="3680" y="14568"/>
                        </a:moveTo>
                        <a:lnTo>
                          <a:pt x="0" y="69035"/>
                        </a:lnTo>
                        <a:lnTo>
                          <a:pt x="8239" y="69035"/>
                        </a:lnTo>
                        <a:lnTo>
                          <a:pt x="10170" y="58805"/>
                        </a:lnTo>
                        <a:cubicBezTo>
                          <a:pt x="9593" y="55891"/>
                          <a:pt x="9079" y="53183"/>
                          <a:pt x="8746" y="51169"/>
                        </a:cubicBezTo>
                        <a:cubicBezTo>
                          <a:pt x="8377" y="48942"/>
                          <a:pt x="7935" y="45788"/>
                          <a:pt x="7497" y="42452"/>
                        </a:cubicBezTo>
                        <a:cubicBezTo>
                          <a:pt x="6799" y="42491"/>
                          <a:pt x="6397" y="42508"/>
                          <a:pt x="6397" y="42508"/>
                        </a:cubicBezTo>
                        <a:cubicBezTo>
                          <a:pt x="6397" y="42508"/>
                          <a:pt x="5309" y="28298"/>
                          <a:pt x="4135" y="19158"/>
                        </a:cubicBezTo>
                        <a:cubicBezTo>
                          <a:pt x="3934" y="17633"/>
                          <a:pt x="3782" y="16102"/>
                          <a:pt x="3680" y="14568"/>
                        </a:cubicBezTo>
                        <a:close/>
                        <a:moveTo>
                          <a:pt x="23775" y="62792"/>
                        </a:moveTo>
                        <a:lnTo>
                          <a:pt x="22596" y="69035"/>
                        </a:lnTo>
                        <a:lnTo>
                          <a:pt x="26721" y="69035"/>
                        </a:lnTo>
                        <a:cubicBezTo>
                          <a:pt x="26721" y="69035"/>
                          <a:pt x="25447" y="66378"/>
                          <a:pt x="23775" y="62792"/>
                        </a:cubicBezTo>
                        <a:close/>
                        <a:moveTo>
                          <a:pt x="30130" y="29143"/>
                        </a:moveTo>
                        <a:lnTo>
                          <a:pt x="25724" y="52471"/>
                        </a:lnTo>
                        <a:cubicBezTo>
                          <a:pt x="28755" y="59057"/>
                          <a:pt x="31771" y="69035"/>
                          <a:pt x="31771" y="69035"/>
                        </a:cubicBezTo>
                        <a:lnTo>
                          <a:pt x="36519" y="69035"/>
                        </a:lnTo>
                        <a:lnTo>
                          <a:pt x="39213" y="29143"/>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5"/>
                  <p:cNvSpPr/>
                  <p:nvPr/>
                </p:nvSpPr>
                <p:spPr>
                  <a:xfrm>
                    <a:off x="1665625" y="3219750"/>
                    <a:ext cx="429525" cy="1725800"/>
                  </a:xfrm>
                  <a:custGeom>
                    <a:avLst/>
                    <a:gdLst/>
                    <a:ahLst/>
                    <a:cxnLst/>
                    <a:rect l="l" t="t" r="r" b="b"/>
                    <a:pathLst>
                      <a:path w="17181" h="69032" extrusionOk="0">
                        <a:moveTo>
                          <a:pt x="13036" y="0"/>
                        </a:moveTo>
                        <a:lnTo>
                          <a:pt x="12096" y="4973"/>
                        </a:lnTo>
                        <a:cubicBezTo>
                          <a:pt x="12110" y="4994"/>
                          <a:pt x="12121" y="5015"/>
                          <a:pt x="12133" y="5036"/>
                        </a:cubicBezTo>
                        <a:cubicBezTo>
                          <a:pt x="12626" y="5876"/>
                          <a:pt x="13107" y="6707"/>
                          <a:pt x="13562" y="7573"/>
                        </a:cubicBezTo>
                        <a:cubicBezTo>
                          <a:pt x="14015" y="8442"/>
                          <a:pt x="14447" y="9338"/>
                          <a:pt x="14836" y="10295"/>
                        </a:cubicBezTo>
                        <a:cubicBezTo>
                          <a:pt x="14932" y="10531"/>
                          <a:pt x="15021" y="10769"/>
                          <a:pt x="15103" y="11010"/>
                        </a:cubicBezTo>
                        <a:lnTo>
                          <a:pt x="17180" y="0"/>
                        </a:lnTo>
                        <a:close/>
                        <a:moveTo>
                          <a:pt x="12063" y="13242"/>
                        </a:moveTo>
                        <a:lnTo>
                          <a:pt x="12044" y="13265"/>
                        </a:lnTo>
                        <a:cubicBezTo>
                          <a:pt x="12051" y="13258"/>
                          <a:pt x="12056" y="13251"/>
                          <a:pt x="12063" y="13242"/>
                        </a:cubicBezTo>
                        <a:close/>
                        <a:moveTo>
                          <a:pt x="10975" y="10909"/>
                        </a:moveTo>
                        <a:lnTo>
                          <a:pt x="10833" y="11668"/>
                        </a:lnTo>
                        <a:cubicBezTo>
                          <a:pt x="10823" y="12495"/>
                          <a:pt x="10816" y="13321"/>
                          <a:pt x="10812" y="14122"/>
                        </a:cubicBezTo>
                        <a:cubicBezTo>
                          <a:pt x="10861" y="14094"/>
                          <a:pt x="10910" y="14068"/>
                          <a:pt x="10959" y="14040"/>
                        </a:cubicBezTo>
                        <a:cubicBezTo>
                          <a:pt x="11276" y="13865"/>
                          <a:pt x="11580" y="13664"/>
                          <a:pt x="11865" y="13438"/>
                        </a:cubicBezTo>
                        <a:cubicBezTo>
                          <a:pt x="11876" y="13428"/>
                          <a:pt x="11890" y="13417"/>
                          <a:pt x="11904" y="13407"/>
                        </a:cubicBezTo>
                        <a:cubicBezTo>
                          <a:pt x="11876" y="13216"/>
                          <a:pt x="11832" y="13027"/>
                          <a:pt x="11774" y="12845"/>
                        </a:cubicBezTo>
                        <a:cubicBezTo>
                          <a:pt x="11659" y="12471"/>
                          <a:pt x="11524" y="12105"/>
                          <a:pt x="11367" y="11745"/>
                        </a:cubicBezTo>
                        <a:cubicBezTo>
                          <a:pt x="11241" y="11465"/>
                          <a:pt x="11113" y="11185"/>
                          <a:pt x="10975" y="10909"/>
                        </a:cubicBezTo>
                        <a:close/>
                        <a:moveTo>
                          <a:pt x="14099" y="16340"/>
                        </a:moveTo>
                        <a:cubicBezTo>
                          <a:pt x="13676" y="16666"/>
                          <a:pt x="13228" y="16958"/>
                          <a:pt x="12761" y="17215"/>
                        </a:cubicBezTo>
                        <a:cubicBezTo>
                          <a:pt x="12121" y="17565"/>
                          <a:pt x="11470" y="17887"/>
                          <a:pt x="10805" y="18184"/>
                        </a:cubicBezTo>
                        <a:cubicBezTo>
                          <a:pt x="10805" y="18387"/>
                          <a:pt x="10807" y="18581"/>
                          <a:pt x="10809" y="18765"/>
                        </a:cubicBezTo>
                        <a:cubicBezTo>
                          <a:pt x="10821" y="20142"/>
                          <a:pt x="11409" y="23168"/>
                          <a:pt x="12138" y="26721"/>
                        </a:cubicBezTo>
                        <a:lnTo>
                          <a:pt x="14096" y="16342"/>
                        </a:lnTo>
                        <a:lnTo>
                          <a:pt x="14099" y="16340"/>
                        </a:lnTo>
                        <a:close/>
                        <a:moveTo>
                          <a:pt x="6780" y="42458"/>
                        </a:moveTo>
                        <a:cubicBezTo>
                          <a:pt x="6675" y="45192"/>
                          <a:pt x="6596" y="47725"/>
                          <a:pt x="6570" y="49599"/>
                        </a:cubicBezTo>
                        <a:cubicBezTo>
                          <a:pt x="6813" y="50321"/>
                          <a:pt x="7051" y="51294"/>
                          <a:pt x="7280" y="52447"/>
                        </a:cubicBezTo>
                        <a:lnTo>
                          <a:pt x="8386" y="46583"/>
                        </a:lnTo>
                        <a:cubicBezTo>
                          <a:pt x="7887" y="45322"/>
                          <a:pt x="7340" y="43919"/>
                          <a:pt x="6782" y="42458"/>
                        </a:cubicBezTo>
                        <a:close/>
                        <a:moveTo>
                          <a:pt x="1934" y="58802"/>
                        </a:moveTo>
                        <a:lnTo>
                          <a:pt x="1" y="69032"/>
                        </a:lnTo>
                        <a:lnTo>
                          <a:pt x="4028" y="69032"/>
                        </a:lnTo>
                        <a:cubicBezTo>
                          <a:pt x="3362" y="65859"/>
                          <a:pt x="2604" y="62194"/>
                          <a:pt x="1934" y="5880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5"/>
                  <p:cNvSpPr/>
                  <p:nvPr/>
                </p:nvSpPr>
                <p:spPr>
                  <a:xfrm>
                    <a:off x="1944650" y="3148950"/>
                    <a:ext cx="184575" cy="21275"/>
                  </a:xfrm>
                  <a:custGeom>
                    <a:avLst/>
                    <a:gdLst/>
                    <a:ahLst/>
                    <a:cxnLst/>
                    <a:rect l="l" t="t" r="r" b="b"/>
                    <a:pathLst>
                      <a:path w="7383" h="851" extrusionOk="0">
                        <a:moveTo>
                          <a:pt x="6997" y="0"/>
                        </a:moveTo>
                        <a:cubicBezTo>
                          <a:pt x="6994" y="0"/>
                          <a:pt x="6991" y="0"/>
                          <a:pt x="6988" y="1"/>
                        </a:cubicBezTo>
                        <a:lnTo>
                          <a:pt x="454" y="1"/>
                        </a:lnTo>
                        <a:cubicBezTo>
                          <a:pt x="216" y="3"/>
                          <a:pt x="20" y="187"/>
                          <a:pt x="3" y="423"/>
                        </a:cubicBezTo>
                        <a:cubicBezTo>
                          <a:pt x="1" y="437"/>
                          <a:pt x="1" y="449"/>
                          <a:pt x="1" y="460"/>
                        </a:cubicBezTo>
                        <a:cubicBezTo>
                          <a:pt x="3" y="676"/>
                          <a:pt x="178" y="850"/>
                          <a:pt x="393" y="850"/>
                        </a:cubicBezTo>
                        <a:cubicBezTo>
                          <a:pt x="395" y="850"/>
                          <a:pt x="396" y="850"/>
                          <a:pt x="398" y="850"/>
                        </a:cubicBezTo>
                        <a:lnTo>
                          <a:pt x="6930" y="850"/>
                        </a:lnTo>
                        <a:cubicBezTo>
                          <a:pt x="7168" y="846"/>
                          <a:pt x="7362" y="661"/>
                          <a:pt x="7383" y="423"/>
                        </a:cubicBezTo>
                        <a:cubicBezTo>
                          <a:pt x="7383" y="409"/>
                          <a:pt x="7383" y="397"/>
                          <a:pt x="7383" y="383"/>
                        </a:cubicBezTo>
                        <a:cubicBezTo>
                          <a:pt x="7380" y="171"/>
                          <a:pt x="7207" y="0"/>
                          <a:pt x="69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5"/>
                  <p:cNvSpPr/>
                  <p:nvPr/>
                </p:nvSpPr>
                <p:spPr>
                  <a:xfrm>
                    <a:off x="1826775" y="5085825"/>
                    <a:ext cx="84875" cy="149975"/>
                  </a:xfrm>
                  <a:custGeom>
                    <a:avLst/>
                    <a:gdLst/>
                    <a:ahLst/>
                    <a:cxnLst/>
                    <a:rect l="l" t="t" r="r" b="b"/>
                    <a:pathLst>
                      <a:path w="3395" h="5999" extrusionOk="0">
                        <a:moveTo>
                          <a:pt x="2496" y="1"/>
                        </a:moveTo>
                        <a:lnTo>
                          <a:pt x="0" y="241"/>
                        </a:lnTo>
                        <a:lnTo>
                          <a:pt x="899" y="5998"/>
                        </a:lnTo>
                        <a:lnTo>
                          <a:pt x="3395" y="5760"/>
                        </a:lnTo>
                        <a:lnTo>
                          <a:pt x="2496" y="1"/>
                        </a:ln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5"/>
                  <p:cNvSpPr/>
                  <p:nvPr/>
                </p:nvSpPr>
                <p:spPr>
                  <a:xfrm>
                    <a:off x="1738225" y="5184700"/>
                    <a:ext cx="198400" cy="123275"/>
                  </a:xfrm>
                  <a:custGeom>
                    <a:avLst/>
                    <a:gdLst/>
                    <a:ahLst/>
                    <a:cxnLst/>
                    <a:rect l="l" t="t" r="r" b="b"/>
                    <a:pathLst>
                      <a:path w="7936" h="4931" extrusionOk="0">
                        <a:moveTo>
                          <a:pt x="6833" y="1"/>
                        </a:moveTo>
                        <a:cubicBezTo>
                          <a:pt x="6812" y="1"/>
                          <a:pt x="6791" y="4"/>
                          <a:pt x="6771" y="12"/>
                        </a:cubicBezTo>
                        <a:lnTo>
                          <a:pt x="4156" y="825"/>
                        </a:lnTo>
                        <a:cubicBezTo>
                          <a:pt x="3937" y="904"/>
                          <a:pt x="3743" y="1039"/>
                          <a:pt x="3594" y="1219"/>
                        </a:cubicBezTo>
                        <a:cubicBezTo>
                          <a:pt x="2158" y="2767"/>
                          <a:pt x="2417" y="3259"/>
                          <a:pt x="437" y="3859"/>
                        </a:cubicBezTo>
                        <a:cubicBezTo>
                          <a:pt x="1" y="3990"/>
                          <a:pt x="232" y="4931"/>
                          <a:pt x="1259" y="4931"/>
                        </a:cubicBezTo>
                        <a:cubicBezTo>
                          <a:pt x="2695" y="4931"/>
                          <a:pt x="3250" y="4172"/>
                          <a:pt x="4583" y="3607"/>
                        </a:cubicBezTo>
                        <a:cubicBezTo>
                          <a:pt x="5725" y="3108"/>
                          <a:pt x="6624" y="3042"/>
                          <a:pt x="7569" y="2760"/>
                        </a:cubicBezTo>
                        <a:cubicBezTo>
                          <a:pt x="7581" y="2755"/>
                          <a:pt x="7590" y="2751"/>
                          <a:pt x="7602" y="2748"/>
                        </a:cubicBezTo>
                        <a:cubicBezTo>
                          <a:pt x="7824" y="2664"/>
                          <a:pt x="7936" y="2414"/>
                          <a:pt x="7852" y="2193"/>
                        </a:cubicBezTo>
                        <a:lnTo>
                          <a:pt x="7004" y="120"/>
                        </a:lnTo>
                        <a:cubicBezTo>
                          <a:pt x="6975" y="47"/>
                          <a:pt x="6906" y="1"/>
                          <a:pt x="68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5"/>
                  <p:cNvSpPr/>
                  <p:nvPr/>
                </p:nvSpPr>
                <p:spPr>
                  <a:xfrm>
                    <a:off x="1898550" y="5146075"/>
                    <a:ext cx="2300" cy="14025"/>
                  </a:xfrm>
                  <a:custGeom>
                    <a:avLst/>
                    <a:gdLst/>
                    <a:ahLst/>
                    <a:cxnLst/>
                    <a:rect l="l" t="t" r="r" b="b"/>
                    <a:pathLst>
                      <a:path w="92" h="561" extrusionOk="0">
                        <a:moveTo>
                          <a:pt x="1" y="0"/>
                        </a:moveTo>
                        <a:lnTo>
                          <a:pt x="87" y="560"/>
                        </a:lnTo>
                        <a:lnTo>
                          <a:pt x="92" y="560"/>
                        </a:lnTo>
                        <a:lnTo>
                          <a:pt x="3"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5"/>
                  <p:cNvSpPr/>
                  <p:nvPr/>
                </p:nvSpPr>
                <p:spPr>
                  <a:xfrm>
                    <a:off x="1836050" y="5146075"/>
                    <a:ext cx="64675" cy="20025"/>
                  </a:xfrm>
                  <a:custGeom>
                    <a:avLst/>
                    <a:gdLst/>
                    <a:ahLst/>
                    <a:cxnLst/>
                    <a:rect l="l" t="t" r="r" b="b"/>
                    <a:pathLst>
                      <a:path w="2587" h="801" extrusionOk="0">
                        <a:moveTo>
                          <a:pt x="2501" y="0"/>
                        </a:moveTo>
                        <a:lnTo>
                          <a:pt x="0" y="215"/>
                        </a:lnTo>
                        <a:lnTo>
                          <a:pt x="94" y="801"/>
                        </a:lnTo>
                        <a:lnTo>
                          <a:pt x="2587" y="560"/>
                        </a:lnTo>
                        <a:lnTo>
                          <a:pt x="2501" y="0"/>
                        </a:lnTo>
                        <a:close/>
                      </a:path>
                    </a:pathLst>
                  </a:custGeom>
                  <a:solidFill>
                    <a:srgbClr val="CC91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5"/>
                  <p:cNvSpPr/>
                  <p:nvPr/>
                </p:nvSpPr>
                <p:spPr>
                  <a:xfrm>
                    <a:off x="1555550" y="3268500"/>
                    <a:ext cx="374550" cy="588950"/>
                  </a:xfrm>
                  <a:custGeom>
                    <a:avLst/>
                    <a:gdLst/>
                    <a:ahLst/>
                    <a:cxnLst/>
                    <a:rect l="l" t="t" r="r" b="b"/>
                    <a:pathLst>
                      <a:path w="14982" h="23558" extrusionOk="0">
                        <a:moveTo>
                          <a:pt x="9504" y="0"/>
                        </a:moveTo>
                        <a:cubicBezTo>
                          <a:pt x="7288" y="0"/>
                          <a:pt x="5074" y="257"/>
                          <a:pt x="2856" y="688"/>
                        </a:cubicBezTo>
                        <a:cubicBezTo>
                          <a:pt x="1738" y="905"/>
                          <a:pt x="890" y="1821"/>
                          <a:pt x="759" y="2950"/>
                        </a:cubicBezTo>
                        <a:cubicBezTo>
                          <a:pt x="407" y="6081"/>
                          <a:pt x="1" y="13094"/>
                          <a:pt x="1579" y="23557"/>
                        </a:cubicBezTo>
                        <a:lnTo>
                          <a:pt x="14958" y="22425"/>
                        </a:lnTo>
                        <a:cubicBezTo>
                          <a:pt x="14981" y="20527"/>
                          <a:pt x="13632" y="11878"/>
                          <a:pt x="14748" y="2904"/>
                        </a:cubicBezTo>
                        <a:cubicBezTo>
                          <a:pt x="14937" y="1592"/>
                          <a:pt x="14026" y="378"/>
                          <a:pt x="12717" y="189"/>
                        </a:cubicBezTo>
                        <a:cubicBezTo>
                          <a:pt x="12696" y="186"/>
                          <a:pt x="12675" y="184"/>
                          <a:pt x="12654" y="182"/>
                        </a:cubicBezTo>
                        <a:cubicBezTo>
                          <a:pt x="11602" y="58"/>
                          <a:pt x="10553" y="0"/>
                          <a:pt x="95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5"/>
                  <p:cNvSpPr/>
                  <p:nvPr/>
                </p:nvSpPr>
                <p:spPr>
                  <a:xfrm>
                    <a:off x="1677175" y="3330225"/>
                    <a:ext cx="59925" cy="38625"/>
                  </a:xfrm>
                  <a:custGeom>
                    <a:avLst/>
                    <a:gdLst/>
                    <a:ahLst/>
                    <a:cxnLst/>
                    <a:rect l="l" t="t" r="r" b="b"/>
                    <a:pathLst>
                      <a:path w="2397" h="1545" extrusionOk="0">
                        <a:moveTo>
                          <a:pt x="1296" y="1"/>
                        </a:moveTo>
                        <a:lnTo>
                          <a:pt x="1" y="395"/>
                        </a:lnTo>
                        <a:lnTo>
                          <a:pt x="477" y="1352"/>
                        </a:lnTo>
                        <a:cubicBezTo>
                          <a:pt x="524" y="1450"/>
                          <a:pt x="622" y="1513"/>
                          <a:pt x="729" y="1516"/>
                        </a:cubicBezTo>
                        <a:lnTo>
                          <a:pt x="1247" y="1544"/>
                        </a:lnTo>
                        <a:cubicBezTo>
                          <a:pt x="1254" y="1544"/>
                          <a:pt x="1261" y="1544"/>
                          <a:pt x="1268" y="1544"/>
                        </a:cubicBezTo>
                        <a:cubicBezTo>
                          <a:pt x="1354" y="1544"/>
                          <a:pt x="1435" y="1516"/>
                          <a:pt x="1504" y="1467"/>
                        </a:cubicBezTo>
                        <a:lnTo>
                          <a:pt x="2396" y="801"/>
                        </a:lnTo>
                        <a:lnTo>
                          <a:pt x="129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5"/>
                  <p:cNvSpPr/>
                  <p:nvPr/>
                </p:nvSpPr>
                <p:spPr>
                  <a:xfrm>
                    <a:off x="1670425" y="3359950"/>
                    <a:ext cx="58675" cy="294400"/>
                  </a:xfrm>
                  <a:custGeom>
                    <a:avLst/>
                    <a:gdLst/>
                    <a:ahLst/>
                    <a:cxnLst/>
                    <a:rect l="l" t="t" r="r" b="b"/>
                    <a:pathLst>
                      <a:path w="2347" h="11776" extrusionOk="0">
                        <a:moveTo>
                          <a:pt x="1165" y="1"/>
                        </a:moveTo>
                        <a:cubicBezTo>
                          <a:pt x="1087" y="1"/>
                          <a:pt x="1008" y="11"/>
                          <a:pt x="931" y="32"/>
                        </a:cubicBezTo>
                        <a:cubicBezTo>
                          <a:pt x="509" y="1520"/>
                          <a:pt x="49" y="5782"/>
                          <a:pt x="0" y="7673"/>
                        </a:cubicBezTo>
                        <a:cubicBezTo>
                          <a:pt x="1279" y="11399"/>
                          <a:pt x="1700" y="11775"/>
                          <a:pt x="1700" y="11775"/>
                        </a:cubicBezTo>
                        <a:lnTo>
                          <a:pt x="2346" y="7290"/>
                        </a:lnTo>
                        <a:cubicBezTo>
                          <a:pt x="2346" y="7290"/>
                          <a:pt x="1620" y="2703"/>
                          <a:pt x="1534" y="81"/>
                        </a:cubicBezTo>
                        <a:cubicBezTo>
                          <a:pt x="1417" y="28"/>
                          <a:pt x="1291" y="1"/>
                          <a:pt x="116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5"/>
                  <p:cNvSpPr/>
                  <p:nvPr/>
                </p:nvSpPr>
                <p:spPr>
                  <a:xfrm>
                    <a:off x="1655775" y="3111775"/>
                    <a:ext cx="164300" cy="218625"/>
                  </a:xfrm>
                  <a:custGeom>
                    <a:avLst/>
                    <a:gdLst/>
                    <a:ahLst/>
                    <a:cxnLst/>
                    <a:rect l="l" t="t" r="r" b="b"/>
                    <a:pathLst>
                      <a:path w="6572" h="8745" extrusionOk="0">
                        <a:moveTo>
                          <a:pt x="5813" y="0"/>
                        </a:moveTo>
                        <a:lnTo>
                          <a:pt x="2398" y="3077"/>
                        </a:lnTo>
                        <a:cubicBezTo>
                          <a:pt x="2797" y="4494"/>
                          <a:pt x="2895" y="6012"/>
                          <a:pt x="861" y="6556"/>
                        </a:cubicBezTo>
                        <a:cubicBezTo>
                          <a:pt x="334" y="7327"/>
                          <a:pt x="1" y="8744"/>
                          <a:pt x="1892" y="8744"/>
                        </a:cubicBezTo>
                        <a:cubicBezTo>
                          <a:pt x="1975" y="8744"/>
                          <a:pt x="2061" y="8742"/>
                          <a:pt x="2152" y="8736"/>
                        </a:cubicBezTo>
                        <a:cubicBezTo>
                          <a:pt x="4331" y="8603"/>
                          <a:pt x="5601" y="7424"/>
                          <a:pt x="6572" y="6404"/>
                        </a:cubicBezTo>
                        <a:cubicBezTo>
                          <a:pt x="5246" y="5213"/>
                          <a:pt x="5507" y="1845"/>
                          <a:pt x="5813" y="0"/>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5"/>
                  <p:cNvSpPr/>
                  <p:nvPr/>
                </p:nvSpPr>
                <p:spPr>
                  <a:xfrm>
                    <a:off x="1709575" y="3263825"/>
                    <a:ext cx="133675" cy="113050"/>
                  </a:xfrm>
                  <a:custGeom>
                    <a:avLst/>
                    <a:gdLst/>
                    <a:ahLst/>
                    <a:cxnLst/>
                    <a:rect l="l" t="t" r="r" b="b"/>
                    <a:pathLst>
                      <a:path w="5347" h="4522" extrusionOk="0">
                        <a:moveTo>
                          <a:pt x="4447" y="1"/>
                        </a:moveTo>
                        <a:cubicBezTo>
                          <a:pt x="4381" y="1"/>
                          <a:pt x="4318" y="35"/>
                          <a:pt x="4282" y="93"/>
                        </a:cubicBezTo>
                        <a:cubicBezTo>
                          <a:pt x="4074" y="450"/>
                          <a:pt x="3435" y="2043"/>
                          <a:pt x="0" y="2654"/>
                        </a:cubicBezTo>
                        <a:cubicBezTo>
                          <a:pt x="565" y="2988"/>
                          <a:pt x="1315" y="4025"/>
                          <a:pt x="1637" y="4522"/>
                        </a:cubicBezTo>
                        <a:cubicBezTo>
                          <a:pt x="2666" y="3987"/>
                          <a:pt x="5346" y="2388"/>
                          <a:pt x="5092" y="320"/>
                        </a:cubicBezTo>
                        <a:cubicBezTo>
                          <a:pt x="5080" y="252"/>
                          <a:pt x="5036" y="191"/>
                          <a:pt x="4973" y="161"/>
                        </a:cubicBezTo>
                        <a:lnTo>
                          <a:pt x="4973" y="163"/>
                        </a:lnTo>
                        <a:cubicBezTo>
                          <a:pt x="4819" y="96"/>
                          <a:pt x="4658" y="44"/>
                          <a:pt x="4494" y="7"/>
                        </a:cubicBezTo>
                        <a:cubicBezTo>
                          <a:pt x="4479" y="3"/>
                          <a:pt x="4463" y="1"/>
                          <a:pt x="4447"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5"/>
                  <p:cNvSpPr/>
                  <p:nvPr/>
                </p:nvSpPr>
                <p:spPr>
                  <a:xfrm>
                    <a:off x="1618925" y="3271725"/>
                    <a:ext cx="90675" cy="103300"/>
                  </a:xfrm>
                  <a:custGeom>
                    <a:avLst/>
                    <a:gdLst/>
                    <a:ahLst/>
                    <a:cxnLst/>
                    <a:rect l="l" t="t" r="r" b="b"/>
                    <a:pathLst>
                      <a:path w="3627" h="4132" extrusionOk="0">
                        <a:moveTo>
                          <a:pt x="2165" y="1"/>
                        </a:moveTo>
                        <a:cubicBezTo>
                          <a:pt x="2151" y="1"/>
                          <a:pt x="2137" y="3"/>
                          <a:pt x="2123" y="6"/>
                        </a:cubicBezTo>
                        <a:cubicBezTo>
                          <a:pt x="2004" y="29"/>
                          <a:pt x="1887" y="60"/>
                          <a:pt x="1773" y="99"/>
                        </a:cubicBezTo>
                        <a:cubicBezTo>
                          <a:pt x="1747" y="109"/>
                          <a:pt x="1722" y="123"/>
                          <a:pt x="1701" y="141"/>
                        </a:cubicBezTo>
                        <a:cubicBezTo>
                          <a:pt x="1437" y="384"/>
                          <a:pt x="1" y="2455"/>
                          <a:pt x="1346" y="4131"/>
                        </a:cubicBezTo>
                        <a:cubicBezTo>
                          <a:pt x="1628" y="3676"/>
                          <a:pt x="2604" y="2642"/>
                          <a:pt x="3626" y="2341"/>
                        </a:cubicBezTo>
                        <a:cubicBezTo>
                          <a:pt x="2658" y="1904"/>
                          <a:pt x="2184" y="1092"/>
                          <a:pt x="2357" y="242"/>
                        </a:cubicBezTo>
                        <a:lnTo>
                          <a:pt x="2354" y="242"/>
                        </a:lnTo>
                        <a:cubicBezTo>
                          <a:pt x="2380" y="134"/>
                          <a:pt x="2312" y="29"/>
                          <a:pt x="2205" y="6"/>
                        </a:cubicBezTo>
                        <a:cubicBezTo>
                          <a:pt x="2192" y="3"/>
                          <a:pt x="2179" y="1"/>
                          <a:pt x="2165"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5"/>
                  <p:cNvSpPr/>
                  <p:nvPr/>
                </p:nvSpPr>
                <p:spPr>
                  <a:xfrm>
                    <a:off x="1719800" y="3206200"/>
                    <a:ext cx="1125" cy="7725"/>
                  </a:xfrm>
                  <a:custGeom>
                    <a:avLst/>
                    <a:gdLst/>
                    <a:ahLst/>
                    <a:cxnLst/>
                    <a:rect l="l" t="t" r="r" b="b"/>
                    <a:pathLst>
                      <a:path w="45" h="309" extrusionOk="0">
                        <a:moveTo>
                          <a:pt x="0" y="1"/>
                        </a:moveTo>
                        <a:lnTo>
                          <a:pt x="0" y="1"/>
                        </a:lnTo>
                        <a:cubicBezTo>
                          <a:pt x="16" y="103"/>
                          <a:pt x="33" y="206"/>
                          <a:pt x="44" y="309"/>
                        </a:cubicBezTo>
                        <a:cubicBezTo>
                          <a:pt x="33" y="206"/>
                          <a:pt x="19" y="103"/>
                          <a:pt x="0" y="1"/>
                        </a:cubicBezTo>
                        <a:close/>
                      </a:path>
                    </a:pathLst>
                  </a:custGeom>
                  <a:solidFill>
                    <a:srgbClr val="336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5"/>
                  <p:cNvSpPr/>
                  <p:nvPr/>
                </p:nvSpPr>
                <p:spPr>
                  <a:xfrm>
                    <a:off x="1716925" y="3192550"/>
                    <a:ext cx="39075" cy="21375"/>
                  </a:xfrm>
                  <a:custGeom>
                    <a:avLst/>
                    <a:gdLst/>
                    <a:ahLst/>
                    <a:cxnLst/>
                    <a:rect l="l" t="t" r="r" b="b"/>
                    <a:pathLst>
                      <a:path w="1563" h="855" extrusionOk="0">
                        <a:moveTo>
                          <a:pt x="1562" y="0"/>
                        </a:moveTo>
                        <a:cubicBezTo>
                          <a:pt x="1306" y="70"/>
                          <a:pt x="1039" y="105"/>
                          <a:pt x="773" y="105"/>
                        </a:cubicBezTo>
                        <a:cubicBezTo>
                          <a:pt x="512" y="105"/>
                          <a:pt x="253" y="70"/>
                          <a:pt x="1" y="5"/>
                        </a:cubicBezTo>
                        <a:lnTo>
                          <a:pt x="1" y="5"/>
                        </a:lnTo>
                        <a:cubicBezTo>
                          <a:pt x="47" y="185"/>
                          <a:pt x="87" y="365"/>
                          <a:pt x="117" y="547"/>
                        </a:cubicBezTo>
                        <a:cubicBezTo>
                          <a:pt x="134" y="649"/>
                          <a:pt x="150" y="752"/>
                          <a:pt x="162" y="855"/>
                        </a:cubicBezTo>
                        <a:cubicBezTo>
                          <a:pt x="622" y="775"/>
                          <a:pt x="1175" y="435"/>
                          <a:pt x="1562" y="0"/>
                        </a:cubicBezTo>
                        <a:close/>
                      </a:path>
                    </a:pathLst>
                  </a:custGeom>
                  <a:solidFill>
                    <a:srgbClr val="CC91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5"/>
                  <p:cNvSpPr/>
                  <p:nvPr/>
                </p:nvSpPr>
                <p:spPr>
                  <a:xfrm>
                    <a:off x="1652375" y="2968025"/>
                    <a:ext cx="97775" cy="116350"/>
                  </a:xfrm>
                  <a:custGeom>
                    <a:avLst/>
                    <a:gdLst/>
                    <a:ahLst/>
                    <a:cxnLst/>
                    <a:rect l="l" t="t" r="r" b="b"/>
                    <a:pathLst>
                      <a:path w="3911" h="4654" extrusionOk="0">
                        <a:moveTo>
                          <a:pt x="2595" y="0"/>
                        </a:moveTo>
                        <a:cubicBezTo>
                          <a:pt x="2405" y="0"/>
                          <a:pt x="2162" y="54"/>
                          <a:pt x="1857" y="173"/>
                        </a:cubicBezTo>
                        <a:cubicBezTo>
                          <a:pt x="115" y="855"/>
                          <a:pt x="1" y="2286"/>
                          <a:pt x="159" y="3850"/>
                        </a:cubicBezTo>
                        <a:cubicBezTo>
                          <a:pt x="218" y="4431"/>
                          <a:pt x="490" y="4654"/>
                          <a:pt x="829" y="4654"/>
                        </a:cubicBezTo>
                        <a:cubicBezTo>
                          <a:pt x="1401" y="4654"/>
                          <a:pt x="2163" y="4016"/>
                          <a:pt x="2401" y="3400"/>
                        </a:cubicBezTo>
                        <a:cubicBezTo>
                          <a:pt x="2731" y="2545"/>
                          <a:pt x="3911" y="0"/>
                          <a:pt x="259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5"/>
                  <p:cNvSpPr/>
                  <p:nvPr/>
                </p:nvSpPr>
                <p:spPr>
                  <a:xfrm>
                    <a:off x="1649275" y="2949475"/>
                    <a:ext cx="194900" cy="245700"/>
                  </a:xfrm>
                  <a:custGeom>
                    <a:avLst/>
                    <a:gdLst/>
                    <a:ahLst/>
                    <a:cxnLst/>
                    <a:rect l="l" t="t" r="r" b="b"/>
                    <a:pathLst>
                      <a:path w="7796" h="9828" extrusionOk="0">
                        <a:moveTo>
                          <a:pt x="4302" y="1"/>
                        </a:moveTo>
                        <a:cubicBezTo>
                          <a:pt x="3990" y="1"/>
                          <a:pt x="3675" y="45"/>
                          <a:pt x="3367" y="136"/>
                        </a:cubicBezTo>
                        <a:cubicBezTo>
                          <a:pt x="830" y="848"/>
                          <a:pt x="1" y="4501"/>
                          <a:pt x="230" y="6789"/>
                        </a:cubicBezTo>
                        <a:cubicBezTo>
                          <a:pt x="408" y="8573"/>
                          <a:pt x="1882" y="9828"/>
                          <a:pt x="3480" y="9828"/>
                        </a:cubicBezTo>
                        <a:cubicBezTo>
                          <a:pt x="4156" y="9828"/>
                          <a:pt x="4855" y="9603"/>
                          <a:pt x="5487" y="9098"/>
                        </a:cubicBezTo>
                        <a:cubicBezTo>
                          <a:pt x="6897" y="7963"/>
                          <a:pt x="7058" y="6499"/>
                          <a:pt x="7541" y="4037"/>
                        </a:cubicBezTo>
                        <a:cubicBezTo>
                          <a:pt x="7796" y="2890"/>
                          <a:pt x="7427" y="1695"/>
                          <a:pt x="6568" y="894"/>
                        </a:cubicBezTo>
                        <a:cubicBezTo>
                          <a:pt x="5945" y="313"/>
                          <a:pt x="5132" y="1"/>
                          <a:pt x="4302"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5"/>
                  <p:cNvSpPr/>
                  <p:nvPr/>
                </p:nvSpPr>
                <p:spPr>
                  <a:xfrm>
                    <a:off x="1623375" y="2910175"/>
                    <a:ext cx="281100" cy="191425"/>
                  </a:xfrm>
                  <a:custGeom>
                    <a:avLst/>
                    <a:gdLst/>
                    <a:ahLst/>
                    <a:cxnLst/>
                    <a:rect l="l" t="t" r="r" b="b"/>
                    <a:pathLst>
                      <a:path w="11244" h="7657" extrusionOk="0">
                        <a:moveTo>
                          <a:pt x="4112" y="1"/>
                        </a:moveTo>
                        <a:cubicBezTo>
                          <a:pt x="3940" y="1"/>
                          <a:pt x="3757" y="11"/>
                          <a:pt x="3563" y="34"/>
                        </a:cubicBezTo>
                        <a:cubicBezTo>
                          <a:pt x="995" y="330"/>
                          <a:pt x="0" y="2179"/>
                          <a:pt x="1072" y="3405"/>
                        </a:cubicBezTo>
                        <a:cubicBezTo>
                          <a:pt x="1304" y="3672"/>
                          <a:pt x="1538" y="3774"/>
                          <a:pt x="1771" y="3774"/>
                        </a:cubicBezTo>
                        <a:cubicBezTo>
                          <a:pt x="2541" y="3774"/>
                          <a:pt x="3300" y="2657"/>
                          <a:pt x="3965" y="2657"/>
                        </a:cubicBezTo>
                        <a:cubicBezTo>
                          <a:pt x="4077" y="2657"/>
                          <a:pt x="4187" y="2688"/>
                          <a:pt x="4294" y="2763"/>
                        </a:cubicBezTo>
                        <a:cubicBezTo>
                          <a:pt x="5154" y="3360"/>
                          <a:pt x="5883" y="3680"/>
                          <a:pt x="6556" y="3680"/>
                        </a:cubicBezTo>
                        <a:cubicBezTo>
                          <a:pt x="6820" y="3680"/>
                          <a:pt x="7075" y="3631"/>
                          <a:pt x="7326" y="3531"/>
                        </a:cubicBezTo>
                        <a:lnTo>
                          <a:pt x="7326" y="3531"/>
                        </a:lnTo>
                        <a:cubicBezTo>
                          <a:pt x="6827" y="4112"/>
                          <a:pt x="7592" y="5228"/>
                          <a:pt x="7216" y="5905"/>
                        </a:cubicBezTo>
                        <a:cubicBezTo>
                          <a:pt x="6857" y="6552"/>
                          <a:pt x="6440" y="7656"/>
                          <a:pt x="8215" y="7656"/>
                        </a:cubicBezTo>
                        <a:cubicBezTo>
                          <a:pt x="8297" y="7656"/>
                          <a:pt x="8383" y="7654"/>
                          <a:pt x="8475" y="7649"/>
                        </a:cubicBezTo>
                        <a:cubicBezTo>
                          <a:pt x="11243" y="4350"/>
                          <a:pt x="10471" y="2996"/>
                          <a:pt x="9056" y="2903"/>
                        </a:cubicBezTo>
                        <a:cubicBezTo>
                          <a:pt x="9367" y="2636"/>
                          <a:pt x="9910" y="1379"/>
                          <a:pt x="8542" y="1379"/>
                        </a:cubicBezTo>
                        <a:cubicBezTo>
                          <a:pt x="8463" y="1379"/>
                          <a:pt x="8378" y="1384"/>
                          <a:pt x="8286" y="1392"/>
                        </a:cubicBezTo>
                        <a:cubicBezTo>
                          <a:pt x="8214" y="1399"/>
                          <a:pt x="8144" y="1403"/>
                          <a:pt x="8076" y="1403"/>
                        </a:cubicBezTo>
                        <a:cubicBezTo>
                          <a:pt x="6675" y="1403"/>
                          <a:pt x="6114" y="1"/>
                          <a:pt x="41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5"/>
                  <p:cNvSpPr/>
                  <p:nvPr/>
                </p:nvSpPr>
                <p:spPr>
                  <a:xfrm>
                    <a:off x="1841600" y="2941825"/>
                    <a:ext cx="39650" cy="46425"/>
                  </a:xfrm>
                  <a:custGeom>
                    <a:avLst/>
                    <a:gdLst/>
                    <a:ahLst/>
                    <a:cxnLst/>
                    <a:rect l="l" t="t" r="r" b="b"/>
                    <a:pathLst>
                      <a:path w="1586" h="1857" extrusionOk="0">
                        <a:moveTo>
                          <a:pt x="1079" y="0"/>
                        </a:moveTo>
                        <a:lnTo>
                          <a:pt x="1079" y="0"/>
                        </a:lnTo>
                        <a:cubicBezTo>
                          <a:pt x="1074" y="754"/>
                          <a:pt x="661" y="1448"/>
                          <a:pt x="0" y="1810"/>
                        </a:cubicBezTo>
                        <a:cubicBezTo>
                          <a:pt x="173" y="1841"/>
                          <a:pt x="328" y="1856"/>
                          <a:pt x="466" y="1856"/>
                        </a:cubicBezTo>
                        <a:cubicBezTo>
                          <a:pt x="1586" y="1856"/>
                          <a:pt x="1578" y="876"/>
                          <a:pt x="107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5"/>
                  <p:cNvSpPr/>
                  <p:nvPr/>
                </p:nvSpPr>
                <p:spPr>
                  <a:xfrm>
                    <a:off x="1699425" y="3106025"/>
                    <a:ext cx="40825" cy="10750"/>
                  </a:xfrm>
                  <a:custGeom>
                    <a:avLst/>
                    <a:gdLst/>
                    <a:ahLst/>
                    <a:cxnLst/>
                    <a:rect l="l" t="t" r="r" b="b"/>
                    <a:pathLst>
                      <a:path w="1633" h="430" extrusionOk="0">
                        <a:moveTo>
                          <a:pt x="1567" y="1"/>
                        </a:moveTo>
                        <a:cubicBezTo>
                          <a:pt x="1552" y="1"/>
                          <a:pt x="1538" y="6"/>
                          <a:pt x="1527" y="18"/>
                        </a:cubicBezTo>
                        <a:cubicBezTo>
                          <a:pt x="1246" y="214"/>
                          <a:pt x="916" y="317"/>
                          <a:pt x="582" y="317"/>
                        </a:cubicBezTo>
                        <a:cubicBezTo>
                          <a:pt x="416" y="317"/>
                          <a:pt x="249" y="292"/>
                          <a:pt x="87" y="240"/>
                        </a:cubicBezTo>
                        <a:cubicBezTo>
                          <a:pt x="82" y="239"/>
                          <a:pt x="77" y="238"/>
                          <a:pt x="72" y="238"/>
                        </a:cubicBezTo>
                        <a:cubicBezTo>
                          <a:pt x="44" y="238"/>
                          <a:pt x="19" y="254"/>
                          <a:pt x="10" y="279"/>
                        </a:cubicBezTo>
                        <a:cubicBezTo>
                          <a:pt x="0" y="312"/>
                          <a:pt x="17" y="345"/>
                          <a:pt x="49" y="354"/>
                        </a:cubicBezTo>
                        <a:cubicBezTo>
                          <a:pt x="136" y="378"/>
                          <a:pt x="222" y="396"/>
                          <a:pt x="313" y="406"/>
                        </a:cubicBezTo>
                        <a:cubicBezTo>
                          <a:pt x="408" y="422"/>
                          <a:pt x="504" y="430"/>
                          <a:pt x="599" y="430"/>
                        </a:cubicBezTo>
                        <a:cubicBezTo>
                          <a:pt x="959" y="430"/>
                          <a:pt x="1313" y="316"/>
                          <a:pt x="1609" y="100"/>
                        </a:cubicBezTo>
                        <a:cubicBezTo>
                          <a:pt x="1630" y="76"/>
                          <a:pt x="1632" y="41"/>
                          <a:pt x="1611" y="18"/>
                        </a:cubicBezTo>
                        <a:lnTo>
                          <a:pt x="1609" y="18"/>
                        </a:lnTo>
                        <a:cubicBezTo>
                          <a:pt x="1597" y="6"/>
                          <a:pt x="1582" y="1"/>
                          <a:pt x="156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5"/>
                  <p:cNvSpPr/>
                  <p:nvPr/>
                </p:nvSpPr>
                <p:spPr>
                  <a:xfrm>
                    <a:off x="1783900" y="3076375"/>
                    <a:ext cx="78325" cy="66900"/>
                  </a:xfrm>
                  <a:custGeom>
                    <a:avLst/>
                    <a:gdLst/>
                    <a:ahLst/>
                    <a:cxnLst/>
                    <a:rect l="l" t="t" r="r" b="b"/>
                    <a:pathLst>
                      <a:path w="3133" h="2676" extrusionOk="0">
                        <a:moveTo>
                          <a:pt x="1954" y="0"/>
                        </a:moveTo>
                        <a:cubicBezTo>
                          <a:pt x="1276" y="0"/>
                          <a:pt x="601" y="719"/>
                          <a:pt x="324" y="1293"/>
                        </a:cubicBezTo>
                        <a:cubicBezTo>
                          <a:pt x="0" y="1962"/>
                          <a:pt x="219" y="2676"/>
                          <a:pt x="925" y="2676"/>
                        </a:cubicBezTo>
                        <a:cubicBezTo>
                          <a:pt x="973" y="2676"/>
                          <a:pt x="1023" y="2672"/>
                          <a:pt x="1076" y="2665"/>
                        </a:cubicBezTo>
                        <a:cubicBezTo>
                          <a:pt x="1701" y="2581"/>
                          <a:pt x="2268" y="2255"/>
                          <a:pt x="2656" y="1755"/>
                        </a:cubicBezTo>
                        <a:cubicBezTo>
                          <a:pt x="3132" y="1134"/>
                          <a:pt x="2971" y="259"/>
                          <a:pt x="2212" y="37"/>
                        </a:cubicBezTo>
                        <a:cubicBezTo>
                          <a:pt x="2127" y="12"/>
                          <a:pt x="2041" y="0"/>
                          <a:pt x="1954" y="0"/>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5"/>
                  <p:cNvSpPr/>
                  <p:nvPr/>
                </p:nvSpPr>
                <p:spPr>
                  <a:xfrm>
                    <a:off x="1595250" y="3835125"/>
                    <a:ext cx="321600" cy="1318500"/>
                  </a:xfrm>
                  <a:custGeom>
                    <a:avLst/>
                    <a:gdLst/>
                    <a:ahLst/>
                    <a:cxnLst/>
                    <a:rect l="l" t="t" r="r" b="b"/>
                    <a:pathLst>
                      <a:path w="12864" h="52740" extrusionOk="0">
                        <a:moveTo>
                          <a:pt x="10428" y="0"/>
                        </a:moveTo>
                        <a:lnTo>
                          <a:pt x="0" y="880"/>
                        </a:lnTo>
                        <a:cubicBezTo>
                          <a:pt x="0" y="880"/>
                          <a:pt x="2073" y="19013"/>
                          <a:pt x="3325" y="26551"/>
                        </a:cubicBezTo>
                        <a:cubicBezTo>
                          <a:pt x="4627" y="34385"/>
                          <a:pt x="8619" y="52739"/>
                          <a:pt x="8619" y="52739"/>
                        </a:cubicBezTo>
                        <a:lnTo>
                          <a:pt x="12863" y="52377"/>
                        </a:lnTo>
                        <a:cubicBezTo>
                          <a:pt x="12863" y="52377"/>
                          <a:pt x="11311" y="30695"/>
                          <a:pt x="9385" y="24982"/>
                        </a:cubicBezTo>
                        <a:lnTo>
                          <a:pt x="9385" y="24982"/>
                        </a:lnTo>
                        <a:cubicBezTo>
                          <a:pt x="9485" y="17592"/>
                          <a:pt x="10428" y="0"/>
                          <a:pt x="104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5"/>
                  <p:cNvSpPr/>
                  <p:nvPr/>
                </p:nvSpPr>
                <p:spPr>
                  <a:xfrm>
                    <a:off x="1794075" y="5105200"/>
                    <a:ext cx="136125" cy="51275"/>
                  </a:xfrm>
                  <a:custGeom>
                    <a:avLst/>
                    <a:gdLst/>
                    <a:ahLst/>
                    <a:cxnLst/>
                    <a:rect l="l" t="t" r="r" b="b"/>
                    <a:pathLst>
                      <a:path w="5445" h="2051" extrusionOk="0">
                        <a:moveTo>
                          <a:pt x="5246" y="1"/>
                        </a:moveTo>
                        <a:lnTo>
                          <a:pt x="1" y="351"/>
                        </a:lnTo>
                        <a:lnTo>
                          <a:pt x="412" y="2051"/>
                        </a:lnTo>
                        <a:lnTo>
                          <a:pt x="5445" y="1623"/>
                        </a:lnTo>
                        <a:lnTo>
                          <a:pt x="52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5"/>
                  <p:cNvSpPr/>
                  <p:nvPr/>
                </p:nvSpPr>
                <p:spPr>
                  <a:xfrm>
                    <a:off x="1732400" y="3044175"/>
                    <a:ext cx="13150" cy="18400"/>
                  </a:xfrm>
                  <a:custGeom>
                    <a:avLst/>
                    <a:gdLst/>
                    <a:ahLst/>
                    <a:cxnLst/>
                    <a:rect l="l" t="t" r="r" b="b"/>
                    <a:pathLst>
                      <a:path w="526" h="736" extrusionOk="0">
                        <a:moveTo>
                          <a:pt x="295" y="0"/>
                        </a:moveTo>
                        <a:cubicBezTo>
                          <a:pt x="174" y="0"/>
                          <a:pt x="55" y="148"/>
                          <a:pt x="28" y="342"/>
                        </a:cubicBezTo>
                        <a:cubicBezTo>
                          <a:pt x="0" y="545"/>
                          <a:pt x="89" y="720"/>
                          <a:pt x="215" y="734"/>
                        </a:cubicBezTo>
                        <a:cubicBezTo>
                          <a:pt x="221" y="735"/>
                          <a:pt x="226" y="735"/>
                          <a:pt x="232" y="735"/>
                        </a:cubicBezTo>
                        <a:cubicBezTo>
                          <a:pt x="354" y="735"/>
                          <a:pt x="473" y="588"/>
                          <a:pt x="498" y="396"/>
                        </a:cubicBezTo>
                        <a:cubicBezTo>
                          <a:pt x="526" y="195"/>
                          <a:pt x="439" y="15"/>
                          <a:pt x="311" y="1"/>
                        </a:cubicBezTo>
                        <a:cubicBezTo>
                          <a:pt x="305" y="0"/>
                          <a:pt x="300" y="0"/>
                          <a:pt x="29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5"/>
                  <p:cNvSpPr/>
                  <p:nvPr/>
                </p:nvSpPr>
                <p:spPr>
                  <a:xfrm>
                    <a:off x="1674675" y="3039725"/>
                    <a:ext cx="13150" cy="18350"/>
                  </a:xfrm>
                  <a:custGeom>
                    <a:avLst/>
                    <a:gdLst/>
                    <a:ahLst/>
                    <a:cxnLst/>
                    <a:rect l="l" t="t" r="r" b="b"/>
                    <a:pathLst>
                      <a:path w="526" h="734" extrusionOk="0">
                        <a:moveTo>
                          <a:pt x="295" y="1"/>
                        </a:moveTo>
                        <a:cubicBezTo>
                          <a:pt x="174" y="1"/>
                          <a:pt x="55" y="148"/>
                          <a:pt x="28" y="340"/>
                        </a:cubicBezTo>
                        <a:cubicBezTo>
                          <a:pt x="0" y="541"/>
                          <a:pt x="87" y="718"/>
                          <a:pt x="215" y="732"/>
                        </a:cubicBezTo>
                        <a:cubicBezTo>
                          <a:pt x="221" y="733"/>
                          <a:pt x="226" y="733"/>
                          <a:pt x="232" y="733"/>
                        </a:cubicBezTo>
                        <a:cubicBezTo>
                          <a:pt x="355" y="733"/>
                          <a:pt x="475" y="588"/>
                          <a:pt x="498" y="392"/>
                        </a:cubicBezTo>
                        <a:cubicBezTo>
                          <a:pt x="526" y="179"/>
                          <a:pt x="439" y="16"/>
                          <a:pt x="311" y="2"/>
                        </a:cubicBezTo>
                        <a:cubicBezTo>
                          <a:pt x="306" y="1"/>
                          <a:pt x="300" y="1"/>
                          <a:pt x="29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5"/>
                  <p:cNvSpPr/>
                  <p:nvPr/>
                </p:nvSpPr>
                <p:spPr>
                  <a:xfrm>
                    <a:off x="1672975" y="3055450"/>
                    <a:ext cx="30450" cy="41375"/>
                  </a:xfrm>
                  <a:custGeom>
                    <a:avLst/>
                    <a:gdLst/>
                    <a:ahLst/>
                    <a:cxnLst/>
                    <a:rect l="l" t="t" r="r" b="b"/>
                    <a:pathLst>
                      <a:path w="1218" h="1655" extrusionOk="0">
                        <a:moveTo>
                          <a:pt x="1217" y="1"/>
                        </a:moveTo>
                        <a:cubicBezTo>
                          <a:pt x="876" y="524"/>
                          <a:pt x="468" y="1000"/>
                          <a:pt x="1" y="1415"/>
                        </a:cubicBezTo>
                        <a:cubicBezTo>
                          <a:pt x="195" y="1619"/>
                          <a:pt x="522" y="1655"/>
                          <a:pt x="729" y="1655"/>
                        </a:cubicBezTo>
                        <a:cubicBezTo>
                          <a:pt x="843" y="1655"/>
                          <a:pt x="921" y="1644"/>
                          <a:pt x="921" y="1644"/>
                        </a:cubicBezTo>
                        <a:lnTo>
                          <a:pt x="1217" y="1"/>
                        </a:lnTo>
                        <a:close/>
                      </a:path>
                    </a:pathLst>
                  </a:custGeom>
                  <a:solidFill>
                    <a:srgbClr val="ED89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5"/>
                  <p:cNvSpPr/>
                  <p:nvPr/>
                </p:nvSpPr>
                <p:spPr>
                  <a:xfrm>
                    <a:off x="1650050" y="3050775"/>
                    <a:ext cx="6150" cy="11425"/>
                  </a:xfrm>
                  <a:custGeom>
                    <a:avLst/>
                    <a:gdLst/>
                    <a:ahLst/>
                    <a:cxnLst/>
                    <a:rect l="l" t="t" r="r" b="b"/>
                    <a:pathLst>
                      <a:path w="246" h="457" extrusionOk="0">
                        <a:moveTo>
                          <a:pt x="24" y="1"/>
                        </a:moveTo>
                        <a:cubicBezTo>
                          <a:pt x="0" y="176"/>
                          <a:pt x="87" y="337"/>
                          <a:pt x="245" y="456"/>
                        </a:cubicBezTo>
                        <a:cubicBezTo>
                          <a:pt x="231" y="309"/>
                          <a:pt x="220" y="162"/>
                          <a:pt x="210" y="17"/>
                        </a:cubicBezTo>
                        <a:lnTo>
                          <a:pt x="24" y="1"/>
                        </a:lnTo>
                        <a:close/>
                      </a:path>
                    </a:pathLst>
                  </a:custGeom>
                  <a:solidFill>
                    <a:srgbClr val="B3CA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5"/>
                  <p:cNvSpPr/>
                  <p:nvPr/>
                </p:nvSpPr>
                <p:spPr>
                  <a:xfrm>
                    <a:off x="1655350" y="3051200"/>
                    <a:ext cx="4050" cy="11750"/>
                  </a:xfrm>
                  <a:custGeom>
                    <a:avLst/>
                    <a:gdLst/>
                    <a:ahLst/>
                    <a:cxnLst/>
                    <a:rect l="l" t="t" r="r" b="b"/>
                    <a:pathLst>
                      <a:path w="162" h="470" extrusionOk="0">
                        <a:moveTo>
                          <a:pt x="1" y="0"/>
                        </a:moveTo>
                        <a:lnTo>
                          <a:pt x="1" y="0"/>
                        </a:lnTo>
                        <a:cubicBezTo>
                          <a:pt x="8" y="147"/>
                          <a:pt x="19" y="292"/>
                          <a:pt x="33" y="439"/>
                        </a:cubicBezTo>
                        <a:cubicBezTo>
                          <a:pt x="45" y="451"/>
                          <a:pt x="59" y="460"/>
                          <a:pt x="73" y="469"/>
                        </a:cubicBezTo>
                        <a:cubicBezTo>
                          <a:pt x="99" y="318"/>
                          <a:pt x="127" y="166"/>
                          <a:pt x="162" y="14"/>
                        </a:cubicBezTo>
                        <a:lnTo>
                          <a:pt x="1" y="0"/>
                        </a:lnTo>
                        <a:close/>
                      </a:path>
                    </a:pathLst>
                  </a:custGeom>
                  <a:solidFill>
                    <a:srgbClr val="304F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5"/>
                  <p:cNvSpPr/>
                  <p:nvPr/>
                </p:nvSpPr>
                <p:spPr>
                  <a:xfrm>
                    <a:off x="1657175" y="3051550"/>
                    <a:ext cx="34400" cy="15650"/>
                  </a:xfrm>
                  <a:custGeom>
                    <a:avLst/>
                    <a:gdLst/>
                    <a:ahLst/>
                    <a:cxnLst/>
                    <a:rect l="l" t="t" r="r" b="b"/>
                    <a:pathLst>
                      <a:path w="1376" h="626" extrusionOk="0">
                        <a:moveTo>
                          <a:pt x="84" y="0"/>
                        </a:moveTo>
                        <a:lnTo>
                          <a:pt x="86" y="0"/>
                        </a:lnTo>
                        <a:lnTo>
                          <a:pt x="86" y="0"/>
                        </a:lnTo>
                        <a:cubicBezTo>
                          <a:pt x="86" y="0"/>
                          <a:pt x="86" y="0"/>
                          <a:pt x="86" y="0"/>
                        </a:cubicBezTo>
                        <a:close/>
                        <a:moveTo>
                          <a:pt x="86" y="0"/>
                        </a:moveTo>
                        <a:lnTo>
                          <a:pt x="86" y="0"/>
                        </a:lnTo>
                        <a:cubicBezTo>
                          <a:pt x="54" y="150"/>
                          <a:pt x="26" y="304"/>
                          <a:pt x="0" y="455"/>
                        </a:cubicBezTo>
                        <a:cubicBezTo>
                          <a:pt x="142" y="544"/>
                          <a:pt x="301" y="600"/>
                          <a:pt x="469" y="619"/>
                        </a:cubicBezTo>
                        <a:cubicBezTo>
                          <a:pt x="511" y="624"/>
                          <a:pt x="556" y="626"/>
                          <a:pt x="600" y="626"/>
                        </a:cubicBezTo>
                        <a:cubicBezTo>
                          <a:pt x="997" y="626"/>
                          <a:pt x="1338" y="397"/>
                          <a:pt x="1375" y="105"/>
                        </a:cubicBezTo>
                        <a:lnTo>
                          <a:pt x="1146" y="87"/>
                        </a:lnTo>
                        <a:cubicBezTo>
                          <a:pt x="1095" y="192"/>
                          <a:pt x="1013" y="259"/>
                          <a:pt x="929" y="259"/>
                        </a:cubicBezTo>
                        <a:lnTo>
                          <a:pt x="913" y="259"/>
                        </a:lnTo>
                        <a:cubicBezTo>
                          <a:pt x="829" y="250"/>
                          <a:pt x="761" y="168"/>
                          <a:pt x="733" y="54"/>
                        </a:cubicBezTo>
                        <a:lnTo>
                          <a:pt x="86" y="0"/>
                        </a:lnTo>
                        <a:close/>
                      </a:path>
                    </a:pathLst>
                  </a:custGeom>
                  <a:solidFill>
                    <a:srgbClr val="B39E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5"/>
                  <p:cNvSpPr/>
                  <p:nvPr/>
                </p:nvSpPr>
                <p:spPr>
                  <a:xfrm>
                    <a:off x="1675550" y="3052825"/>
                    <a:ext cx="10350" cy="5225"/>
                  </a:xfrm>
                  <a:custGeom>
                    <a:avLst/>
                    <a:gdLst/>
                    <a:ahLst/>
                    <a:cxnLst/>
                    <a:rect l="l" t="t" r="r" b="b"/>
                    <a:pathLst>
                      <a:path w="414" h="209" extrusionOk="0">
                        <a:moveTo>
                          <a:pt x="0" y="1"/>
                        </a:moveTo>
                        <a:lnTo>
                          <a:pt x="0" y="3"/>
                        </a:lnTo>
                        <a:cubicBezTo>
                          <a:pt x="28" y="115"/>
                          <a:pt x="96" y="199"/>
                          <a:pt x="180" y="208"/>
                        </a:cubicBezTo>
                        <a:lnTo>
                          <a:pt x="197" y="208"/>
                        </a:lnTo>
                        <a:cubicBezTo>
                          <a:pt x="281" y="208"/>
                          <a:pt x="362" y="141"/>
                          <a:pt x="414" y="36"/>
                        </a:cubicBezTo>
                        <a:lnTo>
                          <a:pt x="0" y="1"/>
                        </a:lnTo>
                        <a:close/>
                      </a:path>
                    </a:pathLst>
                  </a:custGeom>
                  <a:solidFill>
                    <a:srgbClr val="304F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5"/>
                  <p:cNvSpPr/>
                  <p:nvPr/>
                </p:nvSpPr>
                <p:spPr>
                  <a:xfrm>
                    <a:off x="1715925" y="3058325"/>
                    <a:ext cx="42225" cy="17750"/>
                  </a:xfrm>
                  <a:custGeom>
                    <a:avLst/>
                    <a:gdLst/>
                    <a:ahLst/>
                    <a:cxnLst/>
                    <a:rect l="l" t="t" r="r" b="b"/>
                    <a:pathLst>
                      <a:path w="1689" h="710" extrusionOk="0">
                        <a:moveTo>
                          <a:pt x="62" y="0"/>
                        </a:moveTo>
                        <a:lnTo>
                          <a:pt x="62" y="0"/>
                        </a:lnTo>
                        <a:cubicBezTo>
                          <a:pt x="1" y="320"/>
                          <a:pt x="314" y="607"/>
                          <a:pt x="755" y="693"/>
                        </a:cubicBezTo>
                        <a:cubicBezTo>
                          <a:pt x="818" y="705"/>
                          <a:pt x="881" y="710"/>
                          <a:pt x="944" y="710"/>
                        </a:cubicBezTo>
                        <a:cubicBezTo>
                          <a:pt x="1313" y="710"/>
                          <a:pt x="1637" y="507"/>
                          <a:pt x="1689" y="233"/>
                        </a:cubicBezTo>
                        <a:lnTo>
                          <a:pt x="995" y="133"/>
                        </a:lnTo>
                        <a:cubicBezTo>
                          <a:pt x="965" y="156"/>
                          <a:pt x="928" y="168"/>
                          <a:pt x="890" y="170"/>
                        </a:cubicBezTo>
                        <a:lnTo>
                          <a:pt x="874" y="170"/>
                        </a:lnTo>
                        <a:cubicBezTo>
                          <a:pt x="827" y="163"/>
                          <a:pt x="785" y="138"/>
                          <a:pt x="757" y="100"/>
                        </a:cubicBezTo>
                        <a:lnTo>
                          <a:pt x="62" y="0"/>
                        </a:lnTo>
                        <a:close/>
                      </a:path>
                    </a:pathLst>
                  </a:custGeom>
                  <a:solidFill>
                    <a:srgbClr val="B39E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5"/>
                  <p:cNvSpPr/>
                  <p:nvPr/>
                </p:nvSpPr>
                <p:spPr>
                  <a:xfrm>
                    <a:off x="1734850" y="3060775"/>
                    <a:ext cx="5975" cy="1775"/>
                  </a:xfrm>
                  <a:custGeom>
                    <a:avLst/>
                    <a:gdLst/>
                    <a:ahLst/>
                    <a:cxnLst/>
                    <a:rect l="l" t="t" r="r" b="b"/>
                    <a:pathLst>
                      <a:path w="239" h="71" extrusionOk="0">
                        <a:moveTo>
                          <a:pt x="0" y="0"/>
                        </a:moveTo>
                        <a:lnTo>
                          <a:pt x="0" y="2"/>
                        </a:lnTo>
                        <a:cubicBezTo>
                          <a:pt x="28" y="40"/>
                          <a:pt x="70" y="63"/>
                          <a:pt x="117" y="70"/>
                        </a:cubicBezTo>
                        <a:lnTo>
                          <a:pt x="133" y="70"/>
                        </a:lnTo>
                        <a:cubicBezTo>
                          <a:pt x="171" y="70"/>
                          <a:pt x="208" y="56"/>
                          <a:pt x="238" y="35"/>
                        </a:cubicBezTo>
                        <a:lnTo>
                          <a:pt x="0" y="0"/>
                        </a:lnTo>
                        <a:close/>
                      </a:path>
                    </a:pathLst>
                  </a:custGeom>
                  <a:solidFill>
                    <a:srgbClr val="304F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5"/>
                  <p:cNvSpPr/>
                  <p:nvPr/>
                </p:nvSpPr>
                <p:spPr>
                  <a:xfrm>
                    <a:off x="1651375" y="3049975"/>
                    <a:ext cx="194625" cy="27900"/>
                  </a:xfrm>
                  <a:custGeom>
                    <a:avLst/>
                    <a:gdLst/>
                    <a:ahLst/>
                    <a:cxnLst/>
                    <a:rect l="l" t="t" r="r" b="b"/>
                    <a:pathLst>
                      <a:path w="7785" h="1116" extrusionOk="0">
                        <a:moveTo>
                          <a:pt x="17" y="0"/>
                        </a:moveTo>
                        <a:lnTo>
                          <a:pt x="17" y="0"/>
                        </a:lnTo>
                        <a:cubicBezTo>
                          <a:pt x="1" y="189"/>
                          <a:pt x="78" y="376"/>
                          <a:pt x="223" y="500"/>
                        </a:cubicBezTo>
                        <a:cubicBezTo>
                          <a:pt x="386" y="647"/>
                          <a:pt x="589" y="736"/>
                          <a:pt x="809" y="761"/>
                        </a:cubicBezTo>
                        <a:cubicBezTo>
                          <a:pt x="859" y="768"/>
                          <a:pt x="909" y="771"/>
                          <a:pt x="957" y="771"/>
                        </a:cubicBezTo>
                        <a:cubicBezTo>
                          <a:pt x="1375" y="771"/>
                          <a:pt x="1723" y="546"/>
                          <a:pt x="1759" y="238"/>
                        </a:cubicBezTo>
                        <a:cubicBezTo>
                          <a:pt x="1837" y="218"/>
                          <a:pt x="1917" y="209"/>
                          <a:pt x="1997" y="209"/>
                        </a:cubicBezTo>
                        <a:cubicBezTo>
                          <a:pt x="2078" y="209"/>
                          <a:pt x="2158" y="218"/>
                          <a:pt x="2237" y="238"/>
                        </a:cubicBezTo>
                        <a:cubicBezTo>
                          <a:pt x="2392" y="250"/>
                          <a:pt x="2546" y="287"/>
                          <a:pt x="2688" y="350"/>
                        </a:cubicBezTo>
                        <a:cubicBezTo>
                          <a:pt x="2672" y="539"/>
                          <a:pt x="2749" y="726"/>
                          <a:pt x="2893" y="852"/>
                        </a:cubicBezTo>
                        <a:cubicBezTo>
                          <a:pt x="3057" y="997"/>
                          <a:pt x="3262" y="1088"/>
                          <a:pt x="3479" y="1114"/>
                        </a:cubicBezTo>
                        <a:cubicBezTo>
                          <a:pt x="3505" y="1115"/>
                          <a:pt x="3530" y="1116"/>
                          <a:pt x="3555" y="1116"/>
                        </a:cubicBezTo>
                        <a:cubicBezTo>
                          <a:pt x="3580" y="1116"/>
                          <a:pt x="3605" y="1115"/>
                          <a:pt x="3631" y="1114"/>
                        </a:cubicBezTo>
                        <a:cubicBezTo>
                          <a:pt x="3795" y="1114"/>
                          <a:pt x="3953" y="1074"/>
                          <a:pt x="4096" y="997"/>
                        </a:cubicBezTo>
                        <a:cubicBezTo>
                          <a:pt x="4245" y="925"/>
                          <a:pt x="4357" y="792"/>
                          <a:pt x="4406" y="633"/>
                        </a:cubicBezTo>
                        <a:lnTo>
                          <a:pt x="7768" y="1065"/>
                        </a:lnTo>
                        <a:lnTo>
                          <a:pt x="7784" y="929"/>
                        </a:lnTo>
                        <a:lnTo>
                          <a:pt x="4292" y="481"/>
                        </a:lnTo>
                        <a:lnTo>
                          <a:pt x="4292" y="549"/>
                        </a:lnTo>
                        <a:cubicBezTo>
                          <a:pt x="4266" y="694"/>
                          <a:pt x="4173" y="817"/>
                          <a:pt x="4037" y="880"/>
                        </a:cubicBezTo>
                        <a:cubicBezTo>
                          <a:pt x="3902" y="946"/>
                          <a:pt x="3757" y="979"/>
                          <a:pt x="3612" y="979"/>
                        </a:cubicBezTo>
                        <a:cubicBezTo>
                          <a:pt x="3384" y="979"/>
                          <a:pt x="3157" y="898"/>
                          <a:pt x="2977" y="743"/>
                        </a:cubicBezTo>
                        <a:cubicBezTo>
                          <a:pt x="2863" y="649"/>
                          <a:pt x="2802" y="507"/>
                          <a:pt x="2816" y="360"/>
                        </a:cubicBezTo>
                        <a:cubicBezTo>
                          <a:pt x="2844" y="203"/>
                          <a:pt x="2522" y="126"/>
                          <a:pt x="2249" y="94"/>
                        </a:cubicBezTo>
                        <a:cubicBezTo>
                          <a:pt x="2153" y="82"/>
                          <a:pt x="2049" y="73"/>
                          <a:pt x="1955" y="73"/>
                        </a:cubicBezTo>
                        <a:cubicBezTo>
                          <a:pt x="1784" y="73"/>
                          <a:pt x="1643" y="103"/>
                          <a:pt x="1630" y="206"/>
                        </a:cubicBezTo>
                        <a:cubicBezTo>
                          <a:pt x="1597" y="456"/>
                          <a:pt x="1311" y="635"/>
                          <a:pt x="962" y="635"/>
                        </a:cubicBezTo>
                        <a:cubicBezTo>
                          <a:pt x="917" y="635"/>
                          <a:pt x="871" y="632"/>
                          <a:pt x="825" y="626"/>
                        </a:cubicBezTo>
                        <a:cubicBezTo>
                          <a:pt x="636" y="605"/>
                          <a:pt x="456" y="528"/>
                          <a:pt x="314" y="402"/>
                        </a:cubicBezTo>
                        <a:cubicBezTo>
                          <a:pt x="202" y="306"/>
                          <a:pt x="141" y="164"/>
                          <a:pt x="153" y="17"/>
                        </a:cubicBezTo>
                        <a:lnTo>
                          <a:pt x="1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5"/>
                  <p:cNvSpPr/>
                  <p:nvPr/>
                </p:nvSpPr>
                <p:spPr>
                  <a:xfrm>
                    <a:off x="1744125" y="3012450"/>
                    <a:ext cx="26300" cy="19400"/>
                  </a:xfrm>
                  <a:custGeom>
                    <a:avLst/>
                    <a:gdLst/>
                    <a:ahLst/>
                    <a:cxnLst/>
                    <a:rect l="l" t="t" r="r" b="b"/>
                    <a:pathLst>
                      <a:path w="1052" h="776" extrusionOk="0">
                        <a:moveTo>
                          <a:pt x="127" y="0"/>
                        </a:moveTo>
                        <a:cubicBezTo>
                          <a:pt x="63" y="0"/>
                          <a:pt x="7" y="48"/>
                          <a:pt x="3" y="115"/>
                        </a:cubicBezTo>
                        <a:cubicBezTo>
                          <a:pt x="1" y="178"/>
                          <a:pt x="50" y="234"/>
                          <a:pt x="115" y="238"/>
                        </a:cubicBezTo>
                        <a:cubicBezTo>
                          <a:pt x="411" y="273"/>
                          <a:pt x="673" y="453"/>
                          <a:pt x="813" y="719"/>
                        </a:cubicBezTo>
                        <a:cubicBezTo>
                          <a:pt x="833" y="755"/>
                          <a:pt x="872" y="775"/>
                          <a:pt x="912" y="775"/>
                        </a:cubicBezTo>
                        <a:cubicBezTo>
                          <a:pt x="914" y="775"/>
                          <a:pt x="916" y="775"/>
                          <a:pt x="918" y="775"/>
                        </a:cubicBezTo>
                        <a:cubicBezTo>
                          <a:pt x="937" y="775"/>
                          <a:pt x="958" y="771"/>
                          <a:pt x="974" y="759"/>
                        </a:cubicBezTo>
                        <a:cubicBezTo>
                          <a:pt x="1032" y="726"/>
                          <a:pt x="1051" y="654"/>
                          <a:pt x="1021" y="595"/>
                        </a:cubicBezTo>
                        <a:cubicBezTo>
                          <a:pt x="841" y="262"/>
                          <a:pt x="507" y="37"/>
                          <a:pt x="131" y="0"/>
                        </a:cubicBezTo>
                        <a:cubicBezTo>
                          <a:pt x="130" y="0"/>
                          <a:pt x="128" y="0"/>
                          <a:pt x="12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5"/>
                  <p:cNvSpPr/>
                  <p:nvPr/>
                </p:nvSpPr>
                <p:spPr>
                  <a:xfrm>
                    <a:off x="1665500" y="3007350"/>
                    <a:ext cx="28575" cy="16525"/>
                  </a:xfrm>
                  <a:custGeom>
                    <a:avLst/>
                    <a:gdLst/>
                    <a:ahLst/>
                    <a:cxnLst/>
                    <a:rect l="l" t="t" r="r" b="b"/>
                    <a:pathLst>
                      <a:path w="1143" h="661" extrusionOk="0">
                        <a:moveTo>
                          <a:pt x="1003" y="1"/>
                        </a:moveTo>
                        <a:cubicBezTo>
                          <a:pt x="629" y="1"/>
                          <a:pt x="273" y="172"/>
                          <a:pt x="43" y="468"/>
                        </a:cubicBezTo>
                        <a:cubicBezTo>
                          <a:pt x="1" y="519"/>
                          <a:pt x="6" y="594"/>
                          <a:pt x="57" y="636"/>
                        </a:cubicBezTo>
                        <a:cubicBezTo>
                          <a:pt x="76" y="648"/>
                          <a:pt x="97" y="657"/>
                          <a:pt x="118" y="659"/>
                        </a:cubicBezTo>
                        <a:cubicBezTo>
                          <a:pt x="122" y="660"/>
                          <a:pt x="127" y="660"/>
                          <a:pt x="131" y="660"/>
                        </a:cubicBezTo>
                        <a:cubicBezTo>
                          <a:pt x="166" y="660"/>
                          <a:pt x="200" y="644"/>
                          <a:pt x="223" y="617"/>
                        </a:cubicBezTo>
                        <a:cubicBezTo>
                          <a:pt x="406" y="378"/>
                          <a:pt x="690" y="239"/>
                          <a:pt x="990" y="239"/>
                        </a:cubicBezTo>
                        <a:cubicBezTo>
                          <a:pt x="995" y="239"/>
                          <a:pt x="1000" y="239"/>
                          <a:pt x="1005" y="239"/>
                        </a:cubicBezTo>
                        <a:cubicBezTo>
                          <a:pt x="1008" y="239"/>
                          <a:pt x="1011" y="239"/>
                          <a:pt x="1014" y="239"/>
                        </a:cubicBezTo>
                        <a:cubicBezTo>
                          <a:pt x="1075" y="239"/>
                          <a:pt x="1129" y="194"/>
                          <a:pt x="1135" y="132"/>
                        </a:cubicBezTo>
                        <a:cubicBezTo>
                          <a:pt x="1142" y="69"/>
                          <a:pt x="1098" y="10"/>
                          <a:pt x="1035" y="1"/>
                        </a:cubicBezTo>
                        <a:lnTo>
                          <a:pt x="1033" y="1"/>
                        </a:lnTo>
                        <a:cubicBezTo>
                          <a:pt x="1023" y="1"/>
                          <a:pt x="1013" y="1"/>
                          <a:pt x="100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5"/>
                  <p:cNvSpPr/>
                  <p:nvPr/>
                </p:nvSpPr>
                <p:spPr>
                  <a:xfrm>
                    <a:off x="1676900" y="3827825"/>
                    <a:ext cx="577175" cy="1117725"/>
                  </a:xfrm>
                  <a:custGeom>
                    <a:avLst/>
                    <a:gdLst/>
                    <a:ahLst/>
                    <a:cxnLst/>
                    <a:rect l="l" t="t" r="r" b="b"/>
                    <a:pathLst>
                      <a:path w="23087" h="44709" extrusionOk="0">
                        <a:moveTo>
                          <a:pt x="10104" y="1"/>
                        </a:moveTo>
                        <a:lnTo>
                          <a:pt x="0" y="1133"/>
                        </a:lnTo>
                        <a:cubicBezTo>
                          <a:pt x="0" y="1133"/>
                          <a:pt x="6016" y="17710"/>
                          <a:pt x="8958" y="24786"/>
                        </a:cubicBezTo>
                        <a:cubicBezTo>
                          <a:pt x="12011" y="32142"/>
                          <a:pt x="18037" y="44709"/>
                          <a:pt x="18037" y="44709"/>
                        </a:cubicBezTo>
                        <a:lnTo>
                          <a:pt x="23086" y="44709"/>
                        </a:lnTo>
                        <a:cubicBezTo>
                          <a:pt x="23086" y="44709"/>
                          <a:pt x="18375" y="29116"/>
                          <a:pt x="14810" y="24048"/>
                        </a:cubicBezTo>
                        <a:lnTo>
                          <a:pt x="14808" y="24051"/>
                        </a:lnTo>
                        <a:cubicBezTo>
                          <a:pt x="12644" y="12924"/>
                          <a:pt x="12156" y="4226"/>
                          <a:pt x="10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5"/>
                  <p:cNvSpPr/>
                  <p:nvPr/>
                </p:nvSpPr>
                <p:spPr>
                  <a:xfrm>
                    <a:off x="1163875" y="3356175"/>
                    <a:ext cx="136775" cy="101775"/>
                  </a:xfrm>
                  <a:custGeom>
                    <a:avLst/>
                    <a:gdLst/>
                    <a:ahLst/>
                    <a:cxnLst/>
                    <a:rect l="l" t="t" r="r" b="b"/>
                    <a:pathLst>
                      <a:path w="5471" h="4071" extrusionOk="0">
                        <a:moveTo>
                          <a:pt x="1718" y="0"/>
                        </a:moveTo>
                        <a:cubicBezTo>
                          <a:pt x="1478" y="0"/>
                          <a:pt x="1240" y="95"/>
                          <a:pt x="1063" y="279"/>
                        </a:cubicBezTo>
                        <a:lnTo>
                          <a:pt x="323" y="1059"/>
                        </a:lnTo>
                        <a:cubicBezTo>
                          <a:pt x="1" y="1400"/>
                          <a:pt x="15" y="1937"/>
                          <a:pt x="356" y="2259"/>
                        </a:cubicBezTo>
                        <a:cubicBezTo>
                          <a:pt x="367" y="2271"/>
                          <a:pt x="381" y="2285"/>
                          <a:pt x="395" y="2296"/>
                        </a:cubicBezTo>
                        <a:lnTo>
                          <a:pt x="925" y="2749"/>
                        </a:lnTo>
                        <a:cubicBezTo>
                          <a:pt x="1385" y="3139"/>
                          <a:pt x="1922" y="3426"/>
                          <a:pt x="2501" y="3597"/>
                        </a:cubicBezTo>
                        <a:lnTo>
                          <a:pt x="4100" y="4070"/>
                        </a:lnTo>
                        <a:lnTo>
                          <a:pt x="5151" y="2938"/>
                        </a:lnTo>
                        <a:cubicBezTo>
                          <a:pt x="5471" y="1757"/>
                          <a:pt x="3304" y="837"/>
                          <a:pt x="3304" y="837"/>
                        </a:cubicBezTo>
                        <a:lnTo>
                          <a:pt x="2212" y="146"/>
                        </a:lnTo>
                        <a:cubicBezTo>
                          <a:pt x="2060" y="48"/>
                          <a:pt x="1889" y="0"/>
                          <a:pt x="1718" y="0"/>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5"/>
                  <p:cNvSpPr/>
                  <p:nvPr/>
                </p:nvSpPr>
                <p:spPr>
                  <a:xfrm>
                    <a:off x="1222825" y="3326075"/>
                    <a:ext cx="427825" cy="330775"/>
                  </a:xfrm>
                  <a:custGeom>
                    <a:avLst/>
                    <a:gdLst/>
                    <a:ahLst/>
                    <a:cxnLst/>
                    <a:rect l="l" t="t" r="r" b="b"/>
                    <a:pathLst>
                      <a:path w="17113" h="13231" extrusionOk="0">
                        <a:moveTo>
                          <a:pt x="8734" y="9601"/>
                        </a:moveTo>
                        <a:cubicBezTo>
                          <a:pt x="8736" y="9602"/>
                          <a:pt x="8737" y="9602"/>
                          <a:pt x="8739" y="9603"/>
                        </a:cubicBezTo>
                        <a:cubicBezTo>
                          <a:pt x="8757" y="9609"/>
                          <a:pt x="8764" y="9612"/>
                          <a:pt x="8763" y="9612"/>
                        </a:cubicBezTo>
                        <a:cubicBezTo>
                          <a:pt x="8761" y="9612"/>
                          <a:pt x="8751" y="9608"/>
                          <a:pt x="8734" y="9601"/>
                        </a:cubicBezTo>
                        <a:close/>
                        <a:moveTo>
                          <a:pt x="13251" y="1"/>
                        </a:moveTo>
                        <a:cubicBezTo>
                          <a:pt x="12964" y="858"/>
                          <a:pt x="12628" y="1754"/>
                          <a:pt x="12276" y="2636"/>
                        </a:cubicBezTo>
                        <a:cubicBezTo>
                          <a:pt x="11921" y="3519"/>
                          <a:pt x="11538" y="4369"/>
                          <a:pt x="11143" y="5216"/>
                        </a:cubicBezTo>
                        <a:cubicBezTo>
                          <a:pt x="10758" y="6045"/>
                          <a:pt x="10333" y="6850"/>
                          <a:pt x="9864" y="7632"/>
                        </a:cubicBezTo>
                        <a:cubicBezTo>
                          <a:pt x="9635" y="8010"/>
                          <a:pt x="9395" y="8372"/>
                          <a:pt x="9154" y="8694"/>
                        </a:cubicBezTo>
                        <a:cubicBezTo>
                          <a:pt x="8953" y="8966"/>
                          <a:pt x="8727" y="9221"/>
                          <a:pt x="8476" y="9449"/>
                        </a:cubicBezTo>
                        <a:lnTo>
                          <a:pt x="8476" y="9449"/>
                        </a:lnTo>
                        <a:cubicBezTo>
                          <a:pt x="8383" y="9386"/>
                          <a:pt x="8292" y="9318"/>
                          <a:pt x="8204" y="9245"/>
                        </a:cubicBezTo>
                        <a:cubicBezTo>
                          <a:pt x="7550" y="8676"/>
                          <a:pt x="6948" y="8052"/>
                          <a:pt x="6402" y="7382"/>
                        </a:cubicBezTo>
                        <a:cubicBezTo>
                          <a:pt x="5211" y="5933"/>
                          <a:pt x="4119" y="4408"/>
                          <a:pt x="3131" y="2814"/>
                        </a:cubicBezTo>
                        <a:lnTo>
                          <a:pt x="1" y="4833"/>
                        </a:lnTo>
                        <a:cubicBezTo>
                          <a:pt x="589" y="5685"/>
                          <a:pt x="1166" y="6484"/>
                          <a:pt x="1761" y="7296"/>
                        </a:cubicBezTo>
                        <a:cubicBezTo>
                          <a:pt x="2359" y="8109"/>
                          <a:pt x="2980" y="8902"/>
                          <a:pt x="3640" y="9696"/>
                        </a:cubicBezTo>
                        <a:cubicBezTo>
                          <a:pt x="4320" y="10539"/>
                          <a:pt x="5074" y="11321"/>
                          <a:pt x="5891" y="12033"/>
                        </a:cubicBezTo>
                        <a:cubicBezTo>
                          <a:pt x="6136" y="12241"/>
                          <a:pt x="6395" y="12430"/>
                          <a:pt x="6668" y="12600"/>
                        </a:cubicBezTo>
                        <a:cubicBezTo>
                          <a:pt x="7032" y="12841"/>
                          <a:pt x="7431" y="13023"/>
                          <a:pt x="7852" y="13139"/>
                        </a:cubicBezTo>
                        <a:cubicBezTo>
                          <a:pt x="8086" y="13200"/>
                          <a:pt x="8328" y="13231"/>
                          <a:pt x="8572" y="13231"/>
                        </a:cubicBezTo>
                        <a:cubicBezTo>
                          <a:pt x="8675" y="13231"/>
                          <a:pt x="8778" y="13225"/>
                          <a:pt x="8881" y="13214"/>
                        </a:cubicBezTo>
                        <a:cubicBezTo>
                          <a:pt x="8982" y="13202"/>
                          <a:pt x="9084" y="13184"/>
                          <a:pt x="9182" y="13160"/>
                        </a:cubicBezTo>
                        <a:lnTo>
                          <a:pt x="9381" y="13104"/>
                        </a:lnTo>
                        <a:cubicBezTo>
                          <a:pt x="9511" y="13067"/>
                          <a:pt x="9621" y="13020"/>
                          <a:pt x="9740" y="12976"/>
                        </a:cubicBezTo>
                        <a:cubicBezTo>
                          <a:pt x="10116" y="12808"/>
                          <a:pt x="10466" y="12591"/>
                          <a:pt x="10784" y="12329"/>
                        </a:cubicBezTo>
                        <a:cubicBezTo>
                          <a:pt x="11267" y="11930"/>
                          <a:pt x="11704" y="11477"/>
                          <a:pt x="12086" y="10980"/>
                        </a:cubicBezTo>
                        <a:cubicBezTo>
                          <a:pt x="12427" y="10550"/>
                          <a:pt x="12745" y="10102"/>
                          <a:pt x="13039" y="9638"/>
                        </a:cubicBezTo>
                        <a:cubicBezTo>
                          <a:pt x="13611" y="8736"/>
                          <a:pt x="14113" y="7840"/>
                          <a:pt x="14587" y="6937"/>
                        </a:cubicBezTo>
                        <a:cubicBezTo>
                          <a:pt x="15058" y="6035"/>
                          <a:pt x="15485" y="5127"/>
                          <a:pt x="15908" y="4208"/>
                        </a:cubicBezTo>
                        <a:cubicBezTo>
                          <a:pt x="16328" y="3288"/>
                          <a:pt x="16716" y="2389"/>
                          <a:pt x="17113" y="1420"/>
                        </a:cubicBezTo>
                        <a:lnTo>
                          <a:pt x="13251" y="1"/>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5"/>
                  <p:cNvSpPr/>
                  <p:nvPr/>
                </p:nvSpPr>
                <p:spPr>
                  <a:xfrm>
                    <a:off x="1222825" y="3332900"/>
                    <a:ext cx="328950" cy="323950"/>
                  </a:xfrm>
                  <a:custGeom>
                    <a:avLst/>
                    <a:gdLst/>
                    <a:ahLst/>
                    <a:cxnLst/>
                    <a:rect l="l" t="t" r="r" b="b"/>
                    <a:pathLst>
                      <a:path w="13158" h="12958" extrusionOk="0">
                        <a:moveTo>
                          <a:pt x="8743" y="9332"/>
                        </a:moveTo>
                        <a:cubicBezTo>
                          <a:pt x="8757" y="9337"/>
                          <a:pt x="8762" y="9339"/>
                          <a:pt x="8762" y="9339"/>
                        </a:cubicBezTo>
                        <a:cubicBezTo>
                          <a:pt x="8755" y="9337"/>
                          <a:pt x="8748" y="9334"/>
                          <a:pt x="8743" y="9332"/>
                        </a:cubicBezTo>
                        <a:close/>
                        <a:moveTo>
                          <a:pt x="13158" y="1"/>
                        </a:moveTo>
                        <a:cubicBezTo>
                          <a:pt x="12894" y="776"/>
                          <a:pt x="12591" y="1574"/>
                          <a:pt x="12276" y="2366"/>
                        </a:cubicBezTo>
                        <a:cubicBezTo>
                          <a:pt x="11921" y="3248"/>
                          <a:pt x="11540" y="4098"/>
                          <a:pt x="11143" y="4945"/>
                        </a:cubicBezTo>
                        <a:cubicBezTo>
                          <a:pt x="10760" y="5774"/>
                          <a:pt x="10333" y="6580"/>
                          <a:pt x="9864" y="7362"/>
                        </a:cubicBezTo>
                        <a:cubicBezTo>
                          <a:pt x="9635" y="7737"/>
                          <a:pt x="9395" y="8102"/>
                          <a:pt x="9154" y="8424"/>
                        </a:cubicBezTo>
                        <a:cubicBezTo>
                          <a:pt x="8954" y="8697"/>
                          <a:pt x="8727" y="8949"/>
                          <a:pt x="8477" y="9178"/>
                        </a:cubicBezTo>
                        <a:cubicBezTo>
                          <a:pt x="8384" y="9115"/>
                          <a:pt x="8291" y="9047"/>
                          <a:pt x="8204" y="8975"/>
                        </a:cubicBezTo>
                        <a:cubicBezTo>
                          <a:pt x="7550" y="8403"/>
                          <a:pt x="6948" y="7779"/>
                          <a:pt x="6402" y="7109"/>
                        </a:cubicBezTo>
                        <a:cubicBezTo>
                          <a:pt x="5211" y="5660"/>
                          <a:pt x="4119" y="4133"/>
                          <a:pt x="3131" y="2541"/>
                        </a:cubicBezTo>
                        <a:lnTo>
                          <a:pt x="2550" y="2914"/>
                        </a:lnTo>
                        <a:lnTo>
                          <a:pt x="80" y="4509"/>
                        </a:lnTo>
                        <a:lnTo>
                          <a:pt x="1" y="4560"/>
                        </a:lnTo>
                        <a:cubicBezTo>
                          <a:pt x="589" y="5410"/>
                          <a:pt x="1163" y="6208"/>
                          <a:pt x="1761" y="7021"/>
                        </a:cubicBezTo>
                        <a:cubicBezTo>
                          <a:pt x="2359" y="7833"/>
                          <a:pt x="2980" y="8627"/>
                          <a:pt x="3640" y="9421"/>
                        </a:cubicBezTo>
                        <a:cubicBezTo>
                          <a:pt x="4320" y="10263"/>
                          <a:pt x="5074" y="11045"/>
                          <a:pt x="5888" y="11760"/>
                        </a:cubicBezTo>
                        <a:cubicBezTo>
                          <a:pt x="6136" y="11965"/>
                          <a:pt x="6395" y="12154"/>
                          <a:pt x="6668" y="12325"/>
                        </a:cubicBezTo>
                        <a:cubicBezTo>
                          <a:pt x="7030" y="12565"/>
                          <a:pt x="7429" y="12747"/>
                          <a:pt x="7849" y="12866"/>
                        </a:cubicBezTo>
                        <a:cubicBezTo>
                          <a:pt x="8083" y="12927"/>
                          <a:pt x="8323" y="12957"/>
                          <a:pt x="8564" y="12957"/>
                        </a:cubicBezTo>
                        <a:cubicBezTo>
                          <a:pt x="8669" y="12957"/>
                          <a:pt x="8774" y="12950"/>
                          <a:pt x="8879" y="12939"/>
                        </a:cubicBezTo>
                        <a:cubicBezTo>
                          <a:pt x="8982" y="12927"/>
                          <a:pt x="9082" y="12911"/>
                          <a:pt x="9182" y="12885"/>
                        </a:cubicBezTo>
                        <a:lnTo>
                          <a:pt x="9381" y="12831"/>
                        </a:lnTo>
                        <a:cubicBezTo>
                          <a:pt x="9511" y="12792"/>
                          <a:pt x="9621" y="12747"/>
                          <a:pt x="9740" y="12701"/>
                        </a:cubicBezTo>
                        <a:cubicBezTo>
                          <a:pt x="10114" y="12533"/>
                          <a:pt x="10466" y="12315"/>
                          <a:pt x="10784" y="12056"/>
                        </a:cubicBezTo>
                        <a:cubicBezTo>
                          <a:pt x="11265" y="11655"/>
                          <a:pt x="11701" y="11204"/>
                          <a:pt x="12084" y="10707"/>
                        </a:cubicBezTo>
                        <a:cubicBezTo>
                          <a:pt x="12427" y="10275"/>
                          <a:pt x="12745" y="9827"/>
                          <a:pt x="13039" y="9362"/>
                        </a:cubicBezTo>
                        <a:lnTo>
                          <a:pt x="13107" y="9255"/>
                        </a:lnTo>
                        <a:cubicBezTo>
                          <a:pt x="13025" y="7847"/>
                          <a:pt x="12985" y="6435"/>
                          <a:pt x="12985" y="5022"/>
                        </a:cubicBezTo>
                        <a:cubicBezTo>
                          <a:pt x="12985" y="3370"/>
                          <a:pt x="13041" y="1717"/>
                          <a:pt x="13151" y="66"/>
                        </a:cubicBezTo>
                        <a:cubicBezTo>
                          <a:pt x="13153" y="45"/>
                          <a:pt x="13156" y="22"/>
                          <a:pt x="13158" y="1"/>
                        </a:cubicBezTo>
                        <a:close/>
                      </a:path>
                    </a:pathLst>
                  </a:custGeom>
                  <a:solidFill>
                    <a:srgbClr val="DBE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5"/>
                  <p:cNvSpPr/>
                  <p:nvPr/>
                </p:nvSpPr>
                <p:spPr>
                  <a:xfrm>
                    <a:off x="1543425" y="3254325"/>
                    <a:ext cx="490375" cy="1028050"/>
                  </a:xfrm>
                  <a:custGeom>
                    <a:avLst/>
                    <a:gdLst/>
                    <a:ahLst/>
                    <a:cxnLst/>
                    <a:rect l="l" t="t" r="r" b="b"/>
                    <a:pathLst>
                      <a:path w="19615" h="41122" extrusionOk="0">
                        <a:moveTo>
                          <a:pt x="12534" y="1"/>
                        </a:moveTo>
                        <a:cubicBezTo>
                          <a:pt x="12254" y="1"/>
                          <a:pt x="11974" y="13"/>
                          <a:pt x="11694" y="37"/>
                        </a:cubicBezTo>
                        <a:lnTo>
                          <a:pt x="11696" y="39"/>
                        </a:lnTo>
                        <a:cubicBezTo>
                          <a:pt x="10634" y="2019"/>
                          <a:pt x="6857" y="9564"/>
                          <a:pt x="6399" y="14221"/>
                        </a:cubicBezTo>
                        <a:cubicBezTo>
                          <a:pt x="4728" y="9977"/>
                          <a:pt x="5092" y="590"/>
                          <a:pt x="5092" y="590"/>
                        </a:cubicBezTo>
                        <a:lnTo>
                          <a:pt x="5092" y="590"/>
                        </a:lnTo>
                        <a:cubicBezTo>
                          <a:pt x="3901" y="704"/>
                          <a:pt x="2732" y="991"/>
                          <a:pt x="1620" y="1437"/>
                        </a:cubicBezTo>
                        <a:cubicBezTo>
                          <a:pt x="890" y="1739"/>
                          <a:pt x="390" y="2423"/>
                          <a:pt x="327" y="3209"/>
                        </a:cubicBezTo>
                        <a:cubicBezTo>
                          <a:pt x="0" y="8067"/>
                          <a:pt x="154" y="12944"/>
                          <a:pt x="785" y="17770"/>
                        </a:cubicBezTo>
                        <a:cubicBezTo>
                          <a:pt x="1959" y="26909"/>
                          <a:pt x="3049" y="41122"/>
                          <a:pt x="3049" y="41122"/>
                        </a:cubicBezTo>
                        <a:cubicBezTo>
                          <a:pt x="3049" y="41122"/>
                          <a:pt x="12399" y="40729"/>
                          <a:pt x="19615" y="39207"/>
                        </a:cubicBezTo>
                        <a:cubicBezTo>
                          <a:pt x="18735" y="32223"/>
                          <a:pt x="15723" y="20515"/>
                          <a:pt x="15695" y="17380"/>
                        </a:cubicBezTo>
                        <a:cubicBezTo>
                          <a:pt x="15662" y="13346"/>
                          <a:pt x="15753" y="5457"/>
                          <a:pt x="15882" y="2166"/>
                        </a:cubicBezTo>
                        <a:cubicBezTo>
                          <a:pt x="15926" y="1204"/>
                          <a:pt x="15263" y="354"/>
                          <a:pt x="14320" y="165"/>
                        </a:cubicBezTo>
                        <a:cubicBezTo>
                          <a:pt x="13730" y="55"/>
                          <a:pt x="13133" y="1"/>
                          <a:pt x="12534"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5"/>
                  <p:cNvSpPr/>
                  <p:nvPr/>
                </p:nvSpPr>
                <p:spPr>
                  <a:xfrm>
                    <a:off x="1835825" y="3254350"/>
                    <a:ext cx="61400" cy="3425"/>
                  </a:xfrm>
                  <a:custGeom>
                    <a:avLst/>
                    <a:gdLst/>
                    <a:ahLst/>
                    <a:cxnLst/>
                    <a:rect l="l" t="t" r="r" b="b"/>
                    <a:pathLst>
                      <a:path w="2456" h="137" extrusionOk="0">
                        <a:moveTo>
                          <a:pt x="843" y="1"/>
                        </a:moveTo>
                        <a:cubicBezTo>
                          <a:pt x="563" y="1"/>
                          <a:pt x="280" y="12"/>
                          <a:pt x="0" y="38"/>
                        </a:cubicBezTo>
                        <a:cubicBezTo>
                          <a:pt x="282" y="12"/>
                          <a:pt x="562" y="1"/>
                          <a:pt x="844" y="1"/>
                        </a:cubicBezTo>
                        <a:lnTo>
                          <a:pt x="844" y="1"/>
                        </a:lnTo>
                        <a:cubicBezTo>
                          <a:pt x="1383" y="1"/>
                          <a:pt x="1922" y="45"/>
                          <a:pt x="2456" y="136"/>
                        </a:cubicBezTo>
                        <a:cubicBezTo>
                          <a:pt x="1924" y="45"/>
                          <a:pt x="1384" y="1"/>
                          <a:pt x="845" y="1"/>
                        </a:cubicBezTo>
                        <a:cubicBezTo>
                          <a:pt x="845" y="1"/>
                          <a:pt x="844" y="1"/>
                          <a:pt x="844" y="1"/>
                        </a:cubicBezTo>
                        <a:lnTo>
                          <a:pt x="844" y="1"/>
                        </a:lnTo>
                        <a:cubicBezTo>
                          <a:pt x="844" y="1"/>
                          <a:pt x="843" y="1"/>
                          <a:pt x="843" y="1"/>
                        </a:cubicBezTo>
                        <a:close/>
                      </a:path>
                    </a:pathLst>
                  </a:custGeom>
                  <a:solidFill>
                    <a:srgbClr val="D7E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5"/>
                  <p:cNvSpPr/>
                  <p:nvPr/>
                </p:nvSpPr>
                <p:spPr>
                  <a:xfrm>
                    <a:off x="1901700" y="3258500"/>
                    <a:ext cx="38425" cy="40175"/>
                  </a:xfrm>
                  <a:custGeom>
                    <a:avLst/>
                    <a:gdLst/>
                    <a:ahLst/>
                    <a:cxnLst/>
                    <a:rect l="l" t="t" r="r" b="b"/>
                    <a:pathLst>
                      <a:path w="1537" h="1607" extrusionOk="0">
                        <a:moveTo>
                          <a:pt x="1" y="0"/>
                        </a:moveTo>
                        <a:cubicBezTo>
                          <a:pt x="792" y="164"/>
                          <a:pt x="1399" y="799"/>
                          <a:pt x="1530" y="1595"/>
                        </a:cubicBezTo>
                        <a:lnTo>
                          <a:pt x="1537" y="1607"/>
                        </a:lnTo>
                        <a:cubicBezTo>
                          <a:pt x="1422" y="827"/>
                          <a:pt x="843" y="196"/>
                          <a:pt x="78" y="17"/>
                        </a:cubicBezTo>
                        <a:cubicBezTo>
                          <a:pt x="52" y="10"/>
                          <a:pt x="26" y="5"/>
                          <a:pt x="1" y="0"/>
                        </a:cubicBezTo>
                        <a:close/>
                      </a:path>
                    </a:pathLst>
                  </a:custGeom>
                  <a:solidFill>
                    <a:srgbClr val="D7E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5"/>
                  <p:cNvSpPr/>
                  <p:nvPr/>
                </p:nvSpPr>
                <p:spPr>
                  <a:xfrm>
                    <a:off x="1935725" y="3674350"/>
                    <a:ext cx="150" cy="14550"/>
                  </a:xfrm>
                  <a:custGeom>
                    <a:avLst/>
                    <a:gdLst/>
                    <a:ahLst/>
                    <a:cxnLst/>
                    <a:rect l="l" t="t" r="r" b="b"/>
                    <a:pathLst>
                      <a:path w="6" h="582" extrusionOk="0">
                        <a:moveTo>
                          <a:pt x="1" y="0"/>
                        </a:moveTo>
                        <a:cubicBezTo>
                          <a:pt x="1" y="201"/>
                          <a:pt x="1" y="394"/>
                          <a:pt x="5" y="581"/>
                        </a:cubicBezTo>
                        <a:cubicBezTo>
                          <a:pt x="3" y="394"/>
                          <a:pt x="1" y="201"/>
                          <a:pt x="1" y="0"/>
                        </a:cubicBezTo>
                        <a:close/>
                      </a:path>
                    </a:pathLst>
                  </a:custGeom>
                  <a:solidFill>
                    <a:srgbClr val="DCE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5"/>
                  <p:cNvSpPr/>
                  <p:nvPr/>
                </p:nvSpPr>
                <p:spPr>
                  <a:xfrm>
                    <a:off x="1547450" y="3254350"/>
                    <a:ext cx="486300" cy="1028075"/>
                  </a:xfrm>
                  <a:custGeom>
                    <a:avLst/>
                    <a:gdLst/>
                    <a:ahLst/>
                    <a:cxnLst/>
                    <a:rect l="l" t="t" r="r" b="b"/>
                    <a:pathLst>
                      <a:path w="19452" h="41123" extrusionOk="0">
                        <a:moveTo>
                          <a:pt x="12378" y="1"/>
                        </a:moveTo>
                        <a:cubicBezTo>
                          <a:pt x="12098" y="1"/>
                          <a:pt x="11815" y="12"/>
                          <a:pt x="11535" y="38"/>
                        </a:cubicBezTo>
                        <a:cubicBezTo>
                          <a:pt x="11467" y="164"/>
                          <a:pt x="11388" y="311"/>
                          <a:pt x="11302" y="479"/>
                        </a:cubicBezTo>
                        <a:cubicBezTo>
                          <a:pt x="10888" y="1273"/>
                          <a:pt x="10265" y="2520"/>
                          <a:pt x="9595" y="3988"/>
                        </a:cubicBezTo>
                        <a:cubicBezTo>
                          <a:pt x="8722" y="5902"/>
                          <a:pt x="7769" y="8197"/>
                          <a:pt x="7095" y="10368"/>
                        </a:cubicBezTo>
                        <a:cubicBezTo>
                          <a:pt x="6668" y="11743"/>
                          <a:pt x="6350" y="13069"/>
                          <a:pt x="6238" y="14220"/>
                        </a:cubicBezTo>
                        <a:cubicBezTo>
                          <a:pt x="5678" y="12798"/>
                          <a:pt x="5346" y="10795"/>
                          <a:pt x="5152" y="8762"/>
                        </a:cubicBezTo>
                        <a:cubicBezTo>
                          <a:pt x="4945" y="6577"/>
                          <a:pt x="4898" y="4355"/>
                          <a:pt x="4898" y="2781"/>
                        </a:cubicBezTo>
                        <a:cubicBezTo>
                          <a:pt x="4898" y="1457"/>
                          <a:pt x="4931" y="591"/>
                          <a:pt x="4931" y="589"/>
                        </a:cubicBezTo>
                        <a:lnTo>
                          <a:pt x="4931" y="589"/>
                        </a:lnTo>
                        <a:cubicBezTo>
                          <a:pt x="3740" y="706"/>
                          <a:pt x="2571" y="993"/>
                          <a:pt x="1459" y="1439"/>
                        </a:cubicBezTo>
                        <a:cubicBezTo>
                          <a:pt x="729" y="1740"/>
                          <a:pt x="229" y="2424"/>
                          <a:pt x="166" y="3211"/>
                        </a:cubicBezTo>
                        <a:cubicBezTo>
                          <a:pt x="54" y="4861"/>
                          <a:pt x="0" y="6514"/>
                          <a:pt x="0" y="8167"/>
                        </a:cubicBezTo>
                        <a:cubicBezTo>
                          <a:pt x="0" y="11379"/>
                          <a:pt x="208" y="14587"/>
                          <a:pt x="624" y="17771"/>
                        </a:cubicBezTo>
                        <a:cubicBezTo>
                          <a:pt x="1798" y="26911"/>
                          <a:pt x="2888" y="41123"/>
                          <a:pt x="2888" y="41123"/>
                        </a:cubicBezTo>
                        <a:cubicBezTo>
                          <a:pt x="2888" y="41123"/>
                          <a:pt x="12238" y="40731"/>
                          <a:pt x="19451" y="39209"/>
                        </a:cubicBezTo>
                        <a:cubicBezTo>
                          <a:pt x="19136" y="36706"/>
                          <a:pt x="18548" y="33597"/>
                          <a:pt x="17922" y="30494"/>
                        </a:cubicBezTo>
                        <a:cubicBezTo>
                          <a:pt x="17565" y="28736"/>
                          <a:pt x="17199" y="26981"/>
                          <a:pt x="16862" y="25337"/>
                        </a:cubicBezTo>
                        <a:cubicBezTo>
                          <a:pt x="16132" y="21784"/>
                          <a:pt x="15546" y="18756"/>
                          <a:pt x="15534" y="17381"/>
                        </a:cubicBezTo>
                        <a:cubicBezTo>
                          <a:pt x="15532" y="17197"/>
                          <a:pt x="15532" y="17003"/>
                          <a:pt x="15529" y="16800"/>
                        </a:cubicBezTo>
                        <a:cubicBezTo>
                          <a:pt x="15277" y="16912"/>
                          <a:pt x="15023" y="17022"/>
                          <a:pt x="14768" y="17127"/>
                        </a:cubicBezTo>
                        <a:cubicBezTo>
                          <a:pt x="13870" y="17509"/>
                          <a:pt x="12973" y="17855"/>
                          <a:pt x="12072" y="18184"/>
                        </a:cubicBezTo>
                        <a:cubicBezTo>
                          <a:pt x="11171" y="18513"/>
                          <a:pt x="10284" y="18831"/>
                          <a:pt x="9343" y="19144"/>
                        </a:cubicBezTo>
                        <a:lnTo>
                          <a:pt x="9130" y="18434"/>
                        </a:lnTo>
                        <a:cubicBezTo>
                          <a:pt x="8416" y="18810"/>
                          <a:pt x="7459" y="18887"/>
                          <a:pt x="7459" y="18887"/>
                        </a:cubicBezTo>
                        <a:lnTo>
                          <a:pt x="6212" y="19197"/>
                        </a:lnTo>
                        <a:cubicBezTo>
                          <a:pt x="6140" y="19216"/>
                          <a:pt x="6065" y="19225"/>
                          <a:pt x="5991" y="19225"/>
                        </a:cubicBezTo>
                        <a:cubicBezTo>
                          <a:pt x="5638" y="19225"/>
                          <a:pt x="5318" y="19022"/>
                          <a:pt x="5164" y="18705"/>
                        </a:cubicBezTo>
                        <a:lnTo>
                          <a:pt x="4711" y="17727"/>
                        </a:lnTo>
                        <a:cubicBezTo>
                          <a:pt x="4707" y="17717"/>
                          <a:pt x="4704" y="17708"/>
                          <a:pt x="4700" y="17699"/>
                        </a:cubicBezTo>
                        <a:cubicBezTo>
                          <a:pt x="4527" y="17262"/>
                          <a:pt x="4739" y="16769"/>
                          <a:pt x="5176" y="16597"/>
                        </a:cubicBezTo>
                        <a:lnTo>
                          <a:pt x="6308" y="16144"/>
                        </a:lnTo>
                        <a:cubicBezTo>
                          <a:pt x="6530" y="16053"/>
                          <a:pt x="6770" y="16006"/>
                          <a:pt x="7011" y="16006"/>
                        </a:cubicBezTo>
                        <a:lnTo>
                          <a:pt x="7074" y="16006"/>
                        </a:lnTo>
                        <a:lnTo>
                          <a:pt x="8411" y="16057"/>
                        </a:lnTo>
                        <a:lnTo>
                          <a:pt x="8257" y="15548"/>
                        </a:lnTo>
                        <a:cubicBezTo>
                          <a:pt x="9112" y="15315"/>
                          <a:pt x="9985" y="15026"/>
                          <a:pt x="10839" y="14736"/>
                        </a:cubicBezTo>
                        <a:cubicBezTo>
                          <a:pt x="11691" y="14444"/>
                          <a:pt x="12551" y="14120"/>
                          <a:pt x="13361" y="13779"/>
                        </a:cubicBezTo>
                        <a:cubicBezTo>
                          <a:pt x="14105" y="13473"/>
                          <a:pt x="14831" y="13125"/>
                          <a:pt x="15536" y="12740"/>
                        </a:cubicBezTo>
                        <a:cubicBezTo>
                          <a:pt x="15543" y="11608"/>
                          <a:pt x="15555" y="10424"/>
                          <a:pt x="15569" y="9264"/>
                        </a:cubicBezTo>
                        <a:cubicBezTo>
                          <a:pt x="15364" y="8855"/>
                          <a:pt x="15144" y="8456"/>
                          <a:pt x="14911" y="8062"/>
                        </a:cubicBezTo>
                        <a:cubicBezTo>
                          <a:pt x="14467" y="7296"/>
                          <a:pt x="13993" y="6533"/>
                          <a:pt x="13484" y="5779"/>
                        </a:cubicBezTo>
                        <a:cubicBezTo>
                          <a:pt x="12975" y="5025"/>
                          <a:pt x="12457" y="4275"/>
                          <a:pt x="11934" y="3589"/>
                        </a:cubicBezTo>
                        <a:lnTo>
                          <a:pt x="15324" y="1175"/>
                        </a:lnTo>
                        <a:cubicBezTo>
                          <a:pt x="15452" y="1376"/>
                          <a:pt x="15576" y="1569"/>
                          <a:pt x="15697" y="1761"/>
                        </a:cubicBezTo>
                        <a:cubicBezTo>
                          <a:pt x="15567" y="965"/>
                          <a:pt x="14960" y="332"/>
                          <a:pt x="14171" y="166"/>
                        </a:cubicBezTo>
                        <a:cubicBezTo>
                          <a:pt x="14110" y="157"/>
                          <a:pt x="14049" y="145"/>
                          <a:pt x="13989" y="136"/>
                        </a:cubicBezTo>
                        <a:cubicBezTo>
                          <a:pt x="13456" y="47"/>
                          <a:pt x="12917" y="1"/>
                          <a:pt x="12378" y="1"/>
                        </a:cubicBezTo>
                        <a:close/>
                      </a:path>
                    </a:pathLst>
                  </a:custGeom>
                  <a:solidFill>
                    <a:srgbClr val="DBE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5"/>
                  <p:cNvSpPr/>
                  <p:nvPr/>
                </p:nvSpPr>
                <p:spPr>
                  <a:xfrm>
                    <a:off x="1705325" y="3651150"/>
                    <a:ext cx="79025" cy="592250"/>
                  </a:xfrm>
                  <a:custGeom>
                    <a:avLst/>
                    <a:gdLst/>
                    <a:ahLst/>
                    <a:cxnLst/>
                    <a:rect l="l" t="t" r="r" b="b"/>
                    <a:pathLst>
                      <a:path w="3161" h="23690" extrusionOk="0">
                        <a:moveTo>
                          <a:pt x="0" y="1"/>
                        </a:moveTo>
                        <a:cubicBezTo>
                          <a:pt x="105" y="1581"/>
                          <a:pt x="1391" y="14729"/>
                          <a:pt x="3016" y="23689"/>
                        </a:cubicBezTo>
                        <a:lnTo>
                          <a:pt x="3161" y="23673"/>
                        </a:lnTo>
                        <a:cubicBezTo>
                          <a:pt x="1541" y="14713"/>
                          <a:pt x="250" y="1581"/>
                          <a:pt x="1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5"/>
                  <p:cNvSpPr/>
                  <p:nvPr/>
                </p:nvSpPr>
                <p:spPr>
                  <a:xfrm>
                    <a:off x="1451000" y="3481375"/>
                    <a:ext cx="324675" cy="367850"/>
                  </a:xfrm>
                  <a:custGeom>
                    <a:avLst/>
                    <a:gdLst/>
                    <a:ahLst/>
                    <a:cxnLst/>
                    <a:rect l="l" t="t" r="r" b="b"/>
                    <a:pathLst>
                      <a:path w="12987" h="14714" extrusionOk="0">
                        <a:moveTo>
                          <a:pt x="556" y="1"/>
                        </a:moveTo>
                        <a:cubicBezTo>
                          <a:pt x="236" y="1"/>
                          <a:pt x="1" y="308"/>
                          <a:pt x="90" y="620"/>
                        </a:cubicBezTo>
                        <a:lnTo>
                          <a:pt x="2990" y="14097"/>
                        </a:lnTo>
                        <a:cubicBezTo>
                          <a:pt x="3076" y="14447"/>
                          <a:pt x="3382" y="14697"/>
                          <a:pt x="3741" y="14713"/>
                        </a:cubicBezTo>
                        <a:lnTo>
                          <a:pt x="12412" y="14713"/>
                        </a:lnTo>
                        <a:cubicBezTo>
                          <a:pt x="12419" y="14713"/>
                          <a:pt x="12426" y="14713"/>
                          <a:pt x="12433" y="14713"/>
                        </a:cubicBezTo>
                        <a:cubicBezTo>
                          <a:pt x="12752" y="14713"/>
                          <a:pt x="12986" y="14407"/>
                          <a:pt x="12895" y="14097"/>
                        </a:cubicBezTo>
                        <a:lnTo>
                          <a:pt x="9998" y="620"/>
                        </a:lnTo>
                        <a:cubicBezTo>
                          <a:pt x="9912" y="267"/>
                          <a:pt x="9603" y="17"/>
                          <a:pt x="9244" y="1"/>
                        </a:cubicBezTo>
                        <a:lnTo>
                          <a:pt x="574" y="1"/>
                        </a:lnTo>
                        <a:cubicBezTo>
                          <a:pt x="568" y="1"/>
                          <a:pt x="562" y="1"/>
                          <a:pt x="5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5"/>
                  <p:cNvSpPr/>
                  <p:nvPr/>
                </p:nvSpPr>
                <p:spPr>
                  <a:xfrm>
                    <a:off x="1438575" y="3474325"/>
                    <a:ext cx="330975" cy="374900"/>
                  </a:xfrm>
                  <a:custGeom>
                    <a:avLst/>
                    <a:gdLst/>
                    <a:ahLst/>
                    <a:cxnLst/>
                    <a:rect l="l" t="t" r="r" b="b"/>
                    <a:pathLst>
                      <a:path w="13239" h="14996" extrusionOk="0">
                        <a:moveTo>
                          <a:pt x="569" y="0"/>
                        </a:moveTo>
                        <a:cubicBezTo>
                          <a:pt x="242" y="0"/>
                          <a:pt x="1" y="312"/>
                          <a:pt x="90" y="631"/>
                        </a:cubicBezTo>
                        <a:lnTo>
                          <a:pt x="3048" y="14365"/>
                        </a:lnTo>
                        <a:cubicBezTo>
                          <a:pt x="3134" y="14722"/>
                          <a:pt x="3447" y="14979"/>
                          <a:pt x="3814" y="14995"/>
                        </a:cubicBezTo>
                        <a:lnTo>
                          <a:pt x="12654" y="14995"/>
                        </a:lnTo>
                        <a:cubicBezTo>
                          <a:pt x="12662" y="14995"/>
                          <a:pt x="12669" y="14995"/>
                          <a:pt x="12676" y="14995"/>
                        </a:cubicBezTo>
                        <a:cubicBezTo>
                          <a:pt x="13001" y="14995"/>
                          <a:pt x="13238" y="14682"/>
                          <a:pt x="13147" y="14365"/>
                        </a:cubicBezTo>
                        <a:lnTo>
                          <a:pt x="10191" y="631"/>
                        </a:lnTo>
                        <a:cubicBezTo>
                          <a:pt x="10105" y="274"/>
                          <a:pt x="9792" y="17"/>
                          <a:pt x="9426" y="0"/>
                        </a:cubicBezTo>
                        <a:lnTo>
                          <a:pt x="587" y="0"/>
                        </a:lnTo>
                        <a:cubicBezTo>
                          <a:pt x="581" y="0"/>
                          <a:pt x="575" y="0"/>
                          <a:pt x="5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5"/>
                  <p:cNvSpPr/>
                  <p:nvPr/>
                </p:nvSpPr>
                <p:spPr>
                  <a:xfrm>
                    <a:off x="1660675" y="3654450"/>
                    <a:ext cx="134025" cy="80500"/>
                  </a:xfrm>
                  <a:custGeom>
                    <a:avLst/>
                    <a:gdLst/>
                    <a:ahLst/>
                    <a:cxnLst/>
                    <a:rect l="l" t="t" r="r" b="b"/>
                    <a:pathLst>
                      <a:path w="5361" h="3220" extrusionOk="0">
                        <a:moveTo>
                          <a:pt x="2482" y="1"/>
                        </a:moveTo>
                        <a:cubicBezTo>
                          <a:pt x="2242" y="1"/>
                          <a:pt x="2004" y="48"/>
                          <a:pt x="1779" y="137"/>
                        </a:cubicBezTo>
                        <a:lnTo>
                          <a:pt x="649" y="590"/>
                        </a:lnTo>
                        <a:cubicBezTo>
                          <a:pt x="213" y="763"/>
                          <a:pt x="0" y="1256"/>
                          <a:pt x="173" y="1692"/>
                        </a:cubicBezTo>
                        <a:cubicBezTo>
                          <a:pt x="175" y="1702"/>
                          <a:pt x="180" y="1711"/>
                          <a:pt x="185" y="1720"/>
                        </a:cubicBezTo>
                        <a:lnTo>
                          <a:pt x="637" y="2701"/>
                        </a:lnTo>
                        <a:cubicBezTo>
                          <a:pt x="792" y="3023"/>
                          <a:pt x="1119" y="3220"/>
                          <a:pt x="1465" y="3220"/>
                        </a:cubicBezTo>
                        <a:cubicBezTo>
                          <a:pt x="1538" y="3220"/>
                          <a:pt x="1611" y="3211"/>
                          <a:pt x="1683" y="3193"/>
                        </a:cubicBezTo>
                        <a:lnTo>
                          <a:pt x="2932" y="2880"/>
                        </a:lnTo>
                        <a:cubicBezTo>
                          <a:pt x="2932" y="2880"/>
                          <a:pt x="5274" y="2694"/>
                          <a:pt x="5360" y="1466"/>
                        </a:cubicBezTo>
                        <a:lnTo>
                          <a:pt x="4728" y="84"/>
                        </a:lnTo>
                        <a:lnTo>
                          <a:pt x="2547" y="2"/>
                        </a:lnTo>
                        <a:cubicBezTo>
                          <a:pt x="2525" y="1"/>
                          <a:pt x="2503" y="1"/>
                          <a:pt x="2482" y="1"/>
                        </a:cubicBezTo>
                        <a:close/>
                      </a:path>
                    </a:pathLst>
                  </a:custGeom>
                  <a:solidFill>
                    <a:srgbClr val="FFB5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5"/>
                  <p:cNvSpPr/>
                  <p:nvPr/>
                </p:nvSpPr>
                <p:spPr>
                  <a:xfrm>
                    <a:off x="1753875" y="3283700"/>
                    <a:ext cx="302400" cy="449250"/>
                  </a:xfrm>
                  <a:custGeom>
                    <a:avLst/>
                    <a:gdLst/>
                    <a:ahLst/>
                    <a:cxnLst/>
                    <a:rect l="l" t="t" r="r" b="b"/>
                    <a:pathLst>
                      <a:path w="12096" h="17970" extrusionOk="0">
                        <a:moveTo>
                          <a:pt x="8533" y="10686"/>
                        </a:moveTo>
                        <a:cubicBezTo>
                          <a:pt x="8525" y="10696"/>
                          <a:pt x="8517" y="10705"/>
                          <a:pt x="8509" y="10715"/>
                        </a:cubicBezTo>
                        <a:lnTo>
                          <a:pt x="8509" y="10715"/>
                        </a:lnTo>
                        <a:cubicBezTo>
                          <a:pt x="8517" y="10705"/>
                          <a:pt x="8524" y="10695"/>
                          <a:pt x="8533" y="10686"/>
                        </a:cubicBezTo>
                        <a:close/>
                        <a:moveTo>
                          <a:pt x="7069" y="1"/>
                        </a:moveTo>
                        <a:lnTo>
                          <a:pt x="7067" y="3"/>
                        </a:lnTo>
                        <a:lnTo>
                          <a:pt x="3677" y="2417"/>
                        </a:lnTo>
                        <a:cubicBezTo>
                          <a:pt x="4200" y="3101"/>
                          <a:pt x="4718" y="3853"/>
                          <a:pt x="5227" y="4605"/>
                        </a:cubicBezTo>
                        <a:cubicBezTo>
                          <a:pt x="5734" y="5359"/>
                          <a:pt x="6208" y="6124"/>
                          <a:pt x="6654" y="6888"/>
                        </a:cubicBezTo>
                        <a:cubicBezTo>
                          <a:pt x="7093" y="7632"/>
                          <a:pt x="7485" y="8400"/>
                          <a:pt x="7835" y="9192"/>
                        </a:cubicBezTo>
                        <a:cubicBezTo>
                          <a:pt x="7991" y="9549"/>
                          <a:pt x="8127" y="9916"/>
                          <a:pt x="8239" y="10289"/>
                        </a:cubicBezTo>
                        <a:cubicBezTo>
                          <a:pt x="8300" y="10473"/>
                          <a:pt x="8344" y="10661"/>
                          <a:pt x="8372" y="10851"/>
                        </a:cubicBezTo>
                        <a:lnTo>
                          <a:pt x="8372" y="10851"/>
                        </a:lnTo>
                        <a:cubicBezTo>
                          <a:pt x="8359" y="10862"/>
                          <a:pt x="8346" y="10872"/>
                          <a:pt x="8332" y="10882"/>
                        </a:cubicBezTo>
                        <a:cubicBezTo>
                          <a:pt x="8047" y="11108"/>
                          <a:pt x="7746" y="11309"/>
                          <a:pt x="7429" y="11484"/>
                        </a:cubicBezTo>
                        <a:cubicBezTo>
                          <a:pt x="6677" y="11902"/>
                          <a:pt x="5902" y="12278"/>
                          <a:pt x="5106" y="12607"/>
                        </a:cubicBezTo>
                        <a:cubicBezTo>
                          <a:pt x="4296" y="12946"/>
                          <a:pt x="3437" y="13270"/>
                          <a:pt x="2582" y="13562"/>
                        </a:cubicBezTo>
                        <a:cubicBezTo>
                          <a:pt x="1730" y="13854"/>
                          <a:pt x="857" y="14141"/>
                          <a:pt x="0" y="14374"/>
                        </a:cubicBezTo>
                        <a:lnTo>
                          <a:pt x="1088" y="17970"/>
                        </a:lnTo>
                        <a:cubicBezTo>
                          <a:pt x="2027" y="17657"/>
                          <a:pt x="2914" y="17342"/>
                          <a:pt x="3815" y="17012"/>
                        </a:cubicBezTo>
                        <a:cubicBezTo>
                          <a:pt x="4718" y="16683"/>
                          <a:pt x="5613" y="16335"/>
                          <a:pt x="6511" y="15953"/>
                        </a:cubicBezTo>
                        <a:cubicBezTo>
                          <a:pt x="7440" y="15572"/>
                          <a:pt x="8349" y="15140"/>
                          <a:pt x="9229" y="14657"/>
                        </a:cubicBezTo>
                        <a:cubicBezTo>
                          <a:pt x="9731" y="14384"/>
                          <a:pt x="10207" y="14066"/>
                          <a:pt x="10655" y="13714"/>
                        </a:cubicBezTo>
                        <a:cubicBezTo>
                          <a:pt x="10947" y="13480"/>
                          <a:pt x="11213" y="13217"/>
                          <a:pt x="11446" y="12925"/>
                        </a:cubicBezTo>
                        <a:cubicBezTo>
                          <a:pt x="11615" y="12715"/>
                          <a:pt x="11755" y="12481"/>
                          <a:pt x="11862" y="12236"/>
                        </a:cubicBezTo>
                        <a:cubicBezTo>
                          <a:pt x="11897" y="12159"/>
                          <a:pt x="11930" y="12080"/>
                          <a:pt x="11953" y="11998"/>
                        </a:cubicBezTo>
                        <a:cubicBezTo>
                          <a:pt x="11983" y="11895"/>
                          <a:pt x="12009" y="11816"/>
                          <a:pt x="12028" y="11713"/>
                        </a:cubicBezTo>
                        <a:cubicBezTo>
                          <a:pt x="12046" y="11608"/>
                          <a:pt x="12077" y="11508"/>
                          <a:pt x="12077" y="11405"/>
                        </a:cubicBezTo>
                        <a:lnTo>
                          <a:pt x="12077" y="11347"/>
                        </a:lnTo>
                        <a:lnTo>
                          <a:pt x="12077" y="11235"/>
                        </a:lnTo>
                        <a:cubicBezTo>
                          <a:pt x="12095" y="10572"/>
                          <a:pt x="12009" y="9911"/>
                          <a:pt x="11825" y="9274"/>
                        </a:cubicBezTo>
                        <a:cubicBezTo>
                          <a:pt x="11682" y="8753"/>
                          <a:pt x="11509" y="8239"/>
                          <a:pt x="11306" y="7737"/>
                        </a:cubicBezTo>
                        <a:cubicBezTo>
                          <a:pt x="10917" y="6778"/>
                          <a:pt x="10485" y="5882"/>
                          <a:pt x="10032" y="5015"/>
                        </a:cubicBezTo>
                        <a:cubicBezTo>
                          <a:pt x="9577" y="4147"/>
                          <a:pt x="9093" y="3316"/>
                          <a:pt x="8603" y="2478"/>
                        </a:cubicBezTo>
                        <a:cubicBezTo>
                          <a:pt x="8113" y="1640"/>
                          <a:pt x="7613" y="858"/>
                          <a:pt x="7069"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5"/>
                  <p:cNvSpPr/>
                  <p:nvPr/>
                </p:nvSpPr>
                <p:spPr>
                  <a:xfrm>
                    <a:off x="1753925" y="3283650"/>
                    <a:ext cx="301950" cy="449300"/>
                  </a:xfrm>
                  <a:custGeom>
                    <a:avLst/>
                    <a:gdLst/>
                    <a:ahLst/>
                    <a:cxnLst/>
                    <a:rect l="l" t="t" r="r" b="b"/>
                    <a:pathLst>
                      <a:path w="12078" h="17972" extrusionOk="0">
                        <a:moveTo>
                          <a:pt x="7067" y="1"/>
                        </a:moveTo>
                        <a:lnTo>
                          <a:pt x="7067" y="3"/>
                        </a:lnTo>
                        <a:lnTo>
                          <a:pt x="3678" y="2417"/>
                        </a:lnTo>
                        <a:cubicBezTo>
                          <a:pt x="4200" y="3103"/>
                          <a:pt x="4719" y="3853"/>
                          <a:pt x="5228" y="4607"/>
                        </a:cubicBezTo>
                        <a:cubicBezTo>
                          <a:pt x="5734" y="5358"/>
                          <a:pt x="6208" y="6124"/>
                          <a:pt x="6654" y="6887"/>
                        </a:cubicBezTo>
                        <a:cubicBezTo>
                          <a:pt x="7093" y="7632"/>
                          <a:pt x="7487" y="8402"/>
                          <a:pt x="7835" y="9192"/>
                        </a:cubicBezTo>
                        <a:cubicBezTo>
                          <a:pt x="7992" y="9549"/>
                          <a:pt x="8127" y="9915"/>
                          <a:pt x="8242" y="10289"/>
                        </a:cubicBezTo>
                        <a:cubicBezTo>
                          <a:pt x="8300" y="10473"/>
                          <a:pt x="8344" y="10660"/>
                          <a:pt x="8372" y="10851"/>
                        </a:cubicBezTo>
                        <a:cubicBezTo>
                          <a:pt x="8358" y="10863"/>
                          <a:pt x="8347" y="10872"/>
                          <a:pt x="8333" y="10884"/>
                        </a:cubicBezTo>
                        <a:cubicBezTo>
                          <a:pt x="8048" y="11108"/>
                          <a:pt x="7744" y="11309"/>
                          <a:pt x="7427" y="11486"/>
                        </a:cubicBezTo>
                        <a:cubicBezTo>
                          <a:pt x="7378" y="11512"/>
                          <a:pt x="7329" y="11540"/>
                          <a:pt x="7280" y="11568"/>
                        </a:cubicBezTo>
                        <a:cubicBezTo>
                          <a:pt x="6575" y="11953"/>
                          <a:pt x="5849" y="12299"/>
                          <a:pt x="5104" y="12607"/>
                        </a:cubicBezTo>
                        <a:cubicBezTo>
                          <a:pt x="4294" y="12945"/>
                          <a:pt x="3435" y="13272"/>
                          <a:pt x="2583" y="13562"/>
                        </a:cubicBezTo>
                        <a:cubicBezTo>
                          <a:pt x="1728" y="13854"/>
                          <a:pt x="855" y="14143"/>
                          <a:pt x="1" y="14376"/>
                        </a:cubicBezTo>
                        <a:lnTo>
                          <a:pt x="1086" y="17972"/>
                        </a:lnTo>
                        <a:cubicBezTo>
                          <a:pt x="2025" y="17656"/>
                          <a:pt x="2914" y="17341"/>
                          <a:pt x="3815" y="17012"/>
                        </a:cubicBezTo>
                        <a:cubicBezTo>
                          <a:pt x="4716" y="16685"/>
                          <a:pt x="5613" y="16335"/>
                          <a:pt x="6512" y="15955"/>
                        </a:cubicBezTo>
                        <a:cubicBezTo>
                          <a:pt x="7441" y="15572"/>
                          <a:pt x="8347" y="15140"/>
                          <a:pt x="9227" y="14659"/>
                        </a:cubicBezTo>
                        <a:cubicBezTo>
                          <a:pt x="9729" y="14383"/>
                          <a:pt x="10205" y="14068"/>
                          <a:pt x="10655" y="13713"/>
                        </a:cubicBezTo>
                        <a:cubicBezTo>
                          <a:pt x="10947" y="13482"/>
                          <a:pt x="11211" y="13216"/>
                          <a:pt x="11444" y="12927"/>
                        </a:cubicBezTo>
                        <a:cubicBezTo>
                          <a:pt x="11613" y="12714"/>
                          <a:pt x="11753" y="12483"/>
                          <a:pt x="11862" y="12236"/>
                        </a:cubicBezTo>
                        <a:cubicBezTo>
                          <a:pt x="11897" y="12159"/>
                          <a:pt x="11928" y="12079"/>
                          <a:pt x="11953" y="11998"/>
                        </a:cubicBezTo>
                        <a:cubicBezTo>
                          <a:pt x="11981" y="11897"/>
                          <a:pt x="12007" y="11816"/>
                          <a:pt x="12026" y="11713"/>
                        </a:cubicBezTo>
                        <a:cubicBezTo>
                          <a:pt x="12047" y="11610"/>
                          <a:pt x="12075" y="11510"/>
                          <a:pt x="12075" y="11405"/>
                        </a:cubicBezTo>
                        <a:lnTo>
                          <a:pt x="12075" y="11377"/>
                        </a:lnTo>
                        <a:lnTo>
                          <a:pt x="12075" y="11346"/>
                        </a:lnTo>
                        <a:lnTo>
                          <a:pt x="12075" y="11237"/>
                        </a:lnTo>
                        <a:cubicBezTo>
                          <a:pt x="12075" y="11178"/>
                          <a:pt x="12077" y="11122"/>
                          <a:pt x="12077" y="11064"/>
                        </a:cubicBezTo>
                        <a:cubicBezTo>
                          <a:pt x="12077" y="10459"/>
                          <a:pt x="11993" y="9857"/>
                          <a:pt x="11825" y="9276"/>
                        </a:cubicBezTo>
                        <a:cubicBezTo>
                          <a:pt x="11748" y="8998"/>
                          <a:pt x="11664" y="8722"/>
                          <a:pt x="11571" y="8451"/>
                        </a:cubicBezTo>
                        <a:cubicBezTo>
                          <a:pt x="11489" y="8211"/>
                          <a:pt x="11400" y="7973"/>
                          <a:pt x="11304" y="7737"/>
                        </a:cubicBezTo>
                        <a:cubicBezTo>
                          <a:pt x="10915" y="6778"/>
                          <a:pt x="10483" y="5884"/>
                          <a:pt x="10030" y="5015"/>
                        </a:cubicBezTo>
                        <a:cubicBezTo>
                          <a:pt x="9577" y="4147"/>
                          <a:pt x="9094" y="3318"/>
                          <a:pt x="8603" y="2477"/>
                        </a:cubicBezTo>
                        <a:cubicBezTo>
                          <a:pt x="8589" y="2456"/>
                          <a:pt x="8578" y="2435"/>
                          <a:pt x="8566" y="2414"/>
                        </a:cubicBezTo>
                        <a:cubicBezTo>
                          <a:pt x="8087" y="1600"/>
                          <a:pt x="7600" y="836"/>
                          <a:pt x="7067" y="1"/>
                        </a:cubicBezTo>
                        <a:close/>
                      </a:path>
                    </a:pathLst>
                  </a:custGeom>
                  <a:solidFill>
                    <a:srgbClr val="DBE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5"/>
                  <p:cNvSpPr/>
                  <p:nvPr/>
                </p:nvSpPr>
                <p:spPr>
                  <a:xfrm>
                    <a:off x="1753875" y="3307300"/>
                    <a:ext cx="151600" cy="223775"/>
                  </a:xfrm>
                  <a:custGeom>
                    <a:avLst/>
                    <a:gdLst/>
                    <a:ahLst/>
                    <a:cxnLst/>
                    <a:rect l="l" t="t" r="r" b="b"/>
                    <a:pathLst>
                      <a:path w="6064" h="8951" extrusionOk="0">
                        <a:moveTo>
                          <a:pt x="3248" y="1"/>
                        </a:moveTo>
                        <a:cubicBezTo>
                          <a:pt x="2472" y="1"/>
                          <a:pt x="1784" y="513"/>
                          <a:pt x="1567" y="1265"/>
                        </a:cubicBezTo>
                        <a:lnTo>
                          <a:pt x="306" y="5678"/>
                        </a:lnTo>
                        <a:cubicBezTo>
                          <a:pt x="0" y="6723"/>
                          <a:pt x="376" y="7851"/>
                          <a:pt x="1247" y="8507"/>
                        </a:cubicBezTo>
                        <a:lnTo>
                          <a:pt x="1644" y="8822"/>
                        </a:lnTo>
                        <a:cubicBezTo>
                          <a:pt x="1663" y="8838"/>
                          <a:pt x="1686" y="8845"/>
                          <a:pt x="1710" y="8845"/>
                        </a:cubicBezTo>
                        <a:cubicBezTo>
                          <a:pt x="1743" y="8845"/>
                          <a:pt x="1776" y="8830"/>
                          <a:pt x="1798" y="8801"/>
                        </a:cubicBezTo>
                        <a:cubicBezTo>
                          <a:pt x="1835" y="8752"/>
                          <a:pt x="1828" y="8680"/>
                          <a:pt x="1777" y="8642"/>
                        </a:cubicBezTo>
                        <a:lnTo>
                          <a:pt x="1359" y="8325"/>
                        </a:lnTo>
                        <a:cubicBezTo>
                          <a:pt x="568" y="7723"/>
                          <a:pt x="229" y="6693"/>
                          <a:pt x="512" y="5741"/>
                        </a:cubicBezTo>
                        <a:lnTo>
                          <a:pt x="1770" y="1328"/>
                        </a:lnTo>
                        <a:cubicBezTo>
                          <a:pt x="1955" y="670"/>
                          <a:pt x="2555" y="220"/>
                          <a:pt x="3233" y="220"/>
                        </a:cubicBezTo>
                        <a:cubicBezTo>
                          <a:pt x="3255" y="220"/>
                          <a:pt x="3277" y="221"/>
                          <a:pt x="3299" y="222"/>
                        </a:cubicBezTo>
                        <a:cubicBezTo>
                          <a:pt x="4004" y="252"/>
                          <a:pt x="4595" y="761"/>
                          <a:pt x="4730" y="1454"/>
                        </a:cubicBezTo>
                        <a:lnTo>
                          <a:pt x="5617" y="5953"/>
                        </a:lnTo>
                        <a:cubicBezTo>
                          <a:pt x="5813" y="6929"/>
                          <a:pt x="5386" y="7926"/>
                          <a:pt x="4543" y="8458"/>
                        </a:cubicBezTo>
                        <a:lnTo>
                          <a:pt x="4102" y="8740"/>
                        </a:lnTo>
                        <a:lnTo>
                          <a:pt x="4097" y="8745"/>
                        </a:lnTo>
                        <a:cubicBezTo>
                          <a:pt x="4009" y="8808"/>
                          <a:pt x="4051" y="8948"/>
                          <a:pt x="4160" y="8951"/>
                        </a:cubicBezTo>
                        <a:cubicBezTo>
                          <a:pt x="4164" y="8951"/>
                          <a:pt x="4167" y="8951"/>
                          <a:pt x="4170" y="8951"/>
                        </a:cubicBezTo>
                        <a:cubicBezTo>
                          <a:pt x="4192" y="8951"/>
                          <a:pt x="4212" y="8944"/>
                          <a:pt x="4230" y="8932"/>
                        </a:cubicBezTo>
                        <a:lnTo>
                          <a:pt x="4674" y="8647"/>
                        </a:lnTo>
                        <a:cubicBezTo>
                          <a:pt x="5596" y="8068"/>
                          <a:pt x="6063" y="6978"/>
                          <a:pt x="5848" y="5909"/>
                        </a:cubicBezTo>
                        <a:lnTo>
                          <a:pt x="4961" y="1408"/>
                        </a:lnTo>
                        <a:cubicBezTo>
                          <a:pt x="4805" y="616"/>
                          <a:pt x="4125" y="35"/>
                          <a:pt x="3320" y="2"/>
                        </a:cubicBezTo>
                        <a:cubicBezTo>
                          <a:pt x="3296" y="1"/>
                          <a:pt x="3272" y="1"/>
                          <a:pt x="32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5"/>
                  <p:cNvSpPr/>
                  <p:nvPr/>
                </p:nvSpPr>
                <p:spPr>
                  <a:xfrm>
                    <a:off x="1792625" y="3336925"/>
                    <a:ext cx="85225" cy="9025"/>
                  </a:xfrm>
                  <a:custGeom>
                    <a:avLst/>
                    <a:gdLst/>
                    <a:ahLst/>
                    <a:cxnLst/>
                    <a:rect l="l" t="t" r="r" b="b"/>
                    <a:pathLst>
                      <a:path w="3409" h="361" extrusionOk="0">
                        <a:moveTo>
                          <a:pt x="124" y="1"/>
                        </a:moveTo>
                        <a:cubicBezTo>
                          <a:pt x="61" y="1"/>
                          <a:pt x="10" y="48"/>
                          <a:pt x="5" y="108"/>
                        </a:cubicBezTo>
                        <a:cubicBezTo>
                          <a:pt x="0" y="171"/>
                          <a:pt x="50" y="225"/>
                          <a:pt x="113" y="227"/>
                        </a:cubicBezTo>
                        <a:lnTo>
                          <a:pt x="3290" y="360"/>
                        </a:lnTo>
                        <a:lnTo>
                          <a:pt x="3292" y="360"/>
                        </a:lnTo>
                        <a:cubicBezTo>
                          <a:pt x="3294" y="361"/>
                          <a:pt x="3295" y="361"/>
                          <a:pt x="3296" y="361"/>
                        </a:cubicBezTo>
                        <a:cubicBezTo>
                          <a:pt x="3355" y="361"/>
                          <a:pt x="3404" y="312"/>
                          <a:pt x="3407" y="253"/>
                        </a:cubicBezTo>
                        <a:cubicBezTo>
                          <a:pt x="3409" y="190"/>
                          <a:pt x="3360" y="136"/>
                          <a:pt x="3299" y="134"/>
                        </a:cubicBezTo>
                        <a:lnTo>
                          <a:pt x="1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5"/>
                  <p:cNvSpPr/>
                  <p:nvPr/>
                </p:nvSpPr>
                <p:spPr>
                  <a:xfrm>
                    <a:off x="1812425" y="3260600"/>
                    <a:ext cx="26750" cy="52775"/>
                  </a:xfrm>
                  <a:custGeom>
                    <a:avLst/>
                    <a:gdLst/>
                    <a:ahLst/>
                    <a:cxnLst/>
                    <a:rect l="l" t="t" r="r" b="b"/>
                    <a:pathLst>
                      <a:path w="1070" h="2111" extrusionOk="0">
                        <a:moveTo>
                          <a:pt x="162" y="1"/>
                        </a:moveTo>
                        <a:cubicBezTo>
                          <a:pt x="46" y="1"/>
                          <a:pt x="0" y="183"/>
                          <a:pt x="135" y="222"/>
                        </a:cubicBezTo>
                        <a:cubicBezTo>
                          <a:pt x="665" y="439"/>
                          <a:pt x="840" y="1420"/>
                          <a:pt x="840" y="1987"/>
                        </a:cubicBezTo>
                        <a:cubicBezTo>
                          <a:pt x="843" y="2045"/>
                          <a:pt x="892" y="2094"/>
                          <a:pt x="952" y="2097"/>
                        </a:cubicBezTo>
                        <a:lnTo>
                          <a:pt x="957" y="2111"/>
                        </a:lnTo>
                        <a:cubicBezTo>
                          <a:pt x="1020" y="2109"/>
                          <a:pt x="1069" y="2057"/>
                          <a:pt x="1069" y="1994"/>
                        </a:cubicBezTo>
                        <a:cubicBezTo>
                          <a:pt x="1069" y="1814"/>
                          <a:pt x="1004" y="337"/>
                          <a:pt x="219" y="14"/>
                        </a:cubicBezTo>
                        <a:cubicBezTo>
                          <a:pt x="215" y="12"/>
                          <a:pt x="212" y="10"/>
                          <a:pt x="208" y="10"/>
                        </a:cubicBezTo>
                        <a:cubicBezTo>
                          <a:pt x="191" y="4"/>
                          <a:pt x="176" y="1"/>
                          <a:pt x="16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5"/>
                  <p:cNvSpPr/>
                  <p:nvPr/>
                </p:nvSpPr>
                <p:spPr>
                  <a:xfrm>
                    <a:off x="1590225" y="3265450"/>
                    <a:ext cx="86925" cy="145225"/>
                  </a:xfrm>
                  <a:custGeom>
                    <a:avLst/>
                    <a:gdLst/>
                    <a:ahLst/>
                    <a:cxnLst/>
                    <a:rect l="l" t="t" r="r" b="b"/>
                    <a:pathLst>
                      <a:path w="3477" h="5809" extrusionOk="0">
                        <a:moveTo>
                          <a:pt x="3350" y="1"/>
                        </a:moveTo>
                        <a:cubicBezTo>
                          <a:pt x="3330" y="1"/>
                          <a:pt x="3310" y="6"/>
                          <a:pt x="3292" y="17"/>
                        </a:cubicBezTo>
                        <a:cubicBezTo>
                          <a:pt x="1931" y="883"/>
                          <a:pt x="386" y="3817"/>
                          <a:pt x="12" y="5675"/>
                        </a:cubicBezTo>
                        <a:cubicBezTo>
                          <a:pt x="0" y="5736"/>
                          <a:pt x="38" y="5797"/>
                          <a:pt x="98" y="5808"/>
                        </a:cubicBezTo>
                        <a:lnTo>
                          <a:pt x="122" y="5808"/>
                        </a:lnTo>
                        <a:cubicBezTo>
                          <a:pt x="176" y="5808"/>
                          <a:pt x="222" y="5769"/>
                          <a:pt x="232" y="5715"/>
                        </a:cubicBezTo>
                        <a:cubicBezTo>
                          <a:pt x="593" y="3882"/>
                          <a:pt x="2092" y="1037"/>
                          <a:pt x="3409" y="206"/>
                        </a:cubicBezTo>
                        <a:lnTo>
                          <a:pt x="3413" y="203"/>
                        </a:lnTo>
                        <a:cubicBezTo>
                          <a:pt x="3462" y="168"/>
                          <a:pt x="3476" y="103"/>
                          <a:pt x="3444" y="54"/>
                        </a:cubicBezTo>
                        <a:cubicBezTo>
                          <a:pt x="3423" y="19"/>
                          <a:pt x="3386" y="1"/>
                          <a:pt x="3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5"/>
                  <p:cNvSpPr/>
                  <p:nvPr/>
                </p:nvSpPr>
                <p:spPr>
                  <a:xfrm>
                    <a:off x="1585425" y="3390100"/>
                    <a:ext cx="35525" cy="42150"/>
                  </a:xfrm>
                  <a:custGeom>
                    <a:avLst/>
                    <a:gdLst/>
                    <a:ahLst/>
                    <a:cxnLst/>
                    <a:rect l="l" t="t" r="r" b="b"/>
                    <a:pathLst>
                      <a:path w="1421" h="1686" extrusionOk="0">
                        <a:moveTo>
                          <a:pt x="878" y="0"/>
                        </a:moveTo>
                        <a:cubicBezTo>
                          <a:pt x="620" y="0"/>
                          <a:pt x="323" y="246"/>
                          <a:pt x="176" y="631"/>
                        </a:cubicBezTo>
                        <a:cubicBezTo>
                          <a:pt x="1" y="1093"/>
                          <a:pt x="111" y="1541"/>
                          <a:pt x="393" y="1658"/>
                        </a:cubicBezTo>
                        <a:cubicBezTo>
                          <a:pt x="437" y="1676"/>
                          <a:pt x="484" y="1685"/>
                          <a:pt x="533" y="1685"/>
                        </a:cubicBezTo>
                        <a:cubicBezTo>
                          <a:pt x="793" y="1685"/>
                          <a:pt x="1095" y="1432"/>
                          <a:pt x="1243" y="1054"/>
                        </a:cubicBezTo>
                        <a:cubicBezTo>
                          <a:pt x="1420" y="603"/>
                          <a:pt x="1308" y="148"/>
                          <a:pt x="1023" y="29"/>
                        </a:cubicBezTo>
                        <a:cubicBezTo>
                          <a:pt x="978" y="9"/>
                          <a:pt x="929" y="0"/>
                          <a:pt x="8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35"/>
                  <p:cNvSpPr/>
                  <p:nvPr/>
                </p:nvSpPr>
                <p:spPr>
                  <a:xfrm>
                    <a:off x="1790350" y="3516100"/>
                    <a:ext cx="13100" cy="19175"/>
                  </a:xfrm>
                  <a:custGeom>
                    <a:avLst/>
                    <a:gdLst/>
                    <a:ahLst/>
                    <a:cxnLst/>
                    <a:rect l="l" t="t" r="r" b="b"/>
                    <a:pathLst>
                      <a:path w="524" h="767" extrusionOk="0">
                        <a:moveTo>
                          <a:pt x="267" y="1"/>
                        </a:moveTo>
                        <a:cubicBezTo>
                          <a:pt x="133" y="1"/>
                          <a:pt x="17" y="164"/>
                          <a:pt x="7" y="372"/>
                        </a:cubicBezTo>
                        <a:cubicBezTo>
                          <a:pt x="0" y="585"/>
                          <a:pt x="108" y="760"/>
                          <a:pt x="246" y="767"/>
                        </a:cubicBezTo>
                        <a:cubicBezTo>
                          <a:pt x="247" y="767"/>
                          <a:pt x="249" y="767"/>
                          <a:pt x="251" y="767"/>
                        </a:cubicBezTo>
                        <a:cubicBezTo>
                          <a:pt x="387" y="767"/>
                          <a:pt x="514" y="603"/>
                          <a:pt x="514" y="395"/>
                        </a:cubicBezTo>
                        <a:cubicBezTo>
                          <a:pt x="523" y="183"/>
                          <a:pt x="416" y="10"/>
                          <a:pt x="276" y="1"/>
                        </a:cubicBezTo>
                        <a:cubicBezTo>
                          <a:pt x="273" y="1"/>
                          <a:pt x="270" y="1"/>
                          <a:pt x="2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5"/>
                  <p:cNvSpPr/>
                  <p:nvPr/>
                </p:nvSpPr>
                <p:spPr>
                  <a:xfrm>
                    <a:off x="1851400" y="3518675"/>
                    <a:ext cx="13025" cy="19125"/>
                  </a:xfrm>
                  <a:custGeom>
                    <a:avLst/>
                    <a:gdLst/>
                    <a:ahLst/>
                    <a:cxnLst/>
                    <a:rect l="l" t="t" r="r" b="b"/>
                    <a:pathLst>
                      <a:path w="521" h="765" extrusionOk="0">
                        <a:moveTo>
                          <a:pt x="286" y="1"/>
                        </a:moveTo>
                        <a:cubicBezTo>
                          <a:pt x="132" y="1"/>
                          <a:pt x="19" y="162"/>
                          <a:pt x="10" y="372"/>
                        </a:cubicBezTo>
                        <a:cubicBezTo>
                          <a:pt x="0" y="584"/>
                          <a:pt x="101" y="759"/>
                          <a:pt x="243" y="764"/>
                        </a:cubicBezTo>
                        <a:cubicBezTo>
                          <a:pt x="246" y="764"/>
                          <a:pt x="249" y="764"/>
                          <a:pt x="252" y="764"/>
                        </a:cubicBezTo>
                        <a:cubicBezTo>
                          <a:pt x="388" y="764"/>
                          <a:pt x="512" y="599"/>
                          <a:pt x="512" y="395"/>
                        </a:cubicBezTo>
                        <a:cubicBezTo>
                          <a:pt x="521" y="190"/>
                          <a:pt x="449" y="5"/>
                          <a:pt x="292" y="1"/>
                        </a:cubicBezTo>
                        <a:cubicBezTo>
                          <a:pt x="290" y="1"/>
                          <a:pt x="288" y="1"/>
                          <a:pt x="2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5"/>
                  <p:cNvSpPr/>
                  <p:nvPr/>
                </p:nvSpPr>
                <p:spPr>
                  <a:xfrm>
                    <a:off x="2346825" y="3332850"/>
                    <a:ext cx="694550" cy="319800"/>
                  </a:xfrm>
                  <a:custGeom>
                    <a:avLst/>
                    <a:gdLst/>
                    <a:ahLst/>
                    <a:cxnLst/>
                    <a:rect l="l" t="t" r="r" b="b"/>
                    <a:pathLst>
                      <a:path w="27782" h="12792" extrusionOk="0">
                        <a:moveTo>
                          <a:pt x="4528" y="1"/>
                        </a:moveTo>
                        <a:cubicBezTo>
                          <a:pt x="2331" y="38"/>
                          <a:pt x="517" y="1735"/>
                          <a:pt x="337" y="3927"/>
                        </a:cubicBezTo>
                        <a:lnTo>
                          <a:pt x="160" y="6544"/>
                        </a:lnTo>
                        <a:cubicBezTo>
                          <a:pt x="1" y="8545"/>
                          <a:pt x="1493" y="10298"/>
                          <a:pt x="3493" y="10457"/>
                        </a:cubicBezTo>
                        <a:cubicBezTo>
                          <a:pt x="3584" y="10465"/>
                          <a:pt x="3675" y="10469"/>
                          <a:pt x="3766" y="10469"/>
                        </a:cubicBezTo>
                        <a:cubicBezTo>
                          <a:pt x="3785" y="10469"/>
                          <a:pt x="3804" y="10469"/>
                          <a:pt x="3823" y="10468"/>
                        </a:cubicBezTo>
                        <a:lnTo>
                          <a:pt x="23255" y="10468"/>
                        </a:lnTo>
                        <a:lnTo>
                          <a:pt x="27023" y="12791"/>
                        </a:lnTo>
                        <a:lnTo>
                          <a:pt x="27620" y="3927"/>
                        </a:lnTo>
                        <a:cubicBezTo>
                          <a:pt x="27782" y="1927"/>
                          <a:pt x="26292" y="173"/>
                          <a:pt x="24291" y="12"/>
                        </a:cubicBezTo>
                        <a:cubicBezTo>
                          <a:pt x="24182" y="3"/>
                          <a:pt x="24072" y="1"/>
                          <a:pt x="239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35"/>
                  <p:cNvSpPr/>
                  <p:nvPr/>
                </p:nvSpPr>
                <p:spPr>
                  <a:xfrm>
                    <a:off x="2473075" y="3424825"/>
                    <a:ext cx="452750" cy="14150"/>
                  </a:xfrm>
                  <a:custGeom>
                    <a:avLst/>
                    <a:gdLst/>
                    <a:ahLst/>
                    <a:cxnLst/>
                    <a:rect l="l" t="t" r="r" b="b"/>
                    <a:pathLst>
                      <a:path w="18110" h="566" extrusionOk="0">
                        <a:moveTo>
                          <a:pt x="0" y="1"/>
                        </a:moveTo>
                        <a:lnTo>
                          <a:pt x="0" y="566"/>
                        </a:lnTo>
                        <a:lnTo>
                          <a:pt x="18109" y="566"/>
                        </a:lnTo>
                        <a:lnTo>
                          <a:pt x="181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35"/>
                  <p:cNvSpPr/>
                  <p:nvPr/>
                </p:nvSpPr>
                <p:spPr>
                  <a:xfrm>
                    <a:off x="2586250" y="3481375"/>
                    <a:ext cx="332500" cy="14150"/>
                  </a:xfrm>
                  <a:custGeom>
                    <a:avLst/>
                    <a:gdLst/>
                    <a:ahLst/>
                    <a:cxnLst/>
                    <a:rect l="l" t="t" r="r" b="b"/>
                    <a:pathLst>
                      <a:path w="13300" h="566" extrusionOk="0">
                        <a:moveTo>
                          <a:pt x="0" y="1"/>
                        </a:moveTo>
                        <a:lnTo>
                          <a:pt x="0" y="566"/>
                        </a:lnTo>
                        <a:lnTo>
                          <a:pt x="13300" y="566"/>
                        </a:lnTo>
                        <a:lnTo>
                          <a:pt x="1330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5"/>
                  <p:cNvSpPr/>
                  <p:nvPr/>
                </p:nvSpPr>
                <p:spPr>
                  <a:xfrm>
                    <a:off x="2089800" y="3679450"/>
                    <a:ext cx="716150" cy="328575"/>
                  </a:xfrm>
                  <a:custGeom>
                    <a:avLst/>
                    <a:gdLst/>
                    <a:ahLst/>
                    <a:cxnLst/>
                    <a:rect l="l" t="t" r="r" b="b"/>
                    <a:pathLst>
                      <a:path w="28646" h="13143" extrusionOk="0">
                        <a:moveTo>
                          <a:pt x="24916" y="1"/>
                        </a:moveTo>
                        <a:cubicBezTo>
                          <a:pt x="24901" y="1"/>
                          <a:pt x="24887" y="1"/>
                          <a:pt x="24873" y="1"/>
                        </a:cubicBezTo>
                        <a:lnTo>
                          <a:pt x="4920" y="1"/>
                        </a:lnTo>
                        <a:cubicBezTo>
                          <a:pt x="2662" y="39"/>
                          <a:pt x="802" y="1782"/>
                          <a:pt x="617" y="4033"/>
                        </a:cubicBezTo>
                        <a:lnTo>
                          <a:pt x="1" y="13142"/>
                        </a:lnTo>
                        <a:lnTo>
                          <a:pt x="1" y="13142"/>
                        </a:lnTo>
                        <a:lnTo>
                          <a:pt x="4194" y="10752"/>
                        </a:lnTo>
                        <a:lnTo>
                          <a:pt x="24149" y="10752"/>
                        </a:lnTo>
                        <a:cubicBezTo>
                          <a:pt x="26406" y="10712"/>
                          <a:pt x="28267" y="8970"/>
                          <a:pt x="28451" y="6720"/>
                        </a:cubicBezTo>
                        <a:lnTo>
                          <a:pt x="28633" y="4033"/>
                        </a:lnTo>
                        <a:cubicBezTo>
                          <a:pt x="28643" y="3919"/>
                          <a:pt x="28645" y="3804"/>
                          <a:pt x="28645" y="3692"/>
                        </a:cubicBezTo>
                        <a:cubicBezTo>
                          <a:pt x="28622" y="1645"/>
                          <a:pt x="26957" y="1"/>
                          <a:pt x="249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p:cNvSpPr/>
                  <p:nvPr/>
                </p:nvSpPr>
                <p:spPr>
                  <a:xfrm>
                    <a:off x="2089800" y="3679475"/>
                    <a:ext cx="716075" cy="328550"/>
                  </a:xfrm>
                  <a:custGeom>
                    <a:avLst/>
                    <a:gdLst/>
                    <a:ahLst/>
                    <a:cxnLst/>
                    <a:rect l="l" t="t" r="r" b="b"/>
                    <a:pathLst>
                      <a:path w="28643" h="13142" extrusionOk="0">
                        <a:moveTo>
                          <a:pt x="23820" y="3960"/>
                        </a:moveTo>
                        <a:lnTo>
                          <a:pt x="23820" y="4527"/>
                        </a:lnTo>
                        <a:lnTo>
                          <a:pt x="5431" y="4527"/>
                        </a:lnTo>
                        <a:lnTo>
                          <a:pt x="5431" y="3960"/>
                        </a:lnTo>
                        <a:close/>
                        <a:moveTo>
                          <a:pt x="12502" y="6506"/>
                        </a:moveTo>
                        <a:lnTo>
                          <a:pt x="12502" y="7071"/>
                        </a:lnTo>
                        <a:lnTo>
                          <a:pt x="5146" y="7071"/>
                        </a:lnTo>
                        <a:lnTo>
                          <a:pt x="5146" y="6506"/>
                        </a:lnTo>
                        <a:close/>
                        <a:moveTo>
                          <a:pt x="19011" y="6506"/>
                        </a:moveTo>
                        <a:lnTo>
                          <a:pt x="19011" y="7071"/>
                        </a:lnTo>
                        <a:lnTo>
                          <a:pt x="14202" y="7071"/>
                        </a:lnTo>
                        <a:lnTo>
                          <a:pt x="14202" y="6506"/>
                        </a:lnTo>
                        <a:close/>
                        <a:moveTo>
                          <a:pt x="4920" y="0"/>
                        </a:moveTo>
                        <a:cubicBezTo>
                          <a:pt x="2662" y="38"/>
                          <a:pt x="802" y="1781"/>
                          <a:pt x="617" y="4032"/>
                        </a:cubicBezTo>
                        <a:lnTo>
                          <a:pt x="1" y="13141"/>
                        </a:lnTo>
                        <a:lnTo>
                          <a:pt x="1" y="13141"/>
                        </a:lnTo>
                        <a:lnTo>
                          <a:pt x="4194" y="10751"/>
                        </a:lnTo>
                        <a:lnTo>
                          <a:pt x="24149" y="10751"/>
                        </a:lnTo>
                        <a:cubicBezTo>
                          <a:pt x="26404" y="10711"/>
                          <a:pt x="28265" y="8967"/>
                          <a:pt x="28451" y="6719"/>
                        </a:cubicBezTo>
                        <a:lnTo>
                          <a:pt x="28631" y="4032"/>
                        </a:lnTo>
                        <a:cubicBezTo>
                          <a:pt x="28640" y="3932"/>
                          <a:pt x="28643" y="3831"/>
                          <a:pt x="28643" y="3733"/>
                        </a:cubicBezTo>
                        <a:lnTo>
                          <a:pt x="28643" y="3691"/>
                        </a:lnTo>
                        <a:cubicBezTo>
                          <a:pt x="28622" y="1646"/>
                          <a:pt x="26957" y="0"/>
                          <a:pt x="24912" y="0"/>
                        </a:cubicBezTo>
                        <a:close/>
                      </a:path>
                    </a:pathLst>
                  </a:custGeom>
                  <a:solidFill>
                    <a:srgbClr val="DBE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5"/>
                  <p:cNvSpPr/>
                  <p:nvPr/>
                </p:nvSpPr>
                <p:spPr>
                  <a:xfrm>
                    <a:off x="2225550" y="3778450"/>
                    <a:ext cx="459750" cy="14200"/>
                  </a:xfrm>
                  <a:custGeom>
                    <a:avLst/>
                    <a:gdLst/>
                    <a:ahLst/>
                    <a:cxnLst/>
                    <a:rect l="l" t="t" r="r" b="b"/>
                    <a:pathLst>
                      <a:path w="18390" h="568" extrusionOk="0">
                        <a:moveTo>
                          <a:pt x="1" y="1"/>
                        </a:moveTo>
                        <a:lnTo>
                          <a:pt x="1" y="568"/>
                        </a:lnTo>
                        <a:lnTo>
                          <a:pt x="18390" y="568"/>
                        </a:lnTo>
                        <a:lnTo>
                          <a:pt x="18390" y="1"/>
                        </a:lnTo>
                        <a:close/>
                      </a:path>
                    </a:pathLst>
                  </a:custGeom>
                  <a:solidFill>
                    <a:srgbClr val="91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35"/>
                  <p:cNvSpPr/>
                  <p:nvPr/>
                </p:nvSpPr>
                <p:spPr>
                  <a:xfrm>
                    <a:off x="2218450" y="3842125"/>
                    <a:ext cx="183925" cy="14150"/>
                  </a:xfrm>
                  <a:custGeom>
                    <a:avLst/>
                    <a:gdLst/>
                    <a:ahLst/>
                    <a:cxnLst/>
                    <a:rect l="l" t="t" r="r" b="b"/>
                    <a:pathLst>
                      <a:path w="7357" h="566" extrusionOk="0">
                        <a:moveTo>
                          <a:pt x="0" y="0"/>
                        </a:moveTo>
                        <a:lnTo>
                          <a:pt x="0" y="565"/>
                        </a:lnTo>
                        <a:lnTo>
                          <a:pt x="7356" y="565"/>
                        </a:lnTo>
                        <a:lnTo>
                          <a:pt x="7356" y="0"/>
                        </a:lnTo>
                        <a:close/>
                      </a:path>
                    </a:pathLst>
                  </a:custGeom>
                  <a:solidFill>
                    <a:srgbClr val="91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p:cNvSpPr/>
                  <p:nvPr/>
                </p:nvSpPr>
                <p:spPr>
                  <a:xfrm>
                    <a:off x="2444825" y="3842125"/>
                    <a:ext cx="120250" cy="14150"/>
                  </a:xfrm>
                  <a:custGeom>
                    <a:avLst/>
                    <a:gdLst/>
                    <a:ahLst/>
                    <a:cxnLst/>
                    <a:rect l="l" t="t" r="r" b="b"/>
                    <a:pathLst>
                      <a:path w="4810" h="566" extrusionOk="0">
                        <a:moveTo>
                          <a:pt x="1" y="0"/>
                        </a:moveTo>
                        <a:lnTo>
                          <a:pt x="1" y="565"/>
                        </a:lnTo>
                        <a:lnTo>
                          <a:pt x="4810" y="565"/>
                        </a:lnTo>
                        <a:lnTo>
                          <a:pt x="4810" y="0"/>
                        </a:lnTo>
                        <a:close/>
                      </a:path>
                    </a:pathLst>
                  </a:custGeom>
                  <a:solidFill>
                    <a:srgbClr val="91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5"/>
                  <p:cNvSpPr/>
                  <p:nvPr/>
                </p:nvSpPr>
                <p:spPr>
                  <a:xfrm>
                    <a:off x="1870775" y="3219675"/>
                    <a:ext cx="479775" cy="1725925"/>
                  </a:xfrm>
                  <a:custGeom>
                    <a:avLst/>
                    <a:gdLst/>
                    <a:ahLst/>
                    <a:cxnLst/>
                    <a:rect l="l" t="t" r="r" b="b"/>
                    <a:pathLst>
                      <a:path w="19191" h="69037" extrusionOk="0">
                        <a:moveTo>
                          <a:pt x="19190" y="1"/>
                        </a:moveTo>
                        <a:lnTo>
                          <a:pt x="19190" y="3"/>
                        </a:lnTo>
                        <a:lnTo>
                          <a:pt x="19190" y="3"/>
                        </a:lnTo>
                        <a:lnTo>
                          <a:pt x="19190" y="1"/>
                        </a:lnTo>
                        <a:close/>
                        <a:moveTo>
                          <a:pt x="11008" y="3"/>
                        </a:moveTo>
                        <a:lnTo>
                          <a:pt x="4989" y="31879"/>
                        </a:lnTo>
                        <a:cubicBezTo>
                          <a:pt x="5617" y="34984"/>
                          <a:pt x="6205" y="38093"/>
                          <a:pt x="6521" y="40596"/>
                        </a:cubicBezTo>
                        <a:cubicBezTo>
                          <a:pt x="6259" y="40652"/>
                          <a:pt x="5995" y="40705"/>
                          <a:pt x="5732" y="40757"/>
                        </a:cubicBezTo>
                        <a:cubicBezTo>
                          <a:pt x="6103" y="43136"/>
                          <a:pt x="6530" y="45685"/>
                          <a:pt x="7053" y="48377"/>
                        </a:cubicBezTo>
                        <a:cubicBezTo>
                          <a:pt x="7765" y="49390"/>
                          <a:pt x="8526" y="50826"/>
                          <a:pt x="9282" y="52471"/>
                        </a:cubicBezTo>
                        <a:lnTo>
                          <a:pt x="13688" y="29143"/>
                        </a:lnTo>
                        <a:lnTo>
                          <a:pt x="12955" y="29143"/>
                        </a:lnTo>
                        <a:lnTo>
                          <a:pt x="8762" y="31533"/>
                        </a:lnTo>
                        <a:lnTo>
                          <a:pt x="8762" y="31533"/>
                        </a:lnTo>
                        <a:lnTo>
                          <a:pt x="9378" y="22424"/>
                        </a:lnTo>
                        <a:cubicBezTo>
                          <a:pt x="9563" y="20173"/>
                          <a:pt x="11423" y="18430"/>
                          <a:pt x="13681" y="18392"/>
                        </a:cubicBezTo>
                        <a:lnTo>
                          <a:pt x="15716" y="18392"/>
                        </a:lnTo>
                        <a:lnTo>
                          <a:pt x="19190" y="3"/>
                        </a:lnTo>
                        <a:close/>
                        <a:moveTo>
                          <a:pt x="1572" y="49990"/>
                        </a:moveTo>
                        <a:lnTo>
                          <a:pt x="0" y="58308"/>
                        </a:lnTo>
                        <a:cubicBezTo>
                          <a:pt x="465" y="61823"/>
                          <a:pt x="866" y="65717"/>
                          <a:pt x="1175" y="69037"/>
                        </a:cubicBezTo>
                        <a:lnTo>
                          <a:pt x="6156" y="69037"/>
                        </a:lnTo>
                        <a:lnTo>
                          <a:pt x="7333" y="62795"/>
                        </a:lnTo>
                        <a:cubicBezTo>
                          <a:pt x="5510" y="58884"/>
                          <a:pt x="3210" y="53870"/>
                          <a:pt x="1572" y="49992"/>
                        </a:cubicBezTo>
                        <a:lnTo>
                          <a:pt x="1572" y="4999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50" name="Google Shape;1450;p35"/>
              <p:cNvSpPr/>
              <p:nvPr/>
            </p:nvSpPr>
            <p:spPr>
              <a:xfrm rot="-2969503" flipH="1">
                <a:off x="8402479" y="2328777"/>
                <a:ext cx="100222" cy="100222"/>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p:cNvSpPr/>
              <p:nvPr/>
            </p:nvSpPr>
            <p:spPr>
              <a:xfrm rot="-2969503" flipH="1">
                <a:off x="6116748" y="3724003"/>
                <a:ext cx="100222" cy="100222"/>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5"/>
              <p:cNvSpPr/>
              <p:nvPr/>
            </p:nvSpPr>
            <p:spPr>
              <a:xfrm rot="-2969503" flipH="1">
                <a:off x="7664098" y="1259128"/>
                <a:ext cx="100222" cy="100222"/>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35"/>
              <p:cNvSpPr/>
              <p:nvPr/>
            </p:nvSpPr>
            <p:spPr>
              <a:xfrm>
                <a:off x="6096201" y="4100223"/>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5"/>
              <p:cNvSpPr/>
              <p:nvPr/>
            </p:nvSpPr>
            <p:spPr>
              <a:xfrm rot="-2969503" flipH="1">
                <a:off x="5975429" y="2023977"/>
                <a:ext cx="100222" cy="100222"/>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5" name="Google Shape;1455;p35"/>
            <p:cNvSpPr/>
            <p:nvPr/>
          </p:nvSpPr>
          <p:spPr>
            <a:xfrm>
              <a:off x="4338101" y="280469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5"/>
            <p:cNvSpPr/>
            <p:nvPr/>
          </p:nvSpPr>
          <p:spPr>
            <a:xfrm rot="-2969503" flipH="1">
              <a:off x="5154529" y="3524352"/>
              <a:ext cx="100222" cy="100222"/>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5"/>
            <p:cNvSpPr/>
            <p:nvPr/>
          </p:nvSpPr>
          <p:spPr>
            <a:xfrm rot="-2969503" flipH="1">
              <a:off x="5390248" y="2932878"/>
              <a:ext cx="100222" cy="100222"/>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45"/>
        <p:cNvGrpSpPr/>
        <p:nvPr/>
      </p:nvGrpSpPr>
      <p:grpSpPr>
        <a:xfrm>
          <a:off x="0" y="0"/>
          <a:ext cx="0" cy="0"/>
          <a:chOff x="0" y="0"/>
          <a:chExt cx="0" cy="0"/>
        </a:xfrm>
      </p:grpSpPr>
      <p:sp>
        <p:nvSpPr>
          <p:cNvPr id="2250" name="Google Shape;2250;p47"/>
          <p:cNvSpPr txBox="1">
            <a:spLocks noGrp="1"/>
          </p:cNvSpPr>
          <p:nvPr>
            <p:ph type="title"/>
          </p:nvPr>
        </p:nvSpPr>
        <p:spPr>
          <a:xfrm>
            <a:off x="-544267" y="378619"/>
            <a:ext cx="7717500" cy="1696604"/>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GB" dirty="0"/>
              <a:t>CONTENU</a:t>
            </a:r>
            <a:br>
              <a:rPr lang="en-GB" dirty="0"/>
            </a:br>
            <a:r>
              <a:rPr lang="en-GB" dirty="0"/>
              <a:t>	</a:t>
            </a:r>
            <a:r>
              <a:rPr lang="en-GB" sz="1800" dirty="0">
                <a:solidFill>
                  <a:schemeClr val="tx1"/>
                </a:solidFill>
                <a:latin typeface="Times New Roman" panose="02020603050405020304" pitchFamily="18" charset="0"/>
                <a:cs typeface="Times New Roman" panose="02020603050405020304" pitchFamily="18" charset="0"/>
              </a:rPr>
              <a:t>Dans cette présentation on va voir devloppment une system pour gérer une cabinet médical</a:t>
            </a:r>
            <a:br>
              <a:rPr lang="en-GB" dirty="0">
                <a:latin typeface="Times New Roman" panose="02020603050405020304" pitchFamily="18" charset="0"/>
                <a:cs typeface="Times New Roman" panose="02020603050405020304" pitchFamily="18" charset="0"/>
              </a:rPr>
            </a:br>
            <a:endParaRPr dirty="0">
              <a:solidFill>
                <a:schemeClr val="accent1"/>
              </a:solidFill>
              <a:latin typeface="Times New Roman" panose="02020603050405020304" pitchFamily="18" charset="0"/>
              <a:cs typeface="Times New Roman" panose="02020603050405020304" pitchFamily="18" charset="0"/>
            </a:endParaRPr>
          </a:p>
        </p:txBody>
      </p:sp>
      <p:sp>
        <p:nvSpPr>
          <p:cNvPr id="2251" name="Google Shape;2251;p47"/>
          <p:cNvSpPr txBox="1"/>
          <p:nvPr/>
        </p:nvSpPr>
        <p:spPr>
          <a:xfrm>
            <a:off x="2965948" y="3417812"/>
            <a:ext cx="2054250" cy="55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GB" sz="1600" b="1" dirty="0">
                <a:solidFill>
                  <a:schemeClr val="dk1"/>
                </a:solidFill>
                <a:latin typeface="Times New Roman" panose="02020603050405020304" pitchFamily="18" charset="0"/>
                <a:ea typeface="Barlow" panose="00000500000000000000"/>
                <a:cs typeface="Times New Roman" panose="02020603050405020304" pitchFamily="18" charset="0"/>
                <a:sym typeface="Barlow" panose="00000500000000000000"/>
              </a:rPr>
              <a:t>Effectuer les étapes les plus importantes dans la salle de traitment</a:t>
            </a:r>
            <a:endParaRPr sz="1600" b="1" dirty="0">
              <a:solidFill>
                <a:schemeClr val="dk1"/>
              </a:solidFill>
              <a:latin typeface="Times New Roman" panose="02020603050405020304" pitchFamily="18" charset="0"/>
              <a:ea typeface="Barlow" panose="00000500000000000000"/>
              <a:cs typeface="Times New Roman" panose="02020603050405020304" pitchFamily="18" charset="0"/>
              <a:sym typeface="Barlow" panose="00000500000000000000"/>
            </a:endParaRPr>
          </a:p>
        </p:txBody>
      </p:sp>
      <p:sp>
        <p:nvSpPr>
          <p:cNvPr id="2252" name="Google Shape;2252;p47"/>
          <p:cNvSpPr txBox="1"/>
          <p:nvPr/>
        </p:nvSpPr>
        <p:spPr>
          <a:xfrm>
            <a:off x="3544863" y="3355756"/>
            <a:ext cx="1369500" cy="37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200" b="1" dirty="0">
              <a:solidFill>
                <a:schemeClr val="lt1"/>
              </a:solidFill>
              <a:latin typeface="Work Sans"/>
              <a:ea typeface="Work Sans"/>
              <a:cs typeface="Work Sans"/>
              <a:sym typeface="Work Sans"/>
            </a:endParaRPr>
          </a:p>
        </p:txBody>
      </p:sp>
      <p:sp>
        <p:nvSpPr>
          <p:cNvPr id="2253" name="Google Shape;2253;p47"/>
          <p:cNvSpPr txBox="1"/>
          <p:nvPr/>
        </p:nvSpPr>
        <p:spPr>
          <a:xfrm flipH="1">
            <a:off x="3202488" y="2832906"/>
            <a:ext cx="1369500" cy="4251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4500" b="1" dirty="0">
                <a:solidFill>
                  <a:schemeClr val="accent1"/>
                </a:solidFill>
                <a:latin typeface="Work Sans"/>
                <a:ea typeface="Work Sans"/>
                <a:cs typeface="Work Sans"/>
                <a:sym typeface="Work Sans"/>
              </a:rPr>
              <a:t>2</a:t>
            </a:r>
            <a:endParaRPr sz="4500" b="1" dirty="0">
              <a:solidFill>
                <a:schemeClr val="accent1"/>
              </a:solidFill>
              <a:latin typeface="Work Sans"/>
              <a:ea typeface="Work Sans"/>
              <a:cs typeface="Work Sans"/>
              <a:sym typeface="Work Sans"/>
            </a:endParaRPr>
          </a:p>
        </p:txBody>
      </p:sp>
      <p:sp>
        <p:nvSpPr>
          <p:cNvPr id="2298" name="Google Shape;2298;p47"/>
          <p:cNvSpPr txBox="1"/>
          <p:nvPr/>
        </p:nvSpPr>
        <p:spPr>
          <a:xfrm>
            <a:off x="5426162" y="3414812"/>
            <a:ext cx="1369500" cy="1189188"/>
          </a:xfrm>
          <a:prstGeom prst="rect">
            <a:avLst/>
          </a:prstGeom>
          <a:noFill/>
          <a:ln>
            <a:noFill/>
          </a:ln>
        </p:spPr>
        <p:txBody>
          <a:bodyPr spcFirstLastPara="1" wrap="square" lIns="91425" tIns="91425" rIns="91425" bIns="91425" anchor="t" anchorCtr="0">
            <a:noAutofit/>
          </a:bodyPr>
          <a:lstStyle/>
          <a:p>
            <a:pPr algn="ctr">
              <a:spcAft>
                <a:spcPts val="1600"/>
              </a:spcAft>
            </a:pPr>
            <a:r>
              <a:rPr lang="en-GB" b="1" dirty="0">
                <a:solidFill>
                  <a:schemeClr val="dk1"/>
                </a:solidFill>
                <a:latin typeface="Times New Roman" panose="02020603050405020304" pitchFamily="18" charset="0"/>
                <a:ea typeface="Barlow" panose="00000500000000000000"/>
                <a:cs typeface="Times New Roman" panose="02020603050405020304" pitchFamily="18" charset="0"/>
                <a:sym typeface="Barlow" panose="00000500000000000000"/>
              </a:rPr>
              <a:t>Prendre des RDV, </a:t>
            </a:r>
            <a:r>
              <a:rPr lang="en-GB" sz="1600" b="1" dirty="0">
                <a:solidFill>
                  <a:schemeClr val="dk1"/>
                </a:solidFill>
                <a:latin typeface="Times New Roman" panose="02020603050405020304" pitchFamily="18" charset="0"/>
                <a:ea typeface="Barlow" panose="00000500000000000000"/>
                <a:cs typeface="Times New Roman" panose="02020603050405020304" pitchFamily="18" charset="0"/>
                <a:sym typeface="Barlow" panose="00000500000000000000"/>
              </a:rPr>
              <a:t>Création des ordonnances,bilan et cerificats </a:t>
            </a:r>
          </a:p>
          <a:p>
            <a:pPr algn="ctr">
              <a:spcAft>
                <a:spcPts val="1600"/>
              </a:spcAft>
            </a:pPr>
            <a:r>
              <a:rPr lang="en-GB" sz="1600" b="1" dirty="0">
                <a:solidFill>
                  <a:schemeClr val="dk1"/>
                </a:solidFill>
                <a:latin typeface="Times New Roman" panose="02020603050405020304" pitchFamily="18" charset="0"/>
                <a:ea typeface="Barlow" panose="00000500000000000000"/>
                <a:cs typeface="Times New Roman" panose="02020603050405020304" pitchFamily="18" charset="0"/>
                <a:sym typeface="Barlow" panose="00000500000000000000"/>
              </a:rPr>
              <a:t> </a:t>
            </a:r>
          </a:p>
        </p:txBody>
      </p:sp>
      <p:sp>
        <p:nvSpPr>
          <p:cNvPr id="2300" name="Google Shape;2300;p47"/>
          <p:cNvSpPr txBox="1"/>
          <p:nvPr/>
        </p:nvSpPr>
        <p:spPr>
          <a:xfrm>
            <a:off x="5370040" y="2829743"/>
            <a:ext cx="1369500" cy="4251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4500" b="1" dirty="0">
                <a:solidFill>
                  <a:schemeClr val="accent1"/>
                </a:solidFill>
                <a:latin typeface="Work Sans"/>
                <a:ea typeface="Work Sans"/>
                <a:cs typeface="Work Sans"/>
                <a:sym typeface="Work Sans"/>
              </a:rPr>
              <a:t>3</a:t>
            </a:r>
            <a:endParaRPr sz="4500" b="1" dirty="0">
              <a:solidFill>
                <a:schemeClr val="accent1"/>
              </a:solidFill>
              <a:latin typeface="Work Sans"/>
              <a:ea typeface="Work Sans"/>
              <a:cs typeface="Work Sans"/>
              <a:sym typeface="Work Sans"/>
            </a:endParaRPr>
          </a:p>
        </p:txBody>
      </p:sp>
      <p:sp>
        <p:nvSpPr>
          <p:cNvPr id="2317" name="Google Shape;2317;p47"/>
          <p:cNvSpPr txBox="1"/>
          <p:nvPr/>
        </p:nvSpPr>
        <p:spPr>
          <a:xfrm>
            <a:off x="838340" y="3414812"/>
            <a:ext cx="1721644" cy="55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GB" sz="1600" b="1" dirty="0">
                <a:solidFill>
                  <a:schemeClr val="dk1"/>
                </a:solidFill>
                <a:latin typeface="Times New Roman" panose="02020603050405020304" pitchFamily="18" charset="0"/>
                <a:ea typeface="Barlow" panose="00000500000000000000"/>
                <a:cs typeface="Times New Roman" panose="02020603050405020304" pitchFamily="18" charset="0"/>
                <a:sym typeface="Barlow" panose="00000500000000000000"/>
              </a:rPr>
              <a:t>Inscriptions des patients dans la salle d’attend</a:t>
            </a:r>
            <a:endParaRPr sz="1600" b="1" dirty="0">
              <a:solidFill>
                <a:schemeClr val="dk1"/>
              </a:solidFill>
              <a:latin typeface="Times New Roman" panose="02020603050405020304" pitchFamily="18" charset="0"/>
              <a:ea typeface="Barlow" panose="00000500000000000000"/>
              <a:cs typeface="Times New Roman" panose="02020603050405020304" pitchFamily="18" charset="0"/>
              <a:sym typeface="Barlow" panose="00000500000000000000"/>
            </a:endParaRPr>
          </a:p>
        </p:txBody>
      </p:sp>
      <p:sp>
        <p:nvSpPr>
          <p:cNvPr id="2319" name="Google Shape;2319;p47"/>
          <p:cNvSpPr txBox="1"/>
          <p:nvPr/>
        </p:nvSpPr>
        <p:spPr>
          <a:xfrm flipH="1">
            <a:off x="1014412" y="2829743"/>
            <a:ext cx="1369500" cy="4251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4500" b="1" dirty="0">
                <a:solidFill>
                  <a:schemeClr val="accent1"/>
                </a:solidFill>
                <a:latin typeface="Work Sans"/>
                <a:ea typeface="Work Sans"/>
                <a:cs typeface="Work Sans"/>
                <a:sym typeface="Work Sans"/>
              </a:rPr>
              <a:t>1</a:t>
            </a:r>
            <a:endParaRPr sz="4500" b="1" dirty="0">
              <a:solidFill>
                <a:schemeClr val="accent1"/>
              </a:solidFill>
              <a:latin typeface="Work Sans"/>
              <a:ea typeface="Work Sans"/>
              <a:cs typeface="Work Sans"/>
              <a:sym typeface="Work Sans"/>
            </a:endParaRPr>
          </a:p>
        </p:txBody>
      </p:sp>
      <p:sp>
        <p:nvSpPr>
          <p:cNvPr id="97" name="Google Shape;2300;p47"/>
          <p:cNvSpPr txBox="1"/>
          <p:nvPr/>
        </p:nvSpPr>
        <p:spPr>
          <a:xfrm>
            <a:off x="7316108" y="2829743"/>
            <a:ext cx="1369500" cy="4251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4500" b="1" dirty="0">
                <a:solidFill>
                  <a:schemeClr val="accent1"/>
                </a:solidFill>
                <a:latin typeface="Work Sans"/>
                <a:ea typeface="Work Sans"/>
                <a:cs typeface="Work Sans"/>
                <a:sym typeface="Work Sans"/>
              </a:rPr>
              <a:t>4</a:t>
            </a:r>
            <a:endParaRPr sz="4500" b="1" dirty="0">
              <a:solidFill>
                <a:schemeClr val="accent1"/>
              </a:solidFill>
              <a:latin typeface="Work Sans"/>
              <a:ea typeface="Work Sans"/>
              <a:cs typeface="Work Sans"/>
              <a:sym typeface="Work Sans"/>
            </a:endParaRPr>
          </a:p>
        </p:txBody>
      </p:sp>
      <p:sp>
        <p:nvSpPr>
          <p:cNvPr id="98" name="Google Shape;2298;p47"/>
          <p:cNvSpPr txBox="1"/>
          <p:nvPr/>
        </p:nvSpPr>
        <p:spPr>
          <a:xfrm>
            <a:off x="7354946" y="3457406"/>
            <a:ext cx="1369500" cy="55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fr-FR" sz="1600" b="1" dirty="0">
                <a:solidFill>
                  <a:schemeClr val="dk1"/>
                </a:solidFill>
                <a:latin typeface="Times New Roman" panose="02020603050405020304" pitchFamily="18" charset="0"/>
                <a:ea typeface="Barlow" panose="00000500000000000000"/>
                <a:cs typeface="Times New Roman" panose="02020603050405020304" pitchFamily="18" charset="0"/>
                <a:sym typeface="Barlow" panose="00000500000000000000"/>
              </a:rPr>
              <a:t>T</a:t>
            </a:r>
            <a:r>
              <a:rPr lang="en-GB" sz="1600" b="1" dirty="0">
                <a:solidFill>
                  <a:schemeClr val="dk1"/>
                </a:solidFill>
                <a:latin typeface="Times New Roman" panose="02020603050405020304" pitchFamily="18" charset="0"/>
                <a:ea typeface="Barlow" panose="00000500000000000000"/>
                <a:cs typeface="Times New Roman" panose="02020603050405020304" pitchFamily="18" charset="0"/>
                <a:sym typeface="Barlow" panose="00000500000000000000"/>
              </a:rPr>
              <a:t>raitments les dossiers</a:t>
            </a:r>
            <a:endParaRPr sz="1600" b="1" dirty="0">
              <a:solidFill>
                <a:schemeClr val="dk1"/>
              </a:solidFill>
              <a:latin typeface="Times New Roman" panose="02020603050405020304" pitchFamily="18" charset="0"/>
              <a:ea typeface="Barlow" panose="00000500000000000000"/>
              <a:cs typeface="Times New Roman" panose="02020603050405020304" pitchFamily="18" charset="0"/>
              <a:sym typeface="Barlow" panose="00000500000000000000"/>
            </a:endParaRPr>
          </a:p>
        </p:txBody>
      </p:sp>
      <p:pic>
        <p:nvPicPr>
          <p:cNvPr id="3" name="Picture 2"/>
          <p:cNvPicPr>
            <a:picLocks noChangeAspect="1"/>
          </p:cNvPicPr>
          <p:nvPr/>
        </p:nvPicPr>
        <p:blipFill>
          <a:blip r:embed="rId3"/>
          <a:stretch>
            <a:fillRect/>
          </a:stretch>
        </p:blipFill>
        <p:spPr>
          <a:xfrm>
            <a:off x="6932868" y="-219647"/>
            <a:ext cx="2707481" cy="27074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2250"/>
                                        </p:tgtEl>
                                        <p:attrNameLst>
                                          <p:attrName>style.visibility</p:attrName>
                                        </p:attrNameLst>
                                      </p:cBhvr>
                                      <p:to>
                                        <p:strVal val="visible"/>
                                      </p:to>
                                    </p:set>
                                    <p:anim calcmode="lin" valueType="num">
                                      <p:cBhvr>
                                        <p:cTn id="7" dur="1000" fill="hold"/>
                                        <p:tgtEl>
                                          <p:spTgt spid="2250"/>
                                        </p:tgtEl>
                                        <p:attrNameLst>
                                          <p:attrName>ppt_w</p:attrName>
                                        </p:attrNameLst>
                                      </p:cBhvr>
                                      <p:tavLst>
                                        <p:tav tm="0">
                                          <p:val>
                                            <p:strVal val="#ppt_w+.3"/>
                                          </p:val>
                                        </p:tav>
                                        <p:tav tm="100000">
                                          <p:val>
                                            <p:strVal val="#ppt_w"/>
                                          </p:val>
                                        </p:tav>
                                      </p:tavLst>
                                    </p:anim>
                                    <p:anim calcmode="lin" valueType="num">
                                      <p:cBhvr>
                                        <p:cTn id="8" dur="1000" fill="hold"/>
                                        <p:tgtEl>
                                          <p:spTgt spid="2250"/>
                                        </p:tgtEl>
                                        <p:attrNameLst>
                                          <p:attrName>ppt_h</p:attrName>
                                        </p:attrNameLst>
                                      </p:cBhvr>
                                      <p:tavLst>
                                        <p:tav tm="0">
                                          <p:val>
                                            <p:strVal val="#ppt_h"/>
                                          </p:val>
                                        </p:tav>
                                        <p:tav tm="100000">
                                          <p:val>
                                            <p:strVal val="#ppt_h"/>
                                          </p:val>
                                        </p:tav>
                                      </p:tavLst>
                                    </p:anim>
                                    <p:animEffect transition="in" filter="fade">
                                      <p:cBhvr>
                                        <p:cTn id="9" dur="1000"/>
                                        <p:tgtEl>
                                          <p:spTgt spid="2250"/>
                                        </p:tgtEl>
                                      </p:cBhvr>
                                    </p:animEffect>
                                  </p:childTnLst>
                                </p:cTn>
                              </p:par>
                            </p:childTnLst>
                          </p:cTn>
                        </p:par>
                        <p:par>
                          <p:cTn id="10" fill="hold">
                            <p:stCondLst>
                              <p:cond delay="1000"/>
                            </p:stCondLst>
                            <p:childTnLst>
                              <p:par>
                                <p:cTn id="11" presetID="50" presetClass="entr" presetSubtype="0" decel="100000" fill="hold" grpId="0" nodeType="afterEffect">
                                  <p:stCondLst>
                                    <p:cond delay="0"/>
                                  </p:stCondLst>
                                  <p:childTnLst>
                                    <p:set>
                                      <p:cBhvr>
                                        <p:cTn id="12" dur="1" fill="hold">
                                          <p:stCondLst>
                                            <p:cond delay="0"/>
                                          </p:stCondLst>
                                        </p:cTn>
                                        <p:tgtEl>
                                          <p:spTgt spid="2319"/>
                                        </p:tgtEl>
                                        <p:attrNameLst>
                                          <p:attrName>style.visibility</p:attrName>
                                        </p:attrNameLst>
                                      </p:cBhvr>
                                      <p:to>
                                        <p:strVal val="visible"/>
                                      </p:to>
                                    </p:set>
                                    <p:anim calcmode="lin" valueType="num">
                                      <p:cBhvr>
                                        <p:cTn id="13" dur="1000" fill="hold"/>
                                        <p:tgtEl>
                                          <p:spTgt spid="2319"/>
                                        </p:tgtEl>
                                        <p:attrNameLst>
                                          <p:attrName>ppt_w</p:attrName>
                                        </p:attrNameLst>
                                      </p:cBhvr>
                                      <p:tavLst>
                                        <p:tav tm="0">
                                          <p:val>
                                            <p:strVal val="#ppt_w+.3"/>
                                          </p:val>
                                        </p:tav>
                                        <p:tav tm="100000">
                                          <p:val>
                                            <p:strVal val="#ppt_w"/>
                                          </p:val>
                                        </p:tav>
                                      </p:tavLst>
                                    </p:anim>
                                    <p:anim calcmode="lin" valueType="num">
                                      <p:cBhvr>
                                        <p:cTn id="14" dur="1000" fill="hold"/>
                                        <p:tgtEl>
                                          <p:spTgt spid="2319"/>
                                        </p:tgtEl>
                                        <p:attrNameLst>
                                          <p:attrName>ppt_h</p:attrName>
                                        </p:attrNameLst>
                                      </p:cBhvr>
                                      <p:tavLst>
                                        <p:tav tm="0">
                                          <p:val>
                                            <p:strVal val="#ppt_h"/>
                                          </p:val>
                                        </p:tav>
                                        <p:tav tm="100000">
                                          <p:val>
                                            <p:strVal val="#ppt_h"/>
                                          </p:val>
                                        </p:tav>
                                      </p:tavLst>
                                    </p:anim>
                                    <p:animEffect transition="in" filter="fade">
                                      <p:cBhvr>
                                        <p:cTn id="15" dur="1000"/>
                                        <p:tgtEl>
                                          <p:spTgt spid="2319"/>
                                        </p:tgtEl>
                                      </p:cBhvr>
                                    </p:animEffect>
                                  </p:childTnLst>
                                </p:cTn>
                              </p:par>
                              <p:par>
                                <p:cTn id="16" presetID="50" presetClass="entr" presetSubtype="0" decel="100000" fill="hold" grpId="0" nodeType="withEffect">
                                  <p:stCondLst>
                                    <p:cond delay="0"/>
                                  </p:stCondLst>
                                  <p:childTnLst>
                                    <p:set>
                                      <p:cBhvr>
                                        <p:cTn id="17" dur="1" fill="hold">
                                          <p:stCondLst>
                                            <p:cond delay="0"/>
                                          </p:stCondLst>
                                        </p:cTn>
                                        <p:tgtEl>
                                          <p:spTgt spid="2317"/>
                                        </p:tgtEl>
                                        <p:attrNameLst>
                                          <p:attrName>style.visibility</p:attrName>
                                        </p:attrNameLst>
                                      </p:cBhvr>
                                      <p:to>
                                        <p:strVal val="visible"/>
                                      </p:to>
                                    </p:set>
                                    <p:anim calcmode="lin" valueType="num">
                                      <p:cBhvr>
                                        <p:cTn id="18" dur="1000" fill="hold"/>
                                        <p:tgtEl>
                                          <p:spTgt spid="2317"/>
                                        </p:tgtEl>
                                        <p:attrNameLst>
                                          <p:attrName>ppt_w</p:attrName>
                                        </p:attrNameLst>
                                      </p:cBhvr>
                                      <p:tavLst>
                                        <p:tav tm="0">
                                          <p:val>
                                            <p:strVal val="#ppt_w+.3"/>
                                          </p:val>
                                        </p:tav>
                                        <p:tav tm="100000">
                                          <p:val>
                                            <p:strVal val="#ppt_w"/>
                                          </p:val>
                                        </p:tav>
                                      </p:tavLst>
                                    </p:anim>
                                    <p:anim calcmode="lin" valueType="num">
                                      <p:cBhvr>
                                        <p:cTn id="19" dur="1000" fill="hold"/>
                                        <p:tgtEl>
                                          <p:spTgt spid="2317"/>
                                        </p:tgtEl>
                                        <p:attrNameLst>
                                          <p:attrName>ppt_h</p:attrName>
                                        </p:attrNameLst>
                                      </p:cBhvr>
                                      <p:tavLst>
                                        <p:tav tm="0">
                                          <p:val>
                                            <p:strVal val="#ppt_h"/>
                                          </p:val>
                                        </p:tav>
                                        <p:tav tm="100000">
                                          <p:val>
                                            <p:strVal val="#ppt_h"/>
                                          </p:val>
                                        </p:tav>
                                      </p:tavLst>
                                    </p:anim>
                                    <p:animEffect transition="in" filter="fade">
                                      <p:cBhvr>
                                        <p:cTn id="20" dur="1000"/>
                                        <p:tgtEl>
                                          <p:spTgt spid="2317"/>
                                        </p:tgtEl>
                                      </p:cBhvr>
                                    </p:animEffect>
                                  </p:childTnLst>
                                </p:cTn>
                              </p:par>
                            </p:childTnLst>
                          </p:cTn>
                        </p:par>
                        <p:par>
                          <p:cTn id="21" fill="hold">
                            <p:stCondLst>
                              <p:cond delay="2000"/>
                            </p:stCondLst>
                            <p:childTnLst>
                              <p:par>
                                <p:cTn id="22" presetID="50" presetClass="entr" presetSubtype="0" decel="100000" fill="hold" grpId="0" nodeType="afterEffect">
                                  <p:stCondLst>
                                    <p:cond delay="0"/>
                                  </p:stCondLst>
                                  <p:childTnLst>
                                    <p:set>
                                      <p:cBhvr>
                                        <p:cTn id="23" dur="1" fill="hold">
                                          <p:stCondLst>
                                            <p:cond delay="0"/>
                                          </p:stCondLst>
                                        </p:cTn>
                                        <p:tgtEl>
                                          <p:spTgt spid="2253"/>
                                        </p:tgtEl>
                                        <p:attrNameLst>
                                          <p:attrName>style.visibility</p:attrName>
                                        </p:attrNameLst>
                                      </p:cBhvr>
                                      <p:to>
                                        <p:strVal val="visible"/>
                                      </p:to>
                                    </p:set>
                                    <p:anim calcmode="lin" valueType="num">
                                      <p:cBhvr>
                                        <p:cTn id="24" dur="1000" fill="hold"/>
                                        <p:tgtEl>
                                          <p:spTgt spid="2253"/>
                                        </p:tgtEl>
                                        <p:attrNameLst>
                                          <p:attrName>ppt_w</p:attrName>
                                        </p:attrNameLst>
                                      </p:cBhvr>
                                      <p:tavLst>
                                        <p:tav tm="0">
                                          <p:val>
                                            <p:strVal val="#ppt_w+.3"/>
                                          </p:val>
                                        </p:tav>
                                        <p:tav tm="100000">
                                          <p:val>
                                            <p:strVal val="#ppt_w"/>
                                          </p:val>
                                        </p:tav>
                                      </p:tavLst>
                                    </p:anim>
                                    <p:anim calcmode="lin" valueType="num">
                                      <p:cBhvr>
                                        <p:cTn id="25" dur="1000" fill="hold"/>
                                        <p:tgtEl>
                                          <p:spTgt spid="2253"/>
                                        </p:tgtEl>
                                        <p:attrNameLst>
                                          <p:attrName>ppt_h</p:attrName>
                                        </p:attrNameLst>
                                      </p:cBhvr>
                                      <p:tavLst>
                                        <p:tav tm="0">
                                          <p:val>
                                            <p:strVal val="#ppt_h"/>
                                          </p:val>
                                        </p:tav>
                                        <p:tav tm="100000">
                                          <p:val>
                                            <p:strVal val="#ppt_h"/>
                                          </p:val>
                                        </p:tav>
                                      </p:tavLst>
                                    </p:anim>
                                    <p:animEffect transition="in" filter="fade">
                                      <p:cBhvr>
                                        <p:cTn id="26" dur="1000"/>
                                        <p:tgtEl>
                                          <p:spTgt spid="2253"/>
                                        </p:tgtEl>
                                      </p:cBhvr>
                                    </p:animEffect>
                                  </p:childTnLst>
                                </p:cTn>
                              </p:par>
                              <p:par>
                                <p:cTn id="27" presetID="50" presetClass="entr" presetSubtype="0" decel="100000" fill="hold" grpId="0" nodeType="withEffect">
                                  <p:stCondLst>
                                    <p:cond delay="0"/>
                                  </p:stCondLst>
                                  <p:childTnLst>
                                    <p:set>
                                      <p:cBhvr>
                                        <p:cTn id="28" dur="1" fill="hold">
                                          <p:stCondLst>
                                            <p:cond delay="0"/>
                                          </p:stCondLst>
                                        </p:cTn>
                                        <p:tgtEl>
                                          <p:spTgt spid="2251"/>
                                        </p:tgtEl>
                                        <p:attrNameLst>
                                          <p:attrName>style.visibility</p:attrName>
                                        </p:attrNameLst>
                                      </p:cBhvr>
                                      <p:to>
                                        <p:strVal val="visible"/>
                                      </p:to>
                                    </p:set>
                                    <p:anim calcmode="lin" valueType="num">
                                      <p:cBhvr>
                                        <p:cTn id="29" dur="1000" fill="hold"/>
                                        <p:tgtEl>
                                          <p:spTgt spid="2251"/>
                                        </p:tgtEl>
                                        <p:attrNameLst>
                                          <p:attrName>ppt_w</p:attrName>
                                        </p:attrNameLst>
                                      </p:cBhvr>
                                      <p:tavLst>
                                        <p:tav tm="0">
                                          <p:val>
                                            <p:strVal val="#ppt_w+.3"/>
                                          </p:val>
                                        </p:tav>
                                        <p:tav tm="100000">
                                          <p:val>
                                            <p:strVal val="#ppt_w"/>
                                          </p:val>
                                        </p:tav>
                                      </p:tavLst>
                                    </p:anim>
                                    <p:anim calcmode="lin" valueType="num">
                                      <p:cBhvr>
                                        <p:cTn id="30" dur="1000" fill="hold"/>
                                        <p:tgtEl>
                                          <p:spTgt spid="2251"/>
                                        </p:tgtEl>
                                        <p:attrNameLst>
                                          <p:attrName>ppt_h</p:attrName>
                                        </p:attrNameLst>
                                      </p:cBhvr>
                                      <p:tavLst>
                                        <p:tav tm="0">
                                          <p:val>
                                            <p:strVal val="#ppt_h"/>
                                          </p:val>
                                        </p:tav>
                                        <p:tav tm="100000">
                                          <p:val>
                                            <p:strVal val="#ppt_h"/>
                                          </p:val>
                                        </p:tav>
                                      </p:tavLst>
                                    </p:anim>
                                    <p:animEffect transition="in" filter="fade">
                                      <p:cBhvr>
                                        <p:cTn id="31" dur="1000"/>
                                        <p:tgtEl>
                                          <p:spTgt spid="2251"/>
                                        </p:tgtEl>
                                      </p:cBhvr>
                                    </p:animEffect>
                                  </p:childTnLst>
                                </p:cTn>
                              </p:par>
                            </p:childTnLst>
                          </p:cTn>
                        </p:par>
                        <p:par>
                          <p:cTn id="32" fill="hold">
                            <p:stCondLst>
                              <p:cond delay="3000"/>
                            </p:stCondLst>
                            <p:childTnLst>
                              <p:par>
                                <p:cTn id="33" presetID="50" presetClass="entr" presetSubtype="0" decel="100000" fill="hold" grpId="0" nodeType="afterEffect">
                                  <p:stCondLst>
                                    <p:cond delay="0"/>
                                  </p:stCondLst>
                                  <p:childTnLst>
                                    <p:set>
                                      <p:cBhvr>
                                        <p:cTn id="34" dur="1" fill="hold">
                                          <p:stCondLst>
                                            <p:cond delay="0"/>
                                          </p:stCondLst>
                                        </p:cTn>
                                        <p:tgtEl>
                                          <p:spTgt spid="2300"/>
                                        </p:tgtEl>
                                        <p:attrNameLst>
                                          <p:attrName>style.visibility</p:attrName>
                                        </p:attrNameLst>
                                      </p:cBhvr>
                                      <p:to>
                                        <p:strVal val="visible"/>
                                      </p:to>
                                    </p:set>
                                    <p:anim calcmode="lin" valueType="num">
                                      <p:cBhvr>
                                        <p:cTn id="35" dur="1000" fill="hold"/>
                                        <p:tgtEl>
                                          <p:spTgt spid="2300"/>
                                        </p:tgtEl>
                                        <p:attrNameLst>
                                          <p:attrName>ppt_w</p:attrName>
                                        </p:attrNameLst>
                                      </p:cBhvr>
                                      <p:tavLst>
                                        <p:tav tm="0">
                                          <p:val>
                                            <p:strVal val="#ppt_w+.3"/>
                                          </p:val>
                                        </p:tav>
                                        <p:tav tm="100000">
                                          <p:val>
                                            <p:strVal val="#ppt_w"/>
                                          </p:val>
                                        </p:tav>
                                      </p:tavLst>
                                    </p:anim>
                                    <p:anim calcmode="lin" valueType="num">
                                      <p:cBhvr>
                                        <p:cTn id="36" dur="1000" fill="hold"/>
                                        <p:tgtEl>
                                          <p:spTgt spid="2300"/>
                                        </p:tgtEl>
                                        <p:attrNameLst>
                                          <p:attrName>ppt_h</p:attrName>
                                        </p:attrNameLst>
                                      </p:cBhvr>
                                      <p:tavLst>
                                        <p:tav tm="0">
                                          <p:val>
                                            <p:strVal val="#ppt_h"/>
                                          </p:val>
                                        </p:tav>
                                        <p:tav tm="100000">
                                          <p:val>
                                            <p:strVal val="#ppt_h"/>
                                          </p:val>
                                        </p:tav>
                                      </p:tavLst>
                                    </p:anim>
                                    <p:animEffect transition="in" filter="fade">
                                      <p:cBhvr>
                                        <p:cTn id="37" dur="1000"/>
                                        <p:tgtEl>
                                          <p:spTgt spid="2300"/>
                                        </p:tgtEl>
                                      </p:cBhvr>
                                    </p:animEffect>
                                  </p:childTnLst>
                                </p:cTn>
                              </p:par>
                              <p:par>
                                <p:cTn id="38" presetID="50" presetClass="entr" presetSubtype="0" decel="100000" fill="hold" grpId="0" nodeType="withEffect">
                                  <p:stCondLst>
                                    <p:cond delay="0"/>
                                  </p:stCondLst>
                                  <p:childTnLst>
                                    <p:set>
                                      <p:cBhvr>
                                        <p:cTn id="39" dur="1" fill="hold">
                                          <p:stCondLst>
                                            <p:cond delay="0"/>
                                          </p:stCondLst>
                                        </p:cTn>
                                        <p:tgtEl>
                                          <p:spTgt spid="2298"/>
                                        </p:tgtEl>
                                        <p:attrNameLst>
                                          <p:attrName>style.visibility</p:attrName>
                                        </p:attrNameLst>
                                      </p:cBhvr>
                                      <p:to>
                                        <p:strVal val="visible"/>
                                      </p:to>
                                    </p:set>
                                    <p:anim calcmode="lin" valueType="num">
                                      <p:cBhvr>
                                        <p:cTn id="40" dur="1000" fill="hold"/>
                                        <p:tgtEl>
                                          <p:spTgt spid="2298"/>
                                        </p:tgtEl>
                                        <p:attrNameLst>
                                          <p:attrName>ppt_w</p:attrName>
                                        </p:attrNameLst>
                                      </p:cBhvr>
                                      <p:tavLst>
                                        <p:tav tm="0">
                                          <p:val>
                                            <p:strVal val="#ppt_w+.3"/>
                                          </p:val>
                                        </p:tav>
                                        <p:tav tm="100000">
                                          <p:val>
                                            <p:strVal val="#ppt_w"/>
                                          </p:val>
                                        </p:tav>
                                      </p:tavLst>
                                    </p:anim>
                                    <p:anim calcmode="lin" valueType="num">
                                      <p:cBhvr>
                                        <p:cTn id="41" dur="1000" fill="hold"/>
                                        <p:tgtEl>
                                          <p:spTgt spid="2298"/>
                                        </p:tgtEl>
                                        <p:attrNameLst>
                                          <p:attrName>ppt_h</p:attrName>
                                        </p:attrNameLst>
                                      </p:cBhvr>
                                      <p:tavLst>
                                        <p:tav tm="0">
                                          <p:val>
                                            <p:strVal val="#ppt_h"/>
                                          </p:val>
                                        </p:tav>
                                        <p:tav tm="100000">
                                          <p:val>
                                            <p:strVal val="#ppt_h"/>
                                          </p:val>
                                        </p:tav>
                                      </p:tavLst>
                                    </p:anim>
                                    <p:animEffect transition="in" filter="fade">
                                      <p:cBhvr>
                                        <p:cTn id="42" dur="1000"/>
                                        <p:tgtEl>
                                          <p:spTgt spid="2298"/>
                                        </p:tgtEl>
                                      </p:cBhvr>
                                    </p:animEffect>
                                  </p:childTnLst>
                                </p:cTn>
                              </p:par>
                            </p:childTnLst>
                          </p:cTn>
                        </p:par>
                        <p:par>
                          <p:cTn id="43" fill="hold">
                            <p:stCondLst>
                              <p:cond delay="4000"/>
                            </p:stCondLst>
                            <p:childTnLst>
                              <p:par>
                                <p:cTn id="44" presetID="50" presetClass="entr" presetSubtype="0" decel="100000" fill="hold" grpId="0" nodeType="afterEffect">
                                  <p:stCondLst>
                                    <p:cond delay="0"/>
                                  </p:stCondLst>
                                  <p:childTnLst>
                                    <p:set>
                                      <p:cBhvr>
                                        <p:cTn id="45" dur="1" fill="hold">
                                          <p:stCondLst>
                                            <p:cond delay="0"/>
                                          </p:stCondLst>
                                        </p:cTn>
                                        <p:tgtEl>
                                          <p:spTgt spid="97"/>
                                        </p:tgtEl>
                                        <p:attrNameLst>
                                          <p:attrName>style.visibility</p:attrName>
                                        </p:attrNameLst>
                                      </p:cBhvr>
                                      <p:to>
                                        <p:strVal val="visible"/>
                                      </p:to>
                                    </p:set>
                                    <p:anim calcmode="lin" valueType="num">
                                      <p:cBhvr>
                                        <p:cTn id="46" dur="1000" fill="hold"/>
                                        <p:tgtEl>
                                          <p:spTgt spid="97"/>
                                        </p:tgtEl>
                                        <p:attrNameLst>
                                          <p:attrName>ppt_w</p:attrName>
                                        </p:attrNameLst>
                                      </p:cBhvr>
                                      <p:tavLst>
                                        <p:tav tm="0">
                                          <p:val>
                                            <p:strVal val="#ppt_w+.3"/>
                                          </p:val>
                                        </p:tav>
                                        <p:tav tm="100000">
                                          <p:val>
                                            <p:strVal val="#ppt_w"/>
                                          </p:val>
                                        </p:tav>
                                      </p:tavLst>
                                    </p:anim>
                                    <p:anim calcmode="lin" valueType="num">
                                      <p:cBhvr>
                                        <p:cTn id="47" dur="1000" fill="hold"/>
                                        <p:tgtEl>
                                          <p:spTgt spid="97"/>
                                        </p:tgtEl>
                                        <p:attrNameLst>
                                          <p:attrName>ppt_h</p:attrName>
                                        </p:attrNameLst>
                                      </p:cBhvr>
                                      <p:tavLst>
                                        <p:tav tm="0">
                                          <p:val>
                                            <p:strVal val="#ppt_h"/>
                                          </p:val>
                                        </p:tav>
                                        <p:tav tm="100000">
                                          <p:val>
                                            <p:strVal val="#ppt_h"/>
                                          </p:val>
                                        </p:tav>
                                      </p:tavLst>
                                    </p:anim>
                                    <p:animEffect transition="in" filter="fade">
                                      <p:cBhvr>
                                        <p:cTn id="48" dur="1000"/>
                                        <p:tgtEl>
                                          <p:spTgt spid="97"/>
                                        </p:tgtEl>
                                      </p:cBhvr>
                                    </p:animEffect>
                                  </p:childTnLst>
                                </p:cTn>
                              </p:par>
                              <p:par>
                                <p:cTn id="49" presetID="50" presetClass="entr" presetSubtype="0" decel="100000" fill="hold" grpId="0" nodeType="withEffect">
                                  <p:stCondLst>
                                    <p:cond delay="0"/>
                                  </p:stCondLst>
                                  <p:childTnLst>
                                    <p:set>
                                      <p:cBhvr>
                                        <p:cTn id="50" dur="1" fill="hold">
                                          <p:stCondLst>
                                            <p:cond delay="0"/>
                                          </p:stCondLst>
                                        </p:cTn>
                                        <p:tgtEl>
                                          <p:spTgt spid="98"/>
                                        </p:tgtEl>
                                        <p:attrNameLst>
                                          <p:attrName>style.visibility</p:attrName>
                                        </p:attrNameLst>
                                      </p:cBhvr>
                                      <p:to>
                                        <p:strVal val="visible"/>
                                      </p:to>
                                    </p:set>
                                    <p:anim calcmode="lin" valueType="num">
                                      <p:cBhvr>
                                        <p:cTn id="51" dur="1000" fill="hold"/>
                                        <p:tgtEl>
                                          <p:spTgt spid="98"/>
                                        </p:tgtEl>
                                        <p:attrNameLst>
                                          <p:attrName>ppt_w</p:attrName>
                                        </p:attrNameLst>
                                      </p:cBhvr>
                                      <p:tavLst>
                                        <p:tav tm="0">
                                          <p:val>
                                            <p:strVal val="#ppt_w+.3"/>
                                          </p:val>
                                        </p:tav>
                                        <p:tav tm="100000">
                                          <p:val>
                                            <p:strVal val="#ppt_w"/>
                                          </p:val>
                                        </p:tav>
                                      </p:tavLst>
                                    </p:anim>
                                    <p:anim calcmode="lin" valueType="num">
                                      <p:cBhvr>
                                        <p:cTn id="52" dur="1000" fill="hold"/>
                                        <p:tgtEl>
                                          <p:spTgt spid="98"/>
                                        </p:tgtEl>
                                        <p:attrNameLst>
                                          <p:attrName>ppt_h</p:attrName>
                                        </p:attrNameLst>
                                      </p:cBhvr>
                                      <p:tavLst>
                                        <p:tav tm="0">
                                          <p:val>
                                            <p:strVal val="#ppt_h"/>
                                          </p:val>
                                        </p:tav>
                                        <p:tav tm="100000">
                                          <p:val>
                                            <p:strVal val="#ppt_h"/>
                                          </p:val>
                                        </p:tav>
                                      </p:tavLst>
                                    </p:anim>
                                    <p:animEffect transition="in" filter="fade">
                                      <p:cBhvr>
                                        <p:cTn id="53" dur="10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0" grpId="0"/>
      <p:bldP spid="2251" grpId="0"/>
      <p:bldP spid="2253" grpId="0"/>
      <p:bldP spid="2298" grpId="0"/>
      <p:bldP spid="2300" grpId="0"/>
      <p:bldP spid="2317" grpId="0"/>
      <p:bldP spid="2319" grpId="0"/>
      <p:bldP spid="97" grpId="0"/>
      <p:bldP spid="9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491"/>
        <p:cNvGrpSpPr/>
        <p:nvPr/>
      </p:nvGrpSpPr>
      <p:grpSpPr>
        <a:xfrm>
          <a:off x="0" y="0"/>
          <a:ext cx="0" cy="0"/>
          <a:chOff x="0" y="0"/>
          <a:chExt cx="0" cy="0"/>
        </a:xfrm>
      </p:grpSpPr>
      <p:sp>
        <p:nvSpPr>
          <p:cNvPr id="1492" name="Google Shape;1492;p38"/>
          <p:cNvSpPr txBox="1">
            <a:spLocks noGrp="1"/>
          </p:cNvSpPr>
          <p:nvPr>
            <p:ph type="title"/>
          </p:nvPr>
        </p:nvSpPr>
        <p:spPr>
          <a:xfrm>
            <a:off x="358173" y="160243"/>
            <a:ext cx="4890000" cy="1195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5000" dirty="0"/>
              <a:t>Introduction</a:t>
            </a:r>
            <a:endParaRPr sz="5000" dirty="0"/>
          </a:p>
        </p:txBody>
      </p:sp>
      <p:sp>
        <p:nvSpPr>
          <p:cNvPr id="1493" name="Google Shape;1493;p38"/>
          <p:cNvSpPr txBox="1">
            <a:spLocks noGrp="1"/>
          </p:cNvSpPr>
          <p:nvPr>
            <p:ph type="subTitle" idx="1"/>
          </p:nvPr>
        </p:nvSpPr>
        <p:spPr>
          <a:xfrm>
            <a:off x="281196" y="2100310"/>
            <a:ext cx="4890000" cy="104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a:solidFill>
                  <a:srgbClr val="FF0000"/>
                </a:solidFill>
              </a:rPr>
              <a:t>Aperçu du projet :</a:t>
            </a:r>
          </a:p>
          <a:p>
            <a:pPr marL="0" lvl="0" indent="0" algn="l" rtl="0">
              <a:spcBef>
                <a:spcPts val="0"/>
              </a:spcBef>
              <a:spcAft>
                <a:spcPts val="0"/>
              </a:spcAft>
              <a:buNone/>
            </a:pPr>
            <a:r>
              <a:rPr lang="fr-FR" b="1" dirty="0">
                <a:latin typeface="Times New Roman" panose="02020603050405020304" pitchFamily="18" charset="0"/>
                <a:cs typeface="Times New Roman" panose="02020603050405020304" pitchFamily="18" charset="0"/>
              </a:rPr>
              <a:t>Développer un système d'innovation clinique visant à faciliter les processus de gestion des livres, des inscriptions, des rendez-vous et de l'inscription médicale</a:t>
            </a:r>
            <a:r>
              <a:rPr lang="fr-FR" b="1" dirty="0"/>
              <a:t>.</a:t>
            </a:r>
          </a:p>
          <a:p>
            <a:pPr marL="0" lvl="0" indent="0" algn="l" rtl="0">
              <a:spcBef>
                <a:spcPts val="0"/>
              </a:spcBef>
              <a:spcAft>
                <a:spcPts val="0"/>
              </a:spcAft>
              <a:buNone/>
            </a:pPr>
            <a:r>
              <a:rPr lang="fr-FR" b="1" dirty="0">
                <a:solidFill>
                  <a:srgbClr val="FF0000"/>
                </a:solidFill>
              </a:rPr>
              <a:t>Importance du système :</a:t>
            </a:r>
          </a:p>
          <a:p>
            <a:pPr marL="0" lvl="0" indent="0" algn="l" rtl="0">
              <a:spcBef>
                <a:spcPts val="0"/>
              </a:spcBef>
              <a:spcAft>
                <a:spcPts val="0"/>
              </a:spcAft>
              <a:buNone/>
            </a:pPr>
            <a:r>
              <a:rPr lang="fr-FR" b="1" dirty="0">
                <a:latin typeface="Times New Roman" panose="02020603050405020304" pitchFamily="18" charset="0"/>
                <a:cs typeface="Times New Roman" panose="02020603050405020304" pitchFamily="18" charset="0"/>
              </a:rPr>
              <a:t>Il a pu travailler à l'intérieur de la clinique.</a:t>
            </a:r>
          </a:p>
          <a:p>
            <a:pPr marL="0" lvl="0" indent="0" algn="l" rtl="0">
              <a:spcBef>
                <a:spcPts val="0"/>
              </a:spcBef>
              <a:spcAft>
                <a:spcPts val="0"/>
              </a:spcAft>
              <a:buNone/>
            </a:pPr>
            <a:r>
              <a:rPr lang="fr-FR" b="1" dirty="0">
                <a:latin typeface="Times New Roman" panose="02020603050405020304" pitchFamily="18" charset="0"/>
                <a:cs typeface="Times New Roman" panose="02020603050405020304" pitchFamily="18" charset="0"/>
              </a:rPr>
              <a:t>Raison humaine accrue et information accrue</a:t>
            </a:r>
            <a:r>
              <a:rPr lang="fr-FR" b="1" dirty="0"/>
              <a:t>.</a:t>
            </a:r>
            <a:endParaRPr b="1" dirty="0"/>
          </a:p>
        </p:txBody>
      </p:sp>
      <p:grpSp>
        <p:nvGrpSpPr>
          <p:cNvPr id="1541" name="Google Shape;1541;p38"/>
          <p:cNvGrpSpPr/>
          <p:nvPr/>
        </p:nvGrpSpPr>
        <p:grpSpPr>
          <a:xfrm rot="-874672">
            <a:off x="6208984" y="238589"/>
            <a:ext cx="320861" cy="416740"/>
            <a:chOff x="3114176" y="1269099"/>
            <a:chExt cx="450729" cy="553999"/>
          </a:xfrm>
        </p:grpSpPr>
        <p:sp>
          <p:nvSpPr>
            <p:cNvPr id="1542" name="Google Shape;1542;p38"/>
            <p:cNvSpPr/>
            <p:nvPr/>
          </p:nvSpPr>
          <p:spPr>
            <a:xfrm>
              <a:off x="3186824" y="1376519"/>
              <a:ext cx="378081" cy="446579"/>
            </a:xfrm>
            <a:custGeom>
              <a:avLst/>
              <a:gdLst/>
              <a:ahLst/>
              <a:cxnLst/>
              <a:rect l="l" t="t" r="r" b="b"/>
              <a:pathLst>
                <a:path w="26781" h="31633" extrusionOk="0">
                  <a:moveTo>
                    <a:pt x="22341" y="1"/>
                  </a:moveTo>
                  <a:lnTo>
                    <a:pt x="22341" y="27193"/>
                  </a:lnTo>
                  <a:lnTo>
                    <a:pt x="1" y="27193"/>
                  </a:lnTo>
                  <a:lnTo>
                    <a:pt x="1" y="31633"/>
                  </a:lnTo>
                  <a:lnTo>
                    <a:pt x="26780" y="31633"/>
                  </a:lnTo>
                  <a:lnTo>
                    <a:pt x="2678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38"/>
            <p:cNvSpPr/>
            <p:nvPr/>
          </p:nvSpPr>
          <p:spPr>
            <a:xfrm>
              <a:off x="3114176" y="1303871"/>
              <a:ext cx="398029" cy="466527"/>
            </a:xfrm>
            <a:custGeom>
              <a:avLst/>
              <a:gdLst/>
              <a:ahLst/>
              <a:cxnLst/>
              <a:rect l="l" t="t" r="r" b="b"/>
              <a:pathLst>
                <a:path w="28194" h="33046" extrusionOk="0">
                  <a:moveTo>
                    <a:pt x="26780" y="1414"/>
                  </a:moveTo>
                  <a:lnTo>
                    <a:pt x="26780" y="31637"/>
                  </a:lnTo>
                  <a:lnTo>
                    <a:pt x="1414" y="31637"/>
                  </a:lnTo>
                  <a:lnTo>
                    <a:pt x="1414" y="1414"/>
                  </a:lnTo>
                  <a:close/>
                  <a:moveTo>
                    <a:pt x="1" y="1"/>
                  </a:moveTo>
                  <a:lnTo>
                    <a:pt x="1" y="33046"/>
                  </a:lnTo>
                  <a:lnTo>
                    <a:pt x="28193" y="33046"/>
                  </a:lnTo>
                  <a:lnTo>
                    <a:pt x="281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4" name="Google Shape;1544;p38"/>
            <p:cNvSpPr/>
            <p:nvPr/>
          </p:nvSpPr>
          <p:spPr>
            <a:xfrm>
              <a:off x="3229276" y="1269099"/>
              <a:ext cx="167829" cy="89505"/>
            </a:xfrm>
            <a:custGeom>
              <a:avLst/>
              <a:gdLst/>
              <a:ahLst/>
              <a:cxnLst/>
              <a:rect l="l" t="t" r="r" b="b"/>
              <a:pathLst>
                <a:path w="11888" h="6340" extrusionOk="0">
                  <a:moveTo>
                    <a:pt x="1" y="1"/>
                  </a:moveTo>
                  <a:lnTo>
                    <a:pt x="1" y="6339"/>
                  </a:lnTo>
                  <a:lnTo>
                    <a:pt x="11887" y="6339"/>
                  </a:lnTo>
                  <a:lnTo>
                    <a:pt x="11887"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8"/>
            <p:cNvSpPr/>
            <p:nvPr/>
          </p:nvSpPr>
          <p:spPr>
            <a:xfrm>
              <a:off x="3191300" y="1460335"/>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8"/>
            <p:cNvSpPr/>
            <p:nvPr/>
          </p:nvSpPr>
          <p:spPr>
            <a:xfrm>
              <a:off x="3191300" y="1561374"/>
              <a:ext cx="243837" cy="19962"/>
            </a:xfrm>
            <a:custGeom>
              <a:avLst/>
              <a:gdLst/>
              <a:ahLst/>
              <a:cxnLst/>
              <a:rect l="l" t="t" r="r" b="b"/>
              <a:pathLst>
                <a:path w="17272" h="1414" extrusionOk="0">
                  <a:moveTo>
                    <a:pt x="0" y="1"/>
                  </a:moveTo>
                  <a:lnTo>
                    <a:pt x="0" y="1414"/>
                  </a:lnTo>
                  <a:lnTo>
                    <a:pt x="17272" y="1414"/>
                  </a:lnTo>
                  <a:lnTo>
                    <a:pt x="172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8"/>
            <p:cNvSpPr/>
            <p:nvPr/>
          </p:nvSpPr>
          <p:spPr>
            <a:xfrm>
              <a:off x="3191300" y="1662427"/>
              <a:ext cx="243837" cy="19962"/>
            </a:xfrm>
            <a:custGeom>
              <a:avLst/>
              <a:gdLst/>
              <a:ahLst/>
              <a:cxnLst/>
              <a:rect l="l" t="t" r="r" b="b"/>
              <a:pathLst>
                <a:path w="17272" h="1414" extrusionOk="0">
                  <a:moveTo>
                    <a:pt x="0" y="0"/>
                  </a:moveTo>
                  <a:lnTo>
                    <a:pt x="0" y="1413"/>
                  </a:lnTo>
                  <a:lnTo>
                    <a:pt x="17272" y="1413"/>
                  </a:lnTo>
                  <a:lnTo>
                    <a:pt x="172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6" name="Google Shape;1556;p38"/>
          <p:cNvGrpSpPr/>
          <p:nvPr/>
        </p:nvGrpSpPr>
        <p:grpSpPr>
          <a:xfrm>
            <a:off x="7821579" y="4414587"/>
            <a:ext cx="347501" cy="292779"/>
            <a:chOff x="4264060" y="1424745"/>
            <a:chExt cx="543905" cy="458254"/>
          </a:xfrm>
        </p:grpSpPr>
        <p:sp>
          <p:nvSpPr>
            <p:cNvPr id="1557" name="Google Shape;1557;p38"/>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8"/>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3" name="Google Shape;1563;p38"/>
          <p:cNvGrpSpPr/>
          <p:nvPr/>
        </p:nvGrpSpPr>
        <p:grpSpPr>
          <a:xfrm rot="474643">
            <a:off x="4012424" y="1495927"/>
            <a:ext cx="222786" cy="512033"/>
            <a:chOff x="2363845" y="2207038"/>
            <a:chExt cx="418880" cy="962898"/>
          </a:xfrm>
        </p:grpSpPr>
        <p:sp>
          <p:nvSpPr>
            <p:cNvPr id="1564" name="Google Shape;1564;p38"/>
            <p:cNvSpPr/>
            <p:nvPr/>
          </p:nvSpPr>
          <p:spPr>
            <a:xfrm>
              <a:off x="2481938" y="2474734"/>
              <a:ext cx="249075" cy="437318"/>
            </a:xfrm>
            <a:custGeom>
              <a:avLst/>
              <a:gdLst/>
              <a:ahLst/>
              <a:cxnLst/>
              <a:rect l="l" t="t" r="r" b="b"/>
              <a:pathLst>
                <a:path w="17643" h="30977" extrusionOk="0">
                  <a:moveTo>
                    <a:pt x="0" y="0"/>
                  </a:moveTo>
                  <a:lnTo>
                    <a:pt x="0" y="30976"/>
                  </a:lnTo>
                  <a:lnTo>
                    <a:pt x="17642" y="30976"/>
                  </a:lnTo>
                  <a:lnTo>
                    <a:pt x="17642"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8"/>
            <p:cNvSpPr/>
            <p:nvPr/>
          </p:nvSpPr>
          <p:spPr>
            <a:xfrm>
              <a:off x="2405590" y="2370688"/>
              <a:ext cx="335389" cy="552474"/>
            </a:xfrm>
            <a:custGeom>
              <a:avLst/>
              <a:gdLst/>
              <a:ahLst/>
              <a:cxnLst/>
              <a:rect l="l" t="t" r="r" b="b"/>
              <a:pathLst>
                <a:path w="23757" h="39134" extrusionOk="0">
                  <a:moveTo>
                    <a:pt x="22344" y="1414"/>
                  </a:moveTo>
                  <a:lnTo>
                    <a:pt x="22344" y="37721"/>
                  </a:lnTo>
                  <a:lnTo>
                    <a:pt x="1413" y="37721"/>
                  </a:lnTo>
                  <a:lnTo>
                    <a:pt x="1413" y="1414"/>
                  </a:lnTo>
                  <a:close/>
                  <a:moveTo>
                    <a:pt x="0" y="1"/>
                  </a:moveTo>
                  <a:lnTo>
                    <a:pt x="0" y="39134"/>
                  </a:lnTo>
                  <a:lnTo>
                    <a:pt x="23757" y="39134"/>
                  </a:lnTo>
                  <a:lnTo>
                    <a:pt x="237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8"/>
            <p:cNvSpPr/>
            <p:nvPr/>
          </p:nvSpPr>
          <p:spPr>
            <a:xfrm>
              <a:off x="2476107" y="2903200"/>
              <a:ext cx="194356" cy="138888"/>
            </a:xfrm>
            <a:custGeom>
              <a:avLst/>
              <a:gdLst/>
              <a:ahLst/>
              <a:cxnLst/>
              <a:rect l="l" t="t" r="r" b="b"/>
              <a:pathLst>
                <a:path w="13767" h="9838" extrusionOk="0">
                  <a:moveTo>
                    <a:pt x="12087" y="1414"/>
                  </a:moveTo>
                  <a:lnTo>
                    <a:pt x="10867" y="8424"/>
                  </a:lnTo>
                  <a:lnTo>
                    <a:pt x="2900" y="8424"/>
                  </a:lnTo>
                  <a:lnTo>
                    <a:pt x="1680" y="1414"/>
                  </a:lnTo>
                  <a:close/>
                  <a:moveTo>
                    <a:pt x="0" y="1"/>
                  </a:moveTo>
                  <a:lnTo>
                    <a:pt x="1714" y="9837"/>
                  </a:lnTo>
                  <a:lnTo>
                    <a:pt x="12053" y="9837"/>
                  </a:lnTo>
                  <a:lnTo>
                    <a:pt x="137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8"/>
            <p:cNvSpPr/>
            <p:nvPr/>
          </p:nvSpPr>
          <p:spPr>
            <a:xfrm>
              <a:off x="2531857" y="2269917"/>
              <a:ext cx="82856" cy="120733"/>
            </a:xfrm>
            <a:custGeom>
              <a:avLst/>
              <a:gdLst/>
              <a:ahLst/>
              <a:cxnLst/>
              <a:rect l="l" t="t" r="r" b="b"/>
              <a:pathLst>
                <a:path w="5869" h="8552" extrusionOk="0">
                  <a:moveTo>
                    <a:pt x="4459" y="1414"/>
                  </a:moveTo>
                  <a:lnTo>
                    <a:pt x="4459" y="7139"/>
                  </a:lnTo>
                  <a:lnTo>
                    <a:pt x="1413" y="7139"/>
                  </a:lnTo>
                  <a:lnTo>
                    <a:pt x="1413" y="1414"/>
                  </a:lnTo>
                  <a:close/>
                  <a:moveTo>
                    <a:pt x="1" y="1"/>
                  </a:moveTo>
                  <a:lnTo>
                    <a:pt x="1" y="8552"/>
                  </a:lnTo>
                  <a:lnTo>
                    <a:pt x="5868" y="8552"/>
                  </a:lnTo>
                  <a:lnTo>
                    <a:pt x="58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8"/>
            <p:cNvSpPr/>
            <p:nvPr/>
          </p:nvSpPr>
          <p:spPr>
            <a:xfrm>
              <a:off x="2467001" y="2207038"/>
              <a:ext cx="224609" cy="82841"/>
            </a:xfrm>
            <a:custGeom>
              <a:avLst/>
              <a:gdLst/>
              <a:ahLst/>
              <a:cxnLst/>
              <a:rect l="l" t="t" r="r" b="b"/>
              <a:pathLst>
                <a:path w="15910" h="5868" extrusionOk="0">
                  <a:moveTo>
                    <a:pt x="13057" y="1409"/>
                  </a:moveTo>
                  <a:cubicBezTo>
                    <a:pt x="13852" y="1409"/>
                    <a:pt x="14496" y="2054"/>
                    <a:pt x="14500" y="2849"/>
                  </a:cubicBezTo>
                  <a:lnTo>
                    <a:pt x="14500" y="3011"/>
                  </a:lnTo>
                  <a:cubicBezTo>
                    <a:pt x="14496" y="3806"/>
                    <a:pt x="13852" y="4451"/>
                    <a:pt x="13057" y="4455"/>
                  </a:cubicBezTo>
                  <a:lnTo>
                    <a:pt x="2857" y="4455"/>
                  </a:lnTo>
                  <a:cubicBezTo>
                    <a:pt x="2058" y="4451"/>
                    <a:pt x="1414" y="3806"/>
                    <a:pt x="1414" y="3011"/>
                  </a:cubicBezTo>
                  <a:lnTo>
                    <a:pt x="1414" y="2849"/>
                  </a:lnTo>
                  <a:cubicBezTo>
                    <a:pt x="1417" y="2054"/>
                    <a:pt x="2058" y="1409"/>
                    <a:pt x="2857" y="1409"/>
                  </a:cubicBezTo>
                  <a:close/>
                  <a:moveTo>
                    <a:pt x="2857" y="0"/>
                  </a:moveTo>
                  <a:cubicBezTo>
                    <a:pt x="1282" y="0"/>
                    <a:pt x="5" y="1278"/>
                    <a:pt x="1" y="2853"/>
                  </a:cubicBezTo>
                  <a:lnTo>
                    <a:pt x="1" y="3015"/>
                  </a:lnTo>
                  <a:cubicBezTo>
                    <a:pt x="5" y="4590"/>
                    <a:pt x="1282" y="5868"/>
                    <a:pt x="2857" y="5868"/>
                  </a:cubicBezTo>
                  <a:lnTo>
                    <a:pt x="13057" y="5868"/>
                  </a:lnTo>
                  <a:cubicBezTo>
                    <a:pt x="14632" y="5868"/>
                    <a:pt x="15909" y="4590"/>
                    <a:pt x="15909" y="3015"/>
                  </a:cubicBezTo>
                  <a:lnTo>
                    <a:pt x="15909" y="2853"/>
                  </a:lnTo>
                  <a:cubicBezTo>
                    <a:pt x="15909" y="1278"/>
                    <a:pt x="14632" y="0"/>
                    <a:pt x="130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8"/>
            <p:cNvSpPr/>
            <p:nvPr/>
          </p:nvSpPr>
          <p:spPr>
            <a:xfrm>
              <a:off x="2563311" y="3032093"/>
              <a:ext cx="19948" cy="137843"/>
            </a:xfrm>
            <a:custGeom>
              <a:avLst/>
              <a:gdLst/>
              <a:ahLst/>
              <a:cxnLst/>
              <a:rect l="l" t="t" r="r" b="b"/>
              <a:pathLst>
                <a:path w="1413" h="9764" extrusionOk="0">
                  <a:moveTo>
                    <a:pt x="0" y="1"/>
                  </a:moveTo>
                  <a:lnTo>
                    <a:pt x="0" y="9764"/>
                  </a:lnTo>
                  <a:lnTo>
                    <a:pt x="1413" y="9764"/>
                  </a:lnTo>
                  <a:lnTo>
                    <a:pt x="14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8"/>
            <p:cNvSpPr/>
            <p:nvPr/>
          </p:nvSpPr>
          <p:spPr>
            <a:xfrm>
              <a:off x="2573278" y="2556813"/>
              <a:ext cx="157735" cy="19948"/>
            </a:xfrm>
            <a:custGeom>
              <a:avLst/>
              <a:gdLst/>
              <a:ahLst/>
              <a:cxnLst/>
              <a:rect l="l" t="t" r="r" b="b"/>
              <a:pathLst>
                <a:path w="11173" h="1413" extrusionOk="0">
                  <a:moveTo>
                    <a:pt x="0" y="0"/>
                  </a:moveTo>
                  <a:lnTo>
                    <a:pt x="0" y="1413"/>
                  </a:lnTo>
                  <a:lnTo>
                    <a:pt x="11172" y="1413"/>
                  </a:lnTo>
                  <a:lnTo>
                    <a:pt x="111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8"/>
            <p:cNvSpPr/>
            <p:nvPr/>
          </p:nvSpPr>
          <p:spPr>
            <a:xfrm>
              <a:off x="2573278" y="2680624"/>
              <a:ext cx="157735" cy="19906"/>
            </a:xfrm>
            <a:custGeom>
              <a:avLst/>
              <a:gdLst/>
              <a:ahLst/>
              <a:cxnLst/>
              <a:rect l="l" t="t" r="r" b="b"/>
              <a:pathLst>
                <a:path w="11173" h="1410" extrusionOk="0">
                  <a:moveTo>
                    <a:pt x="0" y="1"/>
                  </a:moveTo>
                  <a:lnTo>
                    <a:pt x="0" y="1410"/>
                  </a:lnTo>
                  <a:lnTo>
                    <a:pt x="11172" y="1410"/>
                  </a:lnTo>
                  <a:lnTo>
                    <a:pt x="111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8"/>
            <p:cNvSpPr/>
            <p:nvPr/>
          </p:nvSpPr>
          <p:spPr>
            <a:xfrm>
              <a:off x="2573278" y="2804392"/>
              <a:ext cx="157735" cy="19962"/>
            </a:xfrm>
            <a:custGeom>
              <a:avLst/>
              <a:gdLst/>
              <a:ahLst/>
              <a:cxnLst/>
              <a:rect l="l" t="t" r="r" b="b"/>
              <a:pathLst>
                <a:path w="11173" h="1414" extrusionOk="0">
                  <a:moveTo>
                    <a:pt x="0" y="1"/>
                  </a:moveTo>
                  <a:lnTo>
                    <a:pt x="0" y="1414"/>
                  </a:lnTo>
                  <a:lnTo>
                    <a:pt x="11172" y="1414"/>
                  </a:lnTo>
                  <a:lnTo>
                    <a:pt x="111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8"/>
            <p:cNvSpPr/>
            <p:nvPr/>
          </p:nvSpPr>
          <p:spPr>
            <a:xfrm>
              <a:off x="2363845" y="2370688"/>
              <a:ext cx="418880" cy="19962"/>
            </a:xfrm>
            <a:custGeom>
              <a:avLst/>
              <a:gdLst/>
              <a:ahLst/>
              <a:cxnLst/>
              <a:rect l="l" t="t" r="r" b="b"/>
              <a:pathLst>
                <a:path w="29671" h="1414" extrusionOk="0">
                  <a:moveTo>
                    <a:pt x="0" y="1"/>
                  </a:moveTo>
                  <a:lnTo>
                    <a:pt x="0" y="1414"/>
                  </a:lnTo>
                  <a:lnTo>
                    <a:pt x="29671" y="1414"/>
                  </a:lnTo>
                  <a:lnTo>
                    <a:pt x="296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4" name="Google Shape;1574;p38"/>
          <p:cNvGrpSpPr/>
          <p:nvPr/>
        </p:nvGrpSpPr>
        <p:grpSpPr>
          <a:xfrm>
            <a:off x="8763575" y="66639"/>
            <a:ext cx="362500" cy="363807"/>
            <a:chOff x="2694759" y="3017326"/>
            <a:chExt cx="485600" cy="487350"/>
          </a:xfrm>
        </p:grpSpPr>
        <p:sp>
          <p:nvSpPr>
            <p:cNvPr id="1575" name="Google Shape;1575;p38"/>
            <p:cNvSpPr/>
            <p:nvPr/>
          </p:nvSpPr>
          <p:spPr>
            <a:xfrm>
              <a:off x="2694759" y="3095960"/>
              <a:ext cx="485600" cy="408716"/>
            </a:xfrm>
            <a:custGeom>
              <a:avLst/>
              <a:gdLst/>
              <a:ahLst/>
              <a:cxnLst/>
              <a:rect l="l" t="t" r="r" b="b"/>
              <a:pathLst>
                <a:path w="34397" h="28951" extrusionOk="0">
                  <a:moveTo>
                    <a:pt x="26096" y="1414"/>
                  </a:moveTo>
                  <a:cubicBezTo>
                    <a:pt x="29895" y="1414"/>
                    <a:pt x="32983" y="4502"/>
                    <a:pt x="32983" y="8297"/>
                  </a:cubicBezTo>
                  <a:lnTo>
                    <a:pt x="32983" y="20650"/>
                  </a:lnTo>
                  <a:cubicBezTo>
                    <a:pt x="32983" y="24445"/>
                    <a:pt x="29895" y="27533"/>
                    <a:pt x="26096" y="27533"/>
                  </a:cubicBezTo>
                  <a:lnTo>
                    <a:pt x="8296" y="27533"/>
                  </a:lnTo>
                  <a:cubicBezTo>
                    <a:pt x="4498" y="27533"/>
                    <a:pt x="1409" y="24445"/>
                    <a:pt x="1409" y="20650"/>
                  </a:cubicBezTo>
                  <a:lnTo>
                    <a:pt x="1409" y="8297"/>
                  </a:lnTo>
                  <a:cubicBezTo>
                    <a:pt x="1409" y="4502"/>
                    <a:pt x="4498" y="1414"/>
                    <a:pt x="8296" y="1414"/>
                  </a:cubicBezTo>
                  <a:close/>
                  <a:moveTo>
                    <a:pt x="8296" y="1"/>
                  </a:moveTo>
                  <a:cubicBezTo>
                    <a:pt x="3722" y="1"/>
                    <a:pt x="0" y="3726"/>
                    <a:pt x="0" y="8297"/>
                  </a:cubicBezTo>
                  <a:lnTo>
                    <a:pt x="0" y="20650"/>
                  </a:lnTo>
                  <a:cubicBezTo>
                    <a:pt x="0" y="25225"/>
                    <a:pt x="3722" y="28950"/>
                    <a:pt x="8296" y="28950"/>
                  </a:cubicBezTo>
                  <a:lnTo>
                    <a:pt x="26096" y="28950"/>
                  </a:lnTo>
                  <a:cubicBezTo>
                    <a:pt x="30675" y="28950"/>
                    <a:pt x="34396" y="25225"/>
                    <a:pt x="34396" y="20650"/>
                  </a:cubicBezTo>
                  <a:lnTo>
                    <a:pt x="34396" y="8297"/>
                  </a:lnTo>
                  <a:cubicBezTo>
                    <a:pt x="34396" y="3726"/>
                    <a:pt x="30671" y="1"/>
                    <a:pt x="26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8"/>
            <p:cNvSpPr/>
            <p:nvPr/>
          </p:nvSpPr>
          <p:spPr>
            <a:xfrm>
              <a:off x="2884300" y="3202562"/>
              <a:ext cx="106460" cy="195457"/>
            </a:xfrm>
            <a:custGeom>
              <a:avLst/>
              <a:gdLst/>
              <a:ahLst/>
              <a:cxnLst/>
              <a:rect l="l" t="t" r="r" b="b"/>
              <a:pathLst>
                <a:path w="7541" h="13845" extrusionOk="0">
                  <a:moveTo>
                    <a:pt x="1" y="1"/>
                  </a:moveTo>
                  <a:lnTo>
                    <a:pt x="1" y="13844"/>
                  </a:lnTo>
                  <a:lnTo>
                    <a:pt x="7540" y="13844"/>
                  </a:lnTo>
                  <a:lnTo>
                    <a:pt x="7540"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8"/>
            <p:cNvSpPr/>
            <p:nvPr/>
          </p:nvSpPr>
          <p:spPr>
            <a:xfrm>
              <a:off x="2839830" y="3247088"/>
              <a:ext cx="195443" cy="106460"/>
            </a:xfrm>
            <a:custGeom>
              <a:avLst/>
              <a:gdLst/>
              <a:ahLst/>
              <a:cxnLst/>
              <a:rect l="l" t="t" r="r" b="b"/>
              <a:pathLst>
                <a:path w="13844" h="7541" extrusionOk="0">
                  <a:moveTo>
                    <a:pt x="1" y="1"/>
                  </a:moveTo>
                  <a:lnTo>
                    <a:pt x="1" y="7540"/>
                  </a:lnTo>
                  <a:lnTo>
                    <a:pt x="13844" y="7540"/>
                  </a:lnTo>
                  <a:lnTo>
                    <a:pt x="13844"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8"/>
            <p:cNvSpPr/>
            <p:nvPr/>
          </p:nvSpPr>
          <p:spPr>
            <a:xfrm>
              <a:off x="2829863" y="3017326"/>
              <a:ext cx="215391" cy="98597"/>
            </a:xfrm>
            <a:custGeom>
              <a:avLst/>
              <a:gdLst/>
              <a:ahLst/>
              <a:cxnLst/>
              <a:rect l="l" t="t" r="r" b="b"/>
              <a:pathLst>
                <a:path w="15257" h="6984" extrusionOk="0">
                  <a:moveTo>
                    <a:pt x="11300" y="1413"/>
                  </a:moveTo>
                  <a:cubicBezTo>
                    <a:pt x="12701" y="1413"/>
                    <a:pt x="13840" y="2552"/>
                    <a:pt x="13844" y="3957"/>
                  </a:cubicBezTo>
                  <a:lnTo>
                    <a:pt x="13844" y="5571"/>
                  </a:lnTo>
                  <a:lnTo>
                    <a:pt x="1413" y="5571"/>
                  </a:lnTo>
                  <a:lnTo>
                    <a:pt x="1413" y="3957"/>
                  </a:lnTo>
                  <a:cubicBezTo>
                    <a:pt x="1413" y="2552"/>
                    <a:pt x="2552" y="1413"/>
                    <a:pt x="3957" y="1413"/>
                  </a:cubicBezTo>
                  <a:close/>
                  <a:moveTo>
                    <a:pt x="3957" y="0"/>
                  </a:moveTo>
                  <a:cubicBezTo>
                    <a:pt x="1772" y="0"/>
                    <a:pt x="0" y="1772"/>
                    <a:pt x="0" y="3957"/>
                  </a:cubicBezTo>
                  <a:lnTo>
                    <a:pt x="0" y="6984"/>
                  </a:lnTo>
                  <a:lnTo>
                    <a:pt x="15256" y="6984"/>
                  </a:lnTo>
                  <a:lnTo>
                    <a:pt x="15256" y="3957"/>
                  </a:lnTo>
                  <a:cubicBezTo>
                    <a:pt x="15253" y="1772"/>
                    <a:pt x="13481" y="0"/>
                    <a:pt x="113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2" name="Google Shape;1582;p38"/>
          <p:cNvGrpSpPr/>
          <p:nvPr/>
        </p:nvGrpSpPr>
        <p:grpSpPr>
          <a:xfrm rot="1799935">
            <a:off x="1081440" y="1444296"/>
            <a:ext cx="382408" cy="449475"/>
            <a:chOff x="8071717" y="2421860"/>
            <a:chExt cx="443820" cy="521710"/>
          </a:xfrm>
        </p:grpSpPr>
        <p:grpSp>
          <p:nvGrpSpPr>
            <p:cNvPr id="1583" name="Google Shape;1583;p38"/>
            <p:cNvGrpSpPr/>
            <p:nvPr/>
          </p:nvGrpSpPr>
          <p:grpSpPr>
            <a:xfrm>
              <a:off x="8071717" y="2421860"/>
              <a:ext cx="443820" cy="521710"/>
              <a:chOff x="8071475" y="2521207"/>
              <a:chExt cx="359252" cy="422301"/>
            </a:xfrm>
          </p:grpSpPr>
          <p:sp>
            <p:nvSpPr>
              <p:cNvPr id="1584" name="Google Shape;1584;p38"/>
              <p:cNvSpPr/>
              <p:nvPr/>
            </p:nvSpPr>
            <p:spPr>
              <a:xfrm>
                <a:off x="8071475" y="2533659"/>
                <a:ext cx="234159" cy="276670"/>
              </a:xfrm>
              <a:custGeom>
                <a:avLst/>
                <a:gdLst/>
                <a:ahLst/>
                <a:cxnLst/>
                <a:rect l="l" t="t" r="r" b="b"/>
                <a:pathLst>
                  <a:path w="5679" h="6710" fill="none" extrusionOk="0">
                    <a:moveTo>
                      <a:pt x="1165" y="0"/>
                    </a:moveTo>
                    <a:lnTo>
                      <a:pt x="1021" y="0"/>
                    </a:lnTo>
                    <a:cubicBezTo>
                      <a:pt x="458" y="0"/>
                      <a:pt x="0" y="458"/>
                      <a:pt x="0" y="1024"/>
                    </a:cubicBezTo>
                    <a:lnTo>
                      <a:pt x="0" y="3872"/>
                    </a:lnTo>
                    <a:cubicBezTo>
                      <a:pt x="0" y="5440"/>
                      <a:pt x="1270" y="6709"/>
                      <a:pt x="2838" y="6709"/>
                    </a:cubicBezTo>
                    <a:lnTo>
                      <a:pt x="2838" y="6709"/>
                    </a:lnTo>
                    <a:cubicBezTo>
                      <a:pt x="4406" y="6709"/>
                      <a:pt x="5679" y="5440"/>
                      <a:pt x="5679" y="3872"/>
                    </a:cubicBezTo>
                    <a:lnTo>
                      <a:pt x="5679" y="1021"/>
                    </a:lnTo>
                    <a:cubicBezTo>
                      <a:pt x="5679" y="458"/>
                      <a:pt x="5221" y="0"/>
                      <a:pt x="4654" y="0"/>
                    </a:cubicBezTo>
                    <a:lnTo>
                      <a:pt x="4654" y="0"/>
                    </a:lnTo>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8"/>
              <p:cNvSpPr/>
              <p:nvPr/>
            </p:nvSpPr>
            <p:spPr>
              <a:xfrm>
                <a:off x="8338944" y="2534978"/>
                <a:ext cx="91784" cy="91701"/>
              </a:xfrm>
              <a:custGeom>
                <a:avLst/>
                <a:gdLst/>
                <a:ahLst/>
                <a:cxnLst/>
                <a:rect l="l" t="t" r="r" b="b"/>
                <a:pathLst>
                  <a:path w="2226" h="2224" fill="none" extrusionOk="0">
                    <a:moveTo>
                      <a:pt x="2226" y="1271"/>
                    </a:moveTo>
                    <a:cubicBezTo>
                      <a:pt x="2222" y="423"/>
                      <a:pt x="1198" y="1"/>
                      <a:pt x="599" y="600"/>
                    </a:cubicBezTo>
                    <a:cubicBezTo>
                      <a:pt x="0" y="1199"/>
                      <a:pt x="426" y="2223"/>
                      <a:pt x="1273" y="2223"/>
                    </a:cubicBezTo>
                    <a:cubicBezTo>
                      <a:pt x="1797" y="2223"/>
                      <a:pt x="2226" y="1798"/>
                      <a:pt x="2226" y="1271"/>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8"/>
              <p:cNvSpPr/>
              <p:nvPr/>
            </p:nvSpPr>
            <p:spPr>
              <a:xfrm>
                <a:off x="8107099" y="2521207"/>
                <a:ext cx="24863" cy="24904"/>
              </a:xfrm>
              <a:custGeom>
                <a:avLst/>
                <a:gdLst/>
                <a:ahLst/>
                <a:cxnLst/>
                <a:rect l="l" t="t" r="r" b="b"/>
                <a:pathLst>
                  <a:path w="603" h="604" fill="none" extrusionOk="0">
                    <a:moveTo>
                      <a:pt x="603" y="302"/>
                    </a:moveTo>
                    <a:cubicBezTo>
                      <a:pt x="603" y="469"/>
                      <a:pt x="468" y="603"/>
                      <a:pt x="301" y="603"/>
                    </a:cubicBezTo>
                    <a:cubicBezTo>
                      <a:pt x="134" y="603"/>
                      <a:pt x="0" y="469"/>
                      <a:pt x="0" y="302"/>
                    </a:cubicBezTo>
                    <a:cubicBezTo>
                      <a:pt x="0" y="135"/>
                      <a:pt x="134" y="1"/>
                      <a:pt x="301" y="1"/>
                    </a:cubicBezTo>
                    <a:cubicBezTo>
                      <a:pt x="468" y="1"/>
                      <a:pt x="603" y="135"/>
                      <a:pt x="603" y="302"/>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8"/>
              <p:cNvSpPr/>
              <p:nvPr/>
            </p:nvSpPr>
            <p:spPr>
              <a:xfrm>
                <a:off x="8249306" y="2521207"/>
                <a:ext cx="24740" cy="24904"/>
              </a:xfrm>
              <a:custGeom>
                <a:avLst/>
                <a:gdLst/>
                <a:ahLst/>
                <a:cxnLst/>
                <a:rect l="l" t="t" r="r" b="b"/>
                <a:pathLst>
                  <a:path w="600" h="604" fill="none" extrusionOk="0">
                    <a:moveTo>
                      <a:pt x="600" y="302"/>
                    </a:moveTo>
                    <a:cubicBezTo>
                      <a:pt x="600" y="469"/>
                      <a:pt x="466" y="603"/>
                      <a:pt x="302" y="603"/>
                    </a:cubicBezTo>
                    <a:cubicBezTo>
                      <a:pt x="135" y="603"/>
                      <a:pt x="1" y="469"/>
                      <a:pt x="1" y="302"/>
                    </a:cubicBezTo>
                    <a:cubicBezTo>
                      <a:pt x="1" y="135"/>
                      <a:pt x="135" y="1"/>
                      <a:pt x="302" y="1"/>
                    </a:cubicBezTo>
                    <a:cubicBezTo>
                      <a:pt x="466" y="1"/>
                      <a:pt x="600" y="135"/>
                      <a:pt x="600" y="302"/>
                    </a:cubicBezTo>
                    <a:close/>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8"/>
              <p:cNvSpPr/>
              <p:nvPr/>
            </p:nvSpPr>
            <p:spPr>
              <a:xfrm>
                <a:off x="8188614" y="2626636"/>
                <a:ext cx="202864" cy="316872"/>
              </a:xfrm>
              <a:custGeom>
                <a:avLst/>
                <a:gdLst/>
                <a:ahLst/>
                <a:cxnLst/>
                <a:rect l="l" t="t" r="r" b="b"/>
                <a:pathLst>
                  <a:path w="4920" h="7685" fill="none" extrusionOk="0">
                    <a:moveTo>
                      <a:pt x="0" y="4454"/>
                    </a:moveTo>
                    <a:lnTo>
                      <a:pt x="0" y="5224"/>
                    </a:lnTo>
                    <a:cubicBezTo>
                      <a:pt x="0" y="6585"/>
                      <a:pt x="1100" y="7685"/>
                      <a:pt x="2458" y="7685"/>
                    </a:cubicBezTo>
                    <a:lnTo>
                      <a:pt x="2458" y="7685"/>
                    </a:lnTo>
                    <a:cubicBezTo>
                      <a:pt x="3820" y="7685"/>
                      <a:pt x="4919" y="6585"/>
                      <a:pt x="4919" y="5224"/>
                    </a:cubicBezTo>
                    <a:lnTo>
                      <a:pt x="4919" y="0"/>
                    </a:lnTo>
                  </a:path>
                </a:pathLst>
              </a:custGeom>
              <a:solidFill>
                <a:schemeClr val="lt1"/>
              </a:solidFill>
              <a:ln w="9525" cap="rnd" cmpd="sng">
                <a:solidFill>
                  <a:srgbClr val="FFFFFF"/>
                </a:solidFill>
                <a:prstDash val="solid"/>
                <a:miter lim="327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9" name="Google Shape;1589;p38"/>
            <p:cNvSpPr/>
            <p:nvPr/>
          </p:nvSpPr>
          <p:spPr>
            <a:xfrm>
              <a:off x="8436649" y="2472701"/>
              <a:ext cx="61200" cy="61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4" name="Google Shape;1594;p38"/>
          <p:cNvSpPr/>
          <p:nvPr/>
        </p:nvSpPr>
        <p:spPr>
          <a:xfrm flipH="1">
            <a:off x="8235575" y="478459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8"/>
          <p:cNvSpPr/>
          <p:nvPr/>
        </p:nvSpPr>
        <p:spPr>
          <a:xfrm flipH="1">
            <a:off x="8763575" y="441552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8"/>
          <p:cNvSpPr/>
          <p:nvPr/>
        </p:nvSpPr>
        <p:spPr>
          <a:xfrm flipH="1">
            <a:off x="8763575" y="4933350"/>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8"/>
          <p:cNvSpPr/>
          <p:nvPr/>
        </p:nvSpPr>
        <p:spPr>
          <a:xfrm flipH="1">
            <a:off x="4455975" y="1151525"/>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p:cNvPicPr>
            <a:picLocks noChangeAspect="1"/>
          </p:cNvPicPr>
          <p:nvPr/>
        </p:nvPicPr>
        <p:blipFill>
          <a:blip r:embed="rId3"/>
          <a:stretch>
            <a:fillRect/>
          </a:stretch>
        </p:blipFill>
        <p:spPr>
          <a:xfrm>
            <a:off x="5191841" y="1151525"/>
            <a:ext cx="3980687" cy="2649794"/>
          </a:xfrm>
          <a:prstGeom prst="ellipse">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93">
                                            <p:txEl>
                                              <p:pRg st="0" end="0"/>
                                            </p:txEl>
                                          </p:spTgt>
                                        </p:tgtEl>
                                        <p:attrNameLst>
                                          <p:attrName>style.visibility</p:attrName>
                                        </p:attrNameLst>
                                      </p:cBhvr>
                                      <p:to>
                                        <p:strVal val="visible"/>
                                      </p:to>
                                    </p:set>
                                    <p:animEffect transition="in" filter="barn(inVertical)">
                                      <p:cBhvr>
                                        <p:cTn id="7" dur="500"/>
                                        <p:tgtEl>
                                          <p:spTgt spid="1493">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493">
                                            <p:txEl>
                                              <p:pRg st="1" end="1"/>
                                            </p:txEl>
                                          </p:spTgt>
                                        </p:tgtEl>
                                        <p:attrNameLst>
                                          <p:attrName>style.visibility</p:attrName>
                                        </p:attrNameLst>
                                      </p:cBhvr>
                                      <p:to>
                                        <p:strVal val="visible"/>
                                      </p:to>
                                    </p:set>
                                    <p:animEffect transition="in" filter="barn(inVertical)">
                                      <p:cBhvr>
                                        <p:cTn id="10" dur="500"/>
                                        <p:tgtEl>
                                          <p:spTgt spid="1493">
                                            <p:txEl>
                                              <p:pRg st="1" end="1"/>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493">
                                            <p:txEl>
                                              <p:pRg st="2" end="2"/>
                                            </p:txEl>
                                          </p:spTgt>
                                        </p:tgtEl>
                                        <p:attrNameLst>
                                          <p:attrName>style.visibility</p:attrName>
                                        </p:attrNameLst>
                                      </p:cBhvr>
                                      <p:to>
                                        <p:strVal val="visible"/>
                                      </p:to>
                                    </p:set>
                                    <p:animEffect transition="in" filter="barn(inVertical)">
                                      <p:cBhvr>
                                        <p:cTn id="13" dur="500"/>
                                        <p:tgtEl>
                                          <p:spTgt spid="1493">
                                            <p:txEl>
                                              <p:pRg st="2" end="2"/>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493">
                                            <p:txEl>
                                              <p:pRg st="3" end="3"/>
                                            </p:txEl>
                                          </p:spTgt>
                                        </p:tgtEl>
                                        <p:attrNameLst>
                                          <p:attrName>style.visibility</p:attrName>
                                        </p:attrNameLst>
                                      </p:cBhvr>
                                      <p:to>
                                        <p:strVal val="visible"/>
                                      </p:to>
                                    </p:set>
                                    <p:animEffect transition="in" filter="barn(inVertical)">
                                      <p:cBhvr>
                                        <p:cTn id="16" dur="500"/>
                                        <p:tgtEl>
                                          <p:spTgt spid="1493">
                                            <p:txEl>
                                              <p:pRg st="3" end="3"/>
                                            </p:txEl>
                                          </p:spTgt>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493">
                                            <p:txEl>
                                              <p:pRg st="4" end="4"/>
                                            </p:txEl>
                                          </p:spTgt>
                                        </p:tgtEl>
                                        <p:attrNameLst>
                                          <p:attrName>style.visibility</p:attrName>
                                        </p:attrNameLst>
                                      </p:cBhvr>
                                      <p:to>
                                        <p:strVal val="visible"/>
                                      </p:to>
                                    </p:set>
                                    <p:animEffect transition="in" filter="barn(inVertical)">
                                      <p:cBhvr>
                                        <p:cTn id="19" dur="500"/>
                                        <p:tgtEl>
                                          <p:spTgt spid="1493">
                                            <p:txEl>
                                              <p:pRg st="4" end="4"/>
                                            </p:txEl>
                                          </p:spTgt>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492"/>
                                        </p:tgtEl>
                                        <p:attrNameLst>
                                          <p:attrName>style.visibility</p:attrName>
                                        </p:attrNameLst>
                                      </p:cBhvr>
                                      <p:to>
                                        <p:strVal val="visible"/>
                                      </p:to>
                                    </p:set>
                                    <p:animEffect transition="in" filter="barn(inVertical)">
                                      <p:cBhvr>
                                        <p:cTn id="22" dur="500"/>
                                        <p:tgtEl>
                                          <p:spTgt spid="1492"/>
                                        </p:tgtEl>
                                      </p:cBhvr>
                                    </p:animEffect>
                                  </p:childTnLst>
                                </p:cTn>
                              </p:par>
                            </p:childTnLst>
                          </p:cTn>
                        </p:par>
                        <p:par>
                          <p:cTn id="23" fill="hold">
                            <p:stCondLst>
                              <p:cond delay="500"/>
                            </p:stCondLst>
                            <p:childTnLst>
                              <p:par>
                                <p:cTn id="24" presetID="22" presetClass="entr" presetSubtype="4"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down)">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2" grpId="0"/>
      <p:bldP spid="149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49"/>
        <p:cNvGrpSpPr/>
        <p:nvPr/>
      </p:nvGrpSpPr>
      <p:grpSpPr>
        <a:xfrm>
          <a:off x="0" y="0"/>
          <a:ext cx="0" cy="0"/>
          <a:chOff x="0" y="0"/>
          <a:chExt cx="0" cy="0"/>
        </a:xfrm>
      </p:grpSpPr>
      <p:sp>
        <p:nvSpPr>
          <p:cNvPr id="2750" name="Google Shape;2750;p54"/>
          <p:cNvSpPr txBox="1">
            <a:spLocks noGrp="1"/>
          </p:cNvSpPr>
          <p:nvPr>
            <p:ph type="body" idx="1"/>
          </p:nvPr>
        </p:nvSpPr>
        <p:spPr>
          <a:xfrm>
            <a:off x="713225" y="1709900"/>
            <a:ext cx="5873020" cy="2654931"/>
          </a:xfrm>
          <a:prstGeom prst="rect">
            <a:avLst/>
          </a:prstGeom>
        </p:spPr>
        <p:txBody>
          <a:bodyPr spcFirstLastPara="1" wrap="square" lIns="91425" tIns="91425" rIns="91425" bIns="91425" anchor="t" anchorCtr="0">
            <a:noAutofit/>
          </a:bodyPr>
          <a:lstStyle/>
          <a:p>
            <a:pPr>
              <a:lnSpc>
                <a:spcPct val="150000"/>
              </a:lnSpc>
              <a:spcAft>
                <a:spcPts val="800"/>
              </a:spcAft>
            </a:pPr>
            <a:r>
              <a:rPr lang="zh-CN" sz="1600" b="1" dirty="0">
                <a:effectLst/>
                <a:latin typeface="DengXian" panose="02010600030101010101" pitchFamily="2" charset="-122"/>
                <a:ea typeface="Times New Roman" panose="02020603050405020304" pitchFamily="18" charset="0"/>
                <a:cs typeface="Arial" panose="020B0604020202020204" pitchFamily="34" charset="0"/>
              </a:rPr>
              <a:t>Comment concevoir et développer un logiciel de gestion médicale capable d’automatiser et d’optimiser les processus administratifs et cliniques d’un cabinet médical, afin d’améliorer la fiabilité des données, l’efficacité du personnel, et d’alléger les tâches répétitives, tout en garantissant la confidentialité et la qualité des soins pour les patients ?</a:t>
            </a:r>
            <a:br>
              <a:rPr lang="fr-FR" sz="1600" b="1" u="sng" dirty="0">
                <a:solidFill>
                  <a:srgbClr val="000000"/>
                </a:solidFill>
                <a:effectLst/>
                <a:latin typeface="Times New Roman" panose="02020603050405020304" pitchFamily="18" charset="0"/>
                <a:ea typeface="DengXian" panose="02010600030101010101" pitchFamily="2" charset="-122"/>
                <a:cs typeface="Arial" panose="020B0604020202020204" pitchFamily="34" charset="0"/>
              </a:rPr>
            </a:br>
            <a:endParaRPr lang="en-US" sz="1600" b="1" dirty="0">
              <a:effectLst/>
              <a:latin typeface="DengXian" panose="02010600030101010101" pitchFamily="2" charset="-122"/>
              <a:ea typeface="DengXian" panose="02010600030101010101" pitchFamily="2" charset="-122"/>
              <a:cs typeface="Arial" panose="020B0604020202020204" pitchFamily="34" charset="0"/>
            </a:endParaRPr>
          </a:p>
          <a:p>
            <a:pPr marL="139700" lvl="0" indent="0" algn="l" rtl="0">
              <a:spcBef>
                <a:spcPts val="0"/>
              </a:spcBef>
              <a:spcAft>
                <a:spcPts val="0"/>
              </a:spcAft>
              <a:buSzPts val="1400"/>
              <a:buNone/>
            </a:pPr>
            <a:endParaRPr dirty="0"/>
          </a:p>
        </p:txBody>
      </p:sp>
      <p:sp>
        <p:nvSpPr>
          <p:cNvPr id="2798" name="Google Shape;2798;p54"/>
          <p:cNvSpPr txBox="1">
            <a:spLocks noGrp="1"/>
          </p:cNvSpPr>
          <p:nvPr>
            <p:ph type="title"/>
          </p:nvPr>
        </p:nvSpPr>
        <p:spPr>
          <a:xfrm>
            <a:off x="1620481" y="474840"/>
            <a:ext cx="7717500" cy="69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Problématique</a:t>
            </a:r>
            <a:endParaRPr dirty="0"/>
          </a:p>
        </p:txBody>
      </p:sp>
      <p:pic>
        <p:nvPicPr>
          <p:cNvPr id="4" name="Picture 3"/>
          <p:cNvPicPr>
            <a:picLocks noChangeAspect="1"/>
          </p:cNvPicPr>
          <p:nvPr/>
        </p:nvPicPr>
        <p:blipFill>
          <a:blip r:embed="rId3"/>
          <a:stretch>
            <a:fillRect/>
          </a:stretch>
        </p:blipFill>
        <p:spPr>
          <a:xfrm>
            <a:off x="7127387" y="921543"/>
            <a:ext cx="1459401" cy="14594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2750">
                                            <p:txEl>
                                              <p:pRg st="0" end="0"/>
                                            </p:txEl>
                                          </p:spTgt>
                                        </p:tgtEl>
                                        <p:attrNameLst>
                                          <p:attrName>style.visibility</p:attrName>
                                        </p:attrNameLst>
                                      </p:cBhvr>
                                      <p:to>
                                        <p:strVal val="visible"/>
                                      </p:to>
                                    </p:set>
                                    <p:animEffect transition="in" filter="barn(inVertical)">
                                      <p:cBhvr>
                                        <p:cTn id="7" dur="500"/>
                                        <p:tgtEl>
                                          <p:spTgt spid="2750">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798"/>
                                        </p:tgtEl>
                                        <p:attrNameLst>
                                          <p:attrName>style.visibility</p:attrName>
                                        </p:attrNameLst>
                                      </p:cBhvr>
                                      <p:to>
                                        <p:strVal val="visible"/>
                                      </p:to>
                                    </p:set>
                                    <p:animEffect transition="in" filter="barn(inVertical)">
                                      <p:cBhvr>
                                        <p:cTn id="10" dur="500"/>
                                        <p:tgtEl>
                                          <p:spTgt spid="2798"/>
                                        </p:tgtEl>
                                      </p:cBhvr>
                                    </p:animEffect>
                                  </p:childTnLst>
                                </p:cTn>
                              </p:par>
                            </p:childTnLst>
                          </p:cTn>
                        </p:par>
                        <p:par>
                          <p:cTn id="11" fill="hold">
                            <p:stCondLst>
                              <p:cond delay="500"/>
                            </p:stCondLst>
                            <p:childTnLst>
                              <p:par>
                                <p:cTn id="12" presetID="16" presetClass="entr" presetSubtype="21"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0" grpId="0" build="p"/>
      <p:bldP spid="279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660"/>
        <p:cNvGrpSpPr/>
        <p:nvPr/>
      </p:nvGrpSpPr>
      <p:grpSpPr>
        <a:xfrm>
          <a:off x="0" y="0"/>
          <a:ext cx="0" cy="0"/>
          <a:chOff x="0" y="0"/>
          <a:chExt cx="0" cy="0"/>
        </a:xfrm>
      </p:grpSpPr>
      <p:sp>
        <p:nvSpPr>
          <p:cNvPr id="1662" name="Google Shape;1662;p39"/>
          <p:cNvSpPr/>
          <p:nvPr/>
        </p:nvSpPr>
        <p:spPr>
          <a:xfrm>
            <a:off x="7875960" y="17217"/>
            <a:ext cx="1220700" cy="12207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9"/>
          <p:cNvSpPr txBox="1">
            <a:spLocks noGrp="1"/>
          </p:cNvSpPr>
          <p:nvPr>
            <p:ph type="title"/>
          </p:nvPr>
        </p:nvSpPr>
        <p:spPr>
          <a:xfrm>
            <a:off x="2515414" y="6074081"/>
            <a:ext cx="3623100" cy="689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dirty="0"/>
          </a:p>
        </p:txBody>
      </p:sp>
      <p:sp>
        <p:nvSpPr>
          <p:cNvPr id="1664" name="Google Shape;1664;p39"/>
          <p:cNvSpPr txBox="1">
            <a:spLocks noGrp="1"/>
          </p:cNvSpPr>
          <p:nvPr>
            <p:ph type="title" idx="2"/>
          </p:nvPr>
        </p:nvSpPr>
        <p:spPr>
          <a:xfrm>
            <a:off x="7591500" y="285226"/>
            <a:ext cx="1735800" cy="68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dirty="0"/>
              <a:t>1</a:t>
            </a:r>
            <a:endParaRPr dirty="0"/>
          </a:p>
        </p:txBody>
      </p:sp>
      <p:sp>
        <p:nvSpPr>
          <p:cNvPr id="1665" name="Google Shape;1665;p39"/>
          <p:cNvSpPr txBox="1">
            <a:spLocks noGrp="1"/>
          </p:cNvSpPr>
          <p:nvPr>
            <p:ph type="subTitle" idx="1"/>
          </p:nvPr>
        </p:nvSpPr>
        <p:spPr>
          <a:xfrm>
            <a:off x="1796290" y="835422"/>
            <a:ext cx="5137442" cy="3629558"/>
          </a:xfrm>
          <a:prstGeom prst="rect">
            <a:avLst/>
          </a:prstGeom>
        </p:spPr>
        <p:txBody>
          <a:bodyPr spcFirstLastPara="1" wrap="square" lIns="91425" tIns="91425" rIns="91425" bIns="91425" anchor="ctr" anchorCtr="0">
            <a:noAutofit/>
          </a:bodyPr>
          <a:lstStyle/>
          <a:p>
            <a:pPr marL="0" lvl="0" indent="0" rtl="1">
              <a:spcBef>
                <a:spcPts val="0"/>
              </a:spcBef>
              <a:spcAft>
                <a:spcPts val="0"/>
              </a:spcAft>
              <a:buNone/>
            </a:pPr>
            <a:r>
              <a:rPr lang="fr-FR" sz="2800" b="1" dirty="0">
                <a:solidFill>
                  <a:schemeClr val="tx2">
                    <a:lumMod val="50000"/>
                  </a:schemeClr>
                </a:solidFill>
                <a:latin typeface="Work Sans" pitchFamily="2" charset="0"/>
                <a:cs typeface="Times New Roman" panose="02020603050405020304" pitchFamily="18" charset="0"/>
              </a:rPr>
              <a:t>Présentation de la mission :</a:t>
            </a:r>
          </a:p>
          <a:p>
            <a:pPr marL="0" lvl="0" indent="0" algn="l" rtl="0">
              <a:spcBef>
                <a:spcPts val="0"/>
              </a:spcBef>
              <a:spcAft>
                <a:spcPts val="0"/>
              </a:spcAft>
              <a:buNone/>
            </a:pPr>
            <a:r>
              <a:rPr lang="fr-FR" dirty="0">
                <a:solidFill>
                  <a:schemeClr val="tx1"/>
                </a:solidFill>
                <a:latin typeface="Times New Roman" panose="02020603050405020304" pitchFamily="18" charset="0"/>
                <a:cs typeface="Times New Roman" panose="02020603050405020304" pitchFamily="18" charset="0"/>
              </a:rPr>
              <a:t> </a:t>
            </a:r>
            <a:r>
              <a:rPr lang="fr-FR" b="1" dirty="0">
                <a:solidFill>
                  <a:schemeClr val="tx1"/>
                </a:solidFill>
                <a:latin typeface="Times New Roman" panose="02020603050405020304" pitchFamily="18" charset="0"/>
                <a:cs typeface="Times New Roman" panose="02020603050405020304" pitchFamily="18" charset="0"/>
              </a:rPr>
              <a:t>Notre Mission dans le cadre de ce projet est de créer une application permettant de gérer le</a:t>
            </a:r>
          </a:p>
          <a:p>
            <a:pPr marL="0" lvl="0" indent="0" algn="l" rtl="0">
              <a:spcBef>
                <a:spcPts val="0"/>
              </a:spcBef>
              <a:spcAft>
                <a:spcPts val="0"/>
              </a:spcAft>
              <a:buNone/>
            </a:pPr>
            <a:r>
              <a:rPr lang="fr-FR" b="1" dirty="0">
                <a:solidFill>
                  <a:schemeClr val="tx1"/>
                </a:solidFill>
                <a:latin typeface="Times New Roman" panose="02020603050405020304" pitchFamily="18" charset="0"/>
                <a:cs typeface="Times New Roman" panose="02020603050405020304" pitchFamily="18" charset="0"/>
              </a:rPr>
              <a:t>cabinet médical il s'agit de définir les responsabilités de la gestion, mettre à jour les données,</a:t>
            </a:r>
          </a:p>
          <a:p>
            <a:pPr marL="0" lvl="0" indent="0" algn="l" rtl="0">
              <a:spcBef>
                <a:spcPts val="0"/>
              </a:spcBef>
              <a:spcAft>
                <a:spcPts val="0"/>
              </a:spcAft>
              <a:buNone/>
            </a:pPr>
            <a:r>
              <a:rPr lang="fr-FR" b="1" dirty="0">
                <a:solidFill>
                  <a:schemeClr val="tx1"/>
                </a:solidFill>
                <a:latin typeface="Times New Roman" panose="02020603050405020304" pitchFamily="18" charset="0"/>
                <a:cs typeface="Times New Roman" panose="02020603050405020304" pitchFamily="18" charset="0"/>
              </a:rPr>
              <a:t>organiser des données collectées, de renforcer le contrôle et la confrontation, assurer une</a:t>
            </a:r>
          </a:p>
          <a:p>
            <a:pPr marL="0" lvl="0" indent="0" algn="l" rtl="0">
              <a:spcBef>
                <a:spcPts val="0"/>
              </a:spcBef>
              <a:spcAft>
                <a:spcPts val="0"/>
              </a:spcAft>
              <a:buNone/>
            </a:pPr>
            <a:r>
              <a:rPr lang="fr-FR" b="1" dirty="0">
                <a:solidFill>
                  <a:schemeClr val="tx1"/>
                </a:solidFill>
                <a:latin typeface="Times New Roman" panose="02020603050405020304" pitchFamily="18" charset="0"/>
                <a:cs typeface="Times New Roman" panose="02020603050405020304" pitchFamily="18" charset="0"/>
              </a:rPr>
              <a:t>meilleure gestion médicale et une cohérence de l'information et enfin faciliter le travail des</a:t>
            </a:r>
          </a:p>
          <a:p>
            <a:pPr marL="0" lvl="0" indent="0" algn="l" rtl="0">
              <a:spcBef>
                <a:spcPts val="0"/>
              </a:spcBef>
              <a:spcAft>
                <a:spcPts val="0"/>
              </a:spcAft>
              <a:buNone/>
            </a:pPr>
            <a:r>
              <a:rPr lang="fr-FR" b="1" dirty="0">
                <a:solidFill>
                  <a:schemeClr val="tx1"/>
                </a:solidFill>
                <a:latin typeface="Times New Roman" panose="02020603050405020304" pitchFamily="18" charset="0"/>
                <a:cs typeface="Times New Roman" panose="02020603050405020304" pitchFamily="18" charset="0"/>
              </a:rPr>
              <a:t>responsables.</a:t>
            </a:r>
          </a:p>
          <a:p>
            <a:pPr marL="0" lvl="0" indent="0" algn="l" rtl="0">
              <a:spcBef>
                <a:spcPts val="0"/>
              </a:spcBef>
              <a:spcAft>
                <a:spcPts val="0"/>
              </a:spcAft>
              <a:buNone/>
            </a:pPr>
            <a:r>
              <a:rPr lang="fr-FR" b="1" dirty="0">
                <a:solidFill>
                  <a:schemeClr val="tx1"/>
                </a:solidFill>
                <a:latin typeface="Times New Roman" panose="02020603050405020304" pitchFamily="18" charset="0"/>
                <a:cs typeface="Times New Roman" panose="02020603050405020304" pitchFamily="18" charset="0"/>
              </a:rPr>
              <a:t>Notre application aura comme principale fonctionnalités :</a:t>
            </a:r>
          </a:p>
          <a:p>
            <a:pPr marL="0" lvl="0" indent="0" algn="l" rtl="0">
              <a:spcBef>
                <a:spcPts val="0"/>
              </a:spcBef>
              <a:spcAft>
                <a:spcPts val="0"/>
              </a:spcAft>
              <a:buNone/>
            </a:pPr>
            <a:r>
              <a:rPr lang="fr-FR" b="1" dirty="0">
                <a:solidFill>
                  <a:schemeClr val="tx1"/>
                </a:solidFill>
                <a:latin typeface="Times New Roman" panose="02020603050405020304" pitchFamily="18" charset="0"/>
                <a:cs typeface="Times New Roman" panose="02020603050405020304" pitchFamily="18" charset="0"/>
              </a:rPr>
              <a:t>• Gestion et Suivi du Dossier Médical (détaillé).</a:t>
            </a:r>
          </a:p>
          <a:p>
            <a:pPr marL="0" lvl="0" indent="0" algn="l" rtl="0">
              <a:spcBef>
                <a:spcPts val="0"/>
              </a:spcBef>
              <a:spcAft>
                <a:spcPts val="0"/>
              </a:spcAft>
              <a:buNone/>
            </a:pPr>
            <a:r>
              <a:rPr lang="fr-FR" b="1" dirty="0">
                <a:solidFill>
                  <a:schemeClr val="tx1"/>
                </a:solidFill>
                <a:latin typeface="Times New Roman" panose="02020603050405020304" pitchFamily="18" charset="0"/>
                <a:cs typeface="Times New Roman" panose="02020603050405020304" pitchFamily="18" charset="0"/>
              </a:rPr>
              <a:t>• Gestion des Rendez-vous.</a:t>
            </a:r>
          </a:p>
          <a:p>
            <a:pPr marL="0" lvl="0" indent="0" algn="l" rtl="0">
              <a:spcBef>
                <a:spcPts val="0"/>
              </a:spcBef>
              <a:spcAft>
                <a:spcPts val="0"/>
              </a:spcAft>
              <a:buNone/>
            </a:pPr>
            <a:r>
              <a:rPr lang="fr-FR" b="1" dirty="0">
                <a:solidFill>
                  <a:schemeClr val="tx1"/>
                </a:solidFill>
                <a:latin typeface="Times New Roman" panose="02020603050405020304" pitchFamily="18" charset="0"/>
                <a:cs typeface="Times New Roman" panose="02020603050405020304" pitchFamily="18" charset="0"/>
              </a:rPr>
              <a:t>• Gestion de la Fiche Patient.</a:t>
            </a:r>
          </a:p>
          <a:p>
            <a:pPr marL="0" lvl="0" indent="0" algn="l" rtl="0">
              <a:spcBef>
                <a:spcPts val="0"/>
              </a:spcBef>
              <a:spcAft>
                <a:spcPts val="0"/>
              </a:spcAft>
              <a:buNone/>
            </a:pPr>
            <a:r>
              <a:rPr lang="fr-FR" b="1" dirty="0">
                <a:solidFill>
                  <a:schemeClr val="tx1"/>
                </a:solidFill>
                <a:latin typeface="Times New Roman" panose="02020603050405020304" pitchFamily="18" charset="0"/>
                <a:cs typeface="Times New Roman" panose="02020603050405020304" pitchFamily="18" charset="0"/>
              </a:rPr>
              <a:t>• Gestion des Ordonnances.</a:t>
            </a:r>
            <a:endParaRPr b="1" dirty="0">
              <a:solidFill>
                <a:schemeClr val="tx1"/>
              </a:solidFill>
              <a:latin typeface="Times New Roman" panose="02020603050405020304" pitchFamily="18" charset="0"/>
              <a:cs typeface="Times New Roman" panose="02020603050405020304" pitchFamily="18" charset="0"/>
            </a:endParaRPr>
          </a:p>
        </p:txBody>
      </p:sp>
      <p:grpSp>
        <p:nvGrpSpPr>
          <p:cNvPr id="1666" name="Google Shape;1666;p39"/>
          <p:cNvGrpSpPr/>
          <p:nvPr/>
        </p:nvGrpSpPr>
        <p:grpSpPr>
          <a:xfrm rot="1102524">
            <a:off x="566314" y="1098791"/>
            <a:ext cx="333769" cy="448008"/>
            <a:chOff x="4106283" y="2500625"/>
            <a:chExt cx="522432" cy="701244"/>
          </a:xfrm>
        </p:grpSpPr>
        <p:sp>
          <p:nvSpPr>
            <p:cNvPr id="1667" name="Google Shape;1667;p39"/>
            <p:cNvSpPr/>
            <p:nvPr/>
          </p:nvSpPr>
          <p:spPr>
            <a:xfrm>
              <a:off x="4258653" y="2963863"/>
              <a:ext cx="108309" cy="91030"/>
            </a:xfrm>
            <a:custGeom>
              <a:avLst/>
              <a:gdLst/>
              <a:ahLst/>
              <a:cxnLst/>
              <a:rect l="l" t="t" r="r" b="b"/>
              <a:pathLst>
                <a:path w="7672" h="6448" extrusionOk="0">
                  <a:moveTo>
                    <a:pt x="6039" y="1413"/>
                  </a:moveTo>
                  <a:lnTo>
                    <a:pt x="5514" y="5034"/>
                  </a:lnTo>
                  <a:lnTo>
                    <a:pt x="2159" y="5034"/>
                  </a:lnTo>
                  <a:lnTo>
                    <a:pt x="1634" y="1413"/>
                  </a:lnTo>
                  <a:close/>
                  <a:moveTo>
                    <a:pt x="1" y="0"/>
                  </a:moveTo>
                  <a:lnTo>
                    <a:pt x="939" y="6447"/>
                  </a:lnTo>
                  <a:lnTo>
                    <a:pt x="6737" y="6447"/>
                  </a:lnTo>
                  <a:lnTo>
                    <a:pt x="76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9"/>
            <p:cNvSpPr/>
            <p:nvPr/>
          </p:nvSpPr>
          <p:spPr>
            <a:xfrm>
              <a:off x="4106283" y="2500625"/>
              <a:ext cx="413106" cy="483200"/>
            </a:xfrm>
            <a:custGeom>
              <a:avLst/>
              <a:gdLst/>
              <a:ahLst/>
              <a:cxnLst/>
              <a:rect l="l" t="t" r="r" b="b"/>
              <a:pathLst>
                <a:path w="29262" h="34227" extrusionOk="0">
                  <a:moveTo>
                    <a:pt x="24672" y="1409"/>
                  </a:moveTo>
                  <a:cubicBezTo>
                    <a:pt x="26425" y="1413"/>
                    <a:pt x="27845" y="2834"/>
                    <a:pt x="27849" y="4586"/>
                  </a:cubicBezTo>
                  <a:lnTo>
                    <a:pt x="27849" y="24494"/>
                  </a:lnTo>
                  <a:cubicBezTo>
                    <a:pt x="27849" y="29080"/>
                    <a:pt x="24116" y="32813"/>
                    <a:pt x="19530" y="32813"/>
                  </a:cubicBezTo>
                  <a:lnTo>
                    <a:pt x="9732" y="32813"/>
                  </a:lnTo>
                  <a:cubicBezTo>
                    <a:pt x="5146" y="32813"/>
                    <a:pt x="1413" y="29080"/>
                    <a:pt x="1413" y="24494"/>
                  </a:cubicBezTo>
                  <a:lnTo>
                    <a:pt x="1413" y="4590"/>
                  </a:lnTo>
                  <a:cubicBezTo>
                    <a:pt x="1417" y="2834"/>
                    <a:pt x="2838" y="1413"/>
                    <a:pt x="4590" y="1413"/>
                  </a:cubicBezTo>
                  <a:lnTo>
                    <a:pt x="24672" y="1409"/>
                  </a:lnTo>
                  <a:close/>
                  <a:moveTo>
                    <a:pt x="4590" y="0"/>
                  </a:moveTo>
                  <a:cubicBezTo>
                    <a:pt x="2058" y="0"/>
                    <a:pt x="4" y="2054"/>
                    <a:pt x="0" y="4586"/>
                  </a:cubicBezTo>
                  <a:lnTo>
                    <a:pt x="0" y="24490"/>
                  </a:lnTo>
                  <a:cubicBezTo>
                    <a:pt x="0" y="29860"/>
                    <a:pt x="4366" y="34226"/>
                    <a:pt x="9732" y="34226"/>
                  </a:cubicBezTo>
                  <a:lnTo>
                    <a:pt x="19530" y="34226"/>
                  </a:lnTo>
                  <a:cubicBezTo>
                    <a:pt x="24896" y="34226"/>
                    <a:pt x="29262" y="29860"/>
                    <a:pt x="29258" y="24490"/>
                  </a:cubicBezTo>
                  <a:lnTo>
                    <a:pt x="29258" y="4586"/>
                  </a:lnTo>
                  <a:cubicBezTo>
                    <a:pt x="29258" y="2054"/>
                    <a:pt x="27204" y="0"/>
                    <a:pt x="246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9"/>
            <p:cNvSpPr/>
            <p:nvPr/>
          </p:nvSpPr>
          <p:spPr>
            <a:xfrm>
              <a:off x="4178438" y="2642153"/>
              <a:ext cx="268854" cy="279922"/>
            </a:xfrm>
            <a:custGeom>
              <a:avLst/>
              <a:gdLst/>
              <a:ahLst/>
              <a:cxnLst/>
              <a:rect l="l" t="t" r="r" b="b"/>
              <a:pathLst>
                <a:path w="19044" h="19828" extrusionOk="0">
                  <a:moveTo>
                    <a:pt x="0" y="0"/>
                  </a:moveTo>
                  <a:lnTo>
                    <a:pt x="0" y="10806"/>
                  </a:lnTo>
                  <a:cubicBezTo>
                    <a:pt x="0" y="15786"/>
                    <a:pt x="4038" y="19827"/>
                    <a:pt x="9022" y="19827"/>
                  </a:cubicBezTo>
                  <a:lnTo>
                    <a:pt x="10018" y="19827"/>
                  </a:lnTo>
                  <a:cubicBezTo>
                    <a:pt x="15002" y="19827"/>
                    <a:pt x="19044" y="15786"/>
                    <a:pt x="19044" y="10806"/>
                  </a:cubicBezTo>
                  <a:lnTo>
                    <a:pt x="19044"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9"/>
            <p:cNvSpPr/>
            <p:nvPr/>
          </p:nvSpPr>
          <p:spPr>
            <a:xfrm>
              <a:off x="4221157" y="2571523"/>
              <a:ext cx="183302" cy="19962"/>
            </a:xfrm>
            <a:custGeom>
              <a:avLst/>
              <a:gdLst/>
              <a:ahLst/>
              <a:cxnLst/>
              <a:rect l="l" t="t" r="r" b="b"/>
              <a:pathLst>
                <a:path w="12984" h="1414" extrusionOk="0">
                  <a:moveTo>
                    <a:pt x="1" y="0"/>
                  </a:moveTo>
                  <a:lnTo>
                    <a:pt x="1" y="1413"/>
                  </a:lnTo>
                  <a:lnTo>
                    <a:pt x="12983" y="1413"/>
                  </a:lnTo>
                  <a:lnTo>
                    <a:pt x="12983"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9"/>
            <p:cNvSpPr/>
            <p:nvPr/>
          </p:nvSpPr>
          <p:spPr>
            <a:xfrm>
              <a:off x="4302855" y="2615499"/>
              <a:ext cx="325860" cy="586370"/>
            </a:xfrm>
            <a:custGeom>
              <a:avLst/>
              <a:gdLst/>
              <a:ahLst/>
              <a:cxnLst/>
              <a:rect l="l" t="t" r="r" b="b"/>
              <a:pathLst>
                <a:path w="23082" h="41535" extrusionOk="0">
                  <a:moveTo>
                    <a:pt x="21669" y="1"/>
                  </a:moveTo>
                  <a:lnTo>
                    <a:pt x="21669" y="30417"/>
                  </a:lnTo>
                  <a:cubicBezTo>
                    <a:pt x="21669" y="35767"/>
                    <a:pt x="17314" y="40122"/>
                    <a:pt x="11964" y="40122"/>
                  </a:cubicBezTo>
                  <a:lnTo>
                    <a:pt x="11119" y="40122"/>
                  </a:lnTo>
                  <a:cubicBezTo>
                    <a:pt x="5768" y="40122"/>
                    <a:pt x="1414" y="35767"/>
                    <a:pt x="1414" y="30417"/>
                  </a:cubicBezTo>
                  <a:lnTo>
                    <a:pt x="1" y="30417"/>
                  </a:lnTo>
                  <a:cubicBezTo>
                    <a:pt x="1" y="36547"/>
                    <a:pt x="4992" y="41535"/>
                    <a:pt x="11119" y="41535"/>
                  </a:cubicBezTo>
                  <a:lnTo>
                    <a:pt x="11964" y="41535"/>
                  </a:lnTo>
                  <a:cubicBezTo>
                    <a:pt x="18094" y="41535"/>
                    <a:pt x="23082" y="36547"/>
                    <a:pt x="23082" y="30417"/>
                  </a:cubicBezTo>
                  <a:lnTo>
                    <a:pt x="230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9"/>
            <p:cNvSpPr/>
            <p:nvPr/>
          </p:nvSpPr>
          <p:spPr>
            <a:xfrm>
              <a:off x="4379640" y="2665970"/>
              <a:ext cx="135288" cy="19962"/>
            </a:xfrm>
            <a:custGeom>
              <a:avLst/>
              <a:gdLst/>
              <a:ahLst/>
              <a:cxnLst/>
              <a:rect l="l" t="t" r="r" b="b"/>
              <a:pathLst>
                <a:path w="9583" h="1414" extrusionOk="0">
                  <a:moveTo>
                    <a:pt x="1" y="0"/>
                  </a:moveTo>
                  <a:lnTo>
                    <a:pt x="1" y="1413"/>
                  </a:lnTo>
                  <a:lnTo>
                    <a:pt x="9582" y="1413"/>
                  </a:lnTo>
                  <a:lnTo>
                    <a:pt x="95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9"/>
            <p:cNvSpPr/>
            <p:nvPr/>
          </p:nvSpPr>
          <p:spPr>
            <a:xfrm>
              <a:off x="4379640" y="2772133"/>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9"/>
            <p:cNvSpPr/>
            <p:nvPr/>
          </p:nvSpPr>
          <p:spPr>
            <a:xfrm>
              <a:off x="4379640" y="2878297"/>
              <a:ext cx="135288" cy="19962"/>
            </a:xfrm>
            <a:custGeom>
              <a:avLst/>
              <a:gdLst/>
              <a:ahLst/>
              <a:cxnLst/>
              <a:rect l="l" t="t" r="r" b="b"/>
              <a:pathLst>
                <a:path w="9583" h="1414" extrusionOk="0">
                  <a:moveTo>
                    <a:pt x="1" y="1"/>
                  </a:moveTo>
                  <a:lnTo>
                    <a:pt x="1" y="1413"/>
                  </a:lnTo>
                  <a:lnTo>
                    <a:pt x="9582" y="1413"/>
                  </a:lnTo>
                  <a:lnTo>
                    <a:pt x="95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5" name="Google Shape;1675;p39"/>
          <p:cNvGrpSpPr/>
          <p:nvPr/>
        </p:nvGrpSpPr>
        <p:grpSpPr>
          <a:xfrm rot="-2700000">
            <a:off x="8118353" y="2408723"/>
            <a:ext cx="174497" cy="404387"/>
            <a:chOff x="3789373" y="1135858"/>
            <a:chExt cx="273103" cy="632902"/>
          </a:xfrm>
        </p:grpSpPr>
        <p:sp>
          <p:nvSpPr>
            <p:cNvPr id="1676" name="Google Shape;1676;p39"/>
            <p:cNvSpPr/>
            <p:nvPr/>
          </p:nvSpPr>
          <p:spPr>
            <a:xfrm>
              <a:off x="3864846" y="1452274"/>
              <a:ext cx="187664" cy="302157"/>
            </a:xfrm>
            <a:custGeom>
              <a:avLst/>
              <a:gdLst/>
              <a:ahLst/>
              <a:cxnLst/>
              <a:rect l="l" t="t" r="r" b="b"/>
              <a:pathLst>
                <a:path w="13293" h="21403" extrusionOk="0">
                  <a:moveTo>
                    <a:pt x="5" y="0"/>
                  </a:moveTo>
                  <a:lnTo>
                    <a:pt x="5" y="12740"/>
                  </a:lnTo>
                  <a:cubicBezTo>
                    <a:pt x="1" y="16797"/>
                    <a:pt x="2726" y="20349"/>
                    <a:pt x="6644" y="21402"/>
                  </a:cubicBezTo>
                  <a:cubicBezTo>
                    <a:pt x="10563" y="20352"/>
                    <a:pt x="13292" y="16797"/>
                    <a:pt x="13288" y="12740"/>
                  </a:cubicBezTo>
                  <a:lnTo>
                    <a:pt x="13288"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9"/>
            <p:cNvSpPr/>
            <p:nvPr/>
          </p:nvSpPr>
          <p:spPr>
            <a:xfrm>
              <a:off x="3789373" y="1135858"/>
              <a:ext cx="273047" cy="326397"/>
            </a:xfrm>
            <a:custGeom>
              <a:avLst/>
              <a:gdLst/>
              <a:ahLst/>
              <a:cxnLst/>
              <a:rect l="l" t="t" r="r" b="b"/>
              <a:pathLst>
                <a:path w="19341" h="23120" extrusionOk="0">
                  <a:moveTo>
                    <a:pt x="9721" y="1413"/>
                  </a:moveTo>
                  <a:cubicBezTo>
                    <a:pt x="14249" y="1413"/>
                    <a:pt x="17928" y="5096"/>
                    <a:pt x="17928" y="9620"/>
                  </a:cubicBezTo>
                  <a:lnTo>
                    <a:pt x="17928" y="21707"/>
                  </a:lnTo>
                  <a:lnTo>
                    <a:pt x="1409" y="21707"/>
                  </a:lnTo>
                  <a:lnTo>
                    <a:pt x="1409" y="9620"/>
                  </a:lnTo>
                  <a:cubicBezTo>
                    <a:pt x="1409" y="5096"/>
                    <a:pt x="5092" y="1413"/>
                    <a:pt x="9620" y="1413"/>
                  </a:cubicBezTo>
                  <a:close/>
                  <a:moveTo>
                    <a:pt x="9620" y="0"/>
                  </a:moveTo>
                  <a:cubicBezTo>
                    <a:pt x="4316" y="0"/>
                    <a:pt x="0" y="4316"/>
                    <a:pt x="0" y="9620"/>
                  </a:cubicBezTo>
                  <a:lnTo>
                    <a:pt x="0" y="23120"/>
                  </a:lnTo>
                  <a:lnTo>
                    <a:pt x="19341" y="23120"/>
                  </a:lnTo>
                  <a:lnTo>
                    <a:pt x="19341" y="9620"/>
                  </a:lnTo>
                  <a:cubicBezTo>
                    <a:pt x="19341" y="4316"/>
                    <a:pt x="15025" y="0"/>
                    <a:pt x="9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9"/>
            <p:cNvSpPr/>
            <p:nvPr/>
          </p:nvSpPr>
          <p:spPr>
            <a:xfrm>
              <a:off x="3789373" y="1442307"/>
              <a:ext cx="273103" cy="326453"/>
            </a:xfrm>
            <a:custGeom>
              <a:avLst/>
              <a:gdLst/>
              <a:ahLst/>
              <a:cxnLst/>
              <a:rect l="l" t="t" r="r" b="b"/>
              <a:pathLst>
                <a:path w="19345" h="23124" extrusionOk="0">
                  <a:moveTo>
                    <a:pt x="17928" y="1413"/>
                  </a:moveTo>
                  <a:lnTo>
                    <a:pt x="17928" y="13446"/>
                  </a:lnTo>
                  <a:cubicBezTo>
                    <a:pt x="17932" y="18006"/>
                    <a:pt x="14233" y="21707"/>
                    <a:pt x="9674" y="21707"/>
                  </a:cubicBezTo>
                  <a:cubicBezTo>
                    <a:pt x="9671" y="21707"/>
                    <a:pt x="9669" y="21707"/>
                    <a:pt x="9667" y="21707"/>
                  </a:cubicBezTo>
                  <a:cubicBezTo>
                    <a:pt x="5115" y="21707"/>
                    <a:pt x="1413" y="18001"/>
                    <a:pt x="1413" y="13446"/>
                  </a:cubicBezTo>
                  <a:lnTo>
                    <a:pt x="1413" y="1413"/>
                  </a:lnTo>
                  <a:close/>
                  <a:moveTo>
                    <a:pt x="0" y="0"/>
                  </a:moveTo>
                  <a:lnTo>
                    <a:pt x="0" y="13446"/>
                  </a:lnTo>
                  <a:cubicBezTo>
                    <a:pt x="0" y="18781"/>
                    <a:pt x="4335" y="23124"/>
                    <a:pt x="9667" y="23124"/>
                  </a:cubicBezTo>
                  <a:cubicBezTo>
                    <a:pt x="15013" y="23124"/>
                    <a:pt x="19345" y="18789"/>
                    <a:pt x="19341" y="13446"/>
                  </a:cubicBezTo>
                  <a:lnTo>
                    <a:pt x="193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7" name="Google Shape;1687;p39"/>
          <p:cNvGrpSpPr/>
          <p:nvPr/>
        </p:nvGrpSpPr>
        <p:grpSpPr>
          <a:xfrm rot="747216">
            <a:off x="2963225" y="233625"/>
            <a:ext cx="395478" cy="333200"/>
            <a:chOff x="4264060" y="1424745"/>
            <a:chExt cx="543905" cy="458254"/>
          </a:xfrm>
        </p:grpSpPr>
        <p:sp>
          <p:nvSpPr>
            <p:cNvPr id="1688" name="Google Shape;1688;p39"/>
            <p:cNvSpPr/>
            <p:nvPr/>
          </p:nvSpPr>
          <p:spPr>
            <a:xfrm>
              <a:off x="4299100" y="1543671"/>
              <a:ext cx="473275" cy="239475"/>
            </a:xfrm>
            <a:custGeom>
              <a:avLst/>
              <a:gdLst/>
              <a:ahLst/>
              <a:cxnLst/>
              <a:rect l="l" t="t" r="r" b="b"/>
              <a:pathLst>
                <a:path w="33524" h="16963" extrusionOk="0">
                  <a:moveTo>
                    <a:pt x="13041" y="0"/>
                  </a:moveTo>
                  <a:lnTo>
                    <a:pt x="8597" y="8061"/>
                  </a:lnTo>
                  <a:lnTo>
                    <a:pt x="0" y="8061"/>
                  </a:lnTo>
                  <a:lnTo>
                    <a:pt x="0" y="9474"/>
                  </a:lnTo>
                  <a:lnTo>
                    <a:pt x="9431" y="9474"/>
                  </a:lnTo>
                  <a:lnTo>
                    <a:pt x="12890" y="3201"/>
                  </a:lnTo>
                  <a:lnTo>
                    <a:pt x="18851" y="16963"/>
                  </a:lnTo>
                  <a:lnTo>
                    <a:pt x="22514" y="9474"/>
                  </a:lnTo>
                  <a:lnTo>
                    <a:pt x="33524" y="9474"/>
                  </a:lnTo>
                  <a:lnTo>
                    <a:pt x="33524" y="8061"/>
                  </a:lnTo>
                  <a:lnTo>
                    <a:pt x="21630" y="8061"/>
                  </a:lnTo>
                  <a:lnTo>
                    <a:pt x="18928" y="13589"/>
                  </a:lnTo>
                  <a:lnTo>
                    <a:pt x="13041" y="0"/>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9"/>
            <p:cNvSpPr/>
            <p:nvPr/>
          </p:nvSpPr>
          <p:spPr>
            <a:xfrm>
              <a:off x="4264060" y="1424745"/>
              <a:ext cx="543905" cy="458254"/>
            </a:xfrm>
            <a:custGeom>
              <a:avLst/>
              <a:gdLst/>
              <a:ahLst/>
              <a:cxnLst/>
              <a:rect l="l" t="t" r="r" b="b"/>
              <a:pathLst>
                <a:path w="38527" h="32460" extrusionOk="0">
                  <a:moveTo>
                    <a:pt x="27779" y="1414"/>
                  </a:moveTo>
                  <a:cubicBezTo>
                    <a:pt x="28335" y="1414"/>
                    <a:pt x="28864" y="1441"/>
                    <a:pt x="29397" y="1491"/>
                  </a:cubicBezTo>
                  <a:cubicBezTo>
                    <a:pt x="31076" y="1645"/>
                    <a:pt x="32740" y="2421"/>
                    <a:pt x="34083" y="3680"/>
                  </a:cubicBezTo>
                  <a:cubicBezTo>
                    <a:pt x="35133" y="4657"/>
                    <a:pt x="35933" y="5876"/>
                    <a:pt x="36458" y="7297"/>
                  </a:cubicBezTo>
                  <a:cubicBezTo>
                    <a:pt x="36809" y="8262"/>
                    <a:pt x="37029" y="9274"/>
                    <a:pt x="37114" y="10297"/>
                  </a:cubicBezTo>
                  <a:lnTo>
                    <a:pt x="37114" y="12200"/>
                  </a:lnTo>
                  <a:cubicBezTo>
                    <a:pt x="37067" y="12706"/>
                    <a:pt x="36963" y="13204"/>
                    <a:pt x="36801" y="13686"/>
                  </a:cubicBezTo>
                  <a:cubicBezTo>
                    <a:pt x="36373" y="14995"/>
                    <a:pt x="35539" y="16450"/>
                    <a:pt x="34249" y="18126"/>
                  </a:cubicBezTo>
                  <a:cubicBezTo>
                    <a:pt x="33821" y="18685"/>
                    <a:pt x="33331" y="19284"/>
                    <a:pt x="32790" y="19905"/>
                  </a:cubicBezTo>
                  <a:cubicBezTo>
                    <a:pt x="32346" y="20415"/>
                    <a:pt x="31879" y="20928"/>
                    <a:pt x="31389" y="21453"/>
                  </a:cubicBezTo>
                  <a:cubicBezTo>
                    <a:pt x="30435" y="22468"/>
                    <a:pt x="29351" y="23561"/>
                    <a:pt x="28069" y="24796"/>
                  </a:cubicBezTo>
                  <a:cubicBezTo>
                    <a:pt x="26486" y="26329"/>
                    <a:pt x="24791" y="27900"/>
                    <a:pt x="22900" y="29649"/>
                  </a:cubicBezTo>
                  <a:cubicBezTo>
                    <a:pt x="22718" y="29819"/>
                    <a:pt x="22522" y="29977"/>
                    <a:pt x="22317" y="30116"/>
                  </a:cubicBezTo>
                  <a:cubicBezTo>
                    <a:pt x="21846" y="30436"/>
                    <a:pt x="21329" y="30680"/>
                    <a:pt x="20781" y="30834"/>
                  </a:cubicBezTo>
                  <a:cubicBezTo>
                    <a:pt x="20283" y="30976"/>
                    <a:pt x="19771" y="31047"/>
                    <a:pt x="19260" y="31047"/>
                  </a:cubicBezTo>
                  <a:cubicBezTo>
                    <a:pt x="18622" y="31047"/>
                    <a:pt x="17985" y="30937"/>
                    <a:pt x="17376" y="30718"/>
                  </a:cubicBezTo>
                  <a:cubicBezTo>
                    <a:pt x="16820" y="30514"/>
                    <a:pt x="16302" y="30220"/>
                    <a:pt x="15847" y="29846"/>
                  </a:cubicBezTo>
                  <a:cubicBezTo>
                    <a:pt x="15766" y="29784"/>
                    <a:pt x="15693" y="29714"/>
                    <a:pt x="15588" y="29618"/>
                  </a:cubicBezTo>
                  <a:cubicBezTo>
                    <a:pt x="13720" y="27888"/>
                    <a:pt x="11956" y="26252"/>
                    <a:pt x="10342" y="24696"/>
                  </a:cubicBezTo>
                  <a:cubicBezTo>
                    <a:pt x="9037" y="23437"/>
                    <a:pt x="7952" y="22349"/>
                    <a:pt x="7018" y="21357"/>
                  </a:cubicBezTo>
                  <a:cubicBezTo>
                    <a:pt x="6551" y="20863"/>
                    <a:pt x="6111" y="20376"/>
                    <a:pt x="5694" y="19901"/>
                  </a:cubicBezTo>
                  <a:cubicBezTo>
                    <a:pt x="5142" y="19268"/>
                    <a:pt x="4663" y="18689"/>
                    <a:pt x="4231" y="18126"/>
                  </a:cubicBezTo>
                  <a:cubicBezTo>
                    <a:pt x="2957" y="16462"/>
                    <a:pt x="2135" y="15010"/>
                    <a:pt x="1714" y="13690"/>
                  </a:cubicBezTo>
                  <a:cubicBezTo>
                    <a:pt x="1564" y="13223"/>
                    <a:pt x="1459" y="12744"/>
                    <a:pt x="1409" y="12258"/>
                  </a:cubicBezTo>
                  <a:lnTo>
                    <a:pt x="1409" y="10324"/>
                  </a:lnTo>
                  <a:cubicBezTo>
                    <a:pt x="1486" y="9335"/>
                    <a:pt x="1691" y="8363"/>
                    <a:pt x="2019" y="7425"/>
                  </a:cubicBezTo>
                  <a:cubicBezTo>
                    <a:pt x="2525" y="5992"/>
                    <a:pt x="3308" y="4765"/>
                    <a:pt x="4339" y="3769"/>
                  </a:cubicBezTo>
                  <a:cubicBezTo>
                    <a:pt x="5679" y="2475"/>
                    <a:pt x="7420" y="1645"/>
                    <a:pt x="9122" y="1491"/>
                  </a:cubicBezTo>
                  <a:cubicBezTo>
                    <a:pt x="9643" y="1437"/>
                    <a:pt x="10184" y="1414"/>
                    <a:pt x="10736" y="1414"/>
                  </a:cubicBezTo>
                  <a:cubicBezTo>
                    <a:pt x="12465" y="1414"/>
                    <a:pt x="13843" y="1707"/>
                    <a:pt x="15075" y="2344"/>
                  </a:cubicBezTo>
                  <a:cubicBezTo>
                    <a:pt x="15650" y="2645"/>
                    <a:pt x="16191" y="3008"/>
                    <a:pt x="16685" y="3429"/>
                  </a:cubicBezTo>
                  <a:cubicBezTo>
                    <a:pt x="17295" y="3935"/>
                    <a:pt x="17905" y="4549"/>
                    <a:pt x="18731" y="5475"/>
                  </a:cubicBezTo>
                  <a:lnTo>
                    <a:pt x="19260" y="6070"/>
                  </a:lnTo>
                  <a:lnTo>
                    <a:pt x="19788" y="5475"/>
                  </a:lnTo>
                  <a:cubicBezTo>
                    <a:pt x="20445" y="4738"/>
                    <a:pt x="20958" y="4209"/>
                    <a:pt x="21448" y="3761"/>
                  </a:cubicBezTo>
                  <a:cubicBezTo>
                    <a:pt x="21946" y="3302"/>
                    <a:pt x="22491" y="2896"/>
                    <a:pt x="23070" y="2549"/>
                  </a:cubicBezTo>
                  <a:cubicBezTo>
                    <a:pt x="24390" y="1777"/>
                    <a:pt x="25888" y="1414"/>
                    <a:pt x="27779" y="1414"/>
                  </a:cubicBezTo>
                  <a:close/>
                  <a:moveTo>
                    <a:pt x="10736" y="1"/>
                  </a:moveTo>
                  <a:cubicBezTo>
                    <a:pt x="10137" y="1"/>
                    <a:pt x="9551" y="28"/>
                    <a:pt x="8991" y="82"/>
                  </a:cubicBezTo>
                  <a:cubicBezTo>
                    <a:pt x="6949" y="271"/>
                    <a:pt x="4949" y="1217"/>
                    <a:pt x="3359" y="2750"/>
                  </a:cubicBezTo>
                  <a:cubicBezTo>
                    <a:pt x="2170" y="3900"/>
                    <a:pt x="1266" y="5313"/>
                    <a:pt x="687" y="6954"/>
                  </a:cubicBezTo>
                  <a:cubicBezTo>
                    <a:pt x="317" y="8023"/>
                    <a:pt x="85" y="9139"/>
                    <a:pt x="0" y="10266"/>
                  </a:cubicBezTo>
                  <a:lnTo>
                    <a:pt x="0" y="12316"/>
                  </a:lnTo>
                  <a:cubicBezTo>
                    <a:pt x="54" y="12929"/>
                    <a:pt x="178" y="13532"/>
                    <a:pt x="367" y="14118"/>
                  </a:cubicBezTo>
                  <a:cubicBezTo>
                    <a:pt x="838" y="15601"/>
                    <a:pt x="1733" y="17191"/>
                    <a:pt x="3108" y="18986"/>
                  </a:cubicBezTo>
                  <a:cubicBezTo>
                    <a:pt x="3559" y="19573"/>
                    <a:pt x="4057" y="20179"/>
                    <a:pt x="4629" y="20832"/>
                  </a:cubicBezTo>
                  <a:cubicBezTo>
                    <a:pt x="5057" y="21322"/>
                    <a:pt x="5513" y="21824"/>
                    <a:pt x="5988" y="22329"/>
                  </a:cubicBezTo>
                  <a:cubicBezTo>
                    <a:pt x="6937" y="23337"/>
                    <a:pt x="8041" y="24445"/>
                    <a:pt x="9358" y="25715"/>
                  </a:cubicBezTo>
                  <a:cubicBezTo>
                    <a:pt x="10983" y="27282"/>
                    <a:pt x="12755" y="28919"/>
                    <a:pt x="14662" y="30687"/>
                  </a:cubicBezTo>
                  <a:cubicBezTo>
                    <a:pt x="14758" y="30772"/>
                    <a:pt x="14855" y="30857"/>
                    <a:pt x="14951" y="30938"/>
                  </a:cubicBezTo>
                  <a:cubicBezTo>
                    <a:pt x="15530" y="31413"/>
                    <a:pt x="16187" y="31787"/>
                    <a:pt x="16893" y="32046"/>
                  </a:cubicBezTo>
                  <a:cubicBezTo>
                    <a:pt x="17654" y="32320"/>
                    <a:pt x="18457" y="32459"/>
                    <a:pt x="19263" y="32459"/>
                  </a:cubicBezTo>
                  <a:cubicBezTo>
                    <a:pt x="19908" y="32459"/>
                    <a:pt x="20549" y="32370"/>
                    <a:pt x="21170" y="32193"/>
                  </a:cubicBezTo>
                  <a:cubicBezTo>
                    <a:pt x="21861" y="31996"/>
                    <a:pt x="22518" y="31691"/>
                    <a:pt x="23112" y="31282"/>
                  </a:cubicBezTo>
                  <a:cubicBezTo>
                    <a:pt x="23379" y="31104"/>
                    <a:pt x="23626" y="30903"/>
                    <a:pt x="23861" y="30683"/>
                  </a:cubicBezTo>
                  <a:cubicBezTo>
                    <a:pt x="25757" y="28931"/>
                    <a:pt x="27455" y="27356"/>
                    <a:pt x="29053" y="25812"/>
                  </a:cubicBezTo>
                  <a:cubicBezTo>
                    <a:pt x="30347" y="24561"/>
                    <a:pt x="31447" y="23453"/>
                    <a:pt x="32420" y="22418"/>
                  </a:cubicBezTo>
                  <a:cubicBezTo>
                    <a:pt x="32921" y="21882"/>
                    <a:pt x="33404" y="21353"/>
                    <a:pt x="33856" y="20832"/>
                  </a:cubicBezTo>
                  <a:cubicBezTo>
                    <a:pt x="34415" y="20195"/>
                    <a:pt x="34929" y="19569"/>
                    <a:pt x="35373" y="18986"/>
                  </a:cubicBezTo>
                  <a:cubicBezTo>
                    <a:pt x="36759" y="17180"/>
                    <a:pt x="37666" y="15589"/>
                    <a:pt x="38145" y="14126"/>
                  </a:cubicBezTo>
                  <a:cubicBezTo>
                    <a:pt x="38345" y="13520"/>
                    <a:pt x="38473" y="12895"/>
                    <a:pt x="38527" y="12262"/>
                  </a:cubicBezTo>
                  <a:lnTo>
                    <a:pt x="38527" y="10266"/>
                  </a:lnTo>
                  <a:lnTo>
                    <a:pt x="38523" y="10208"/>
                  </a:lnTo>
                  <a:cubicBezTo>
                    <a:pt x="38430" y="9046"/>
                    <a:pt x="38183" y="7903"/>
                    <a:pt x="37782" y="6811"/>
                  </a:cubicBezTo>
                  <a:cubicBezTo>
                    <a:pt x="37179" y="5178"/>
                    <a:pt x="36261" y="3776"/>
                    <a:pt x="35049" y="2645"/>
                  </a:cubicBezTo>
                  <a:cubicBezTo>
                    <a:pt x="33477" y="1175"/>
                    <a:pt x="31516" y="267"/>
                    <a:pt x="29532" y="86"/>
                  </a:cubicBezTo>
                  <a:cubicBezTo>
                    <a:pt x="28957" y="28"/>
                    <a:pt x="28385" y="1"/>
                    <a:pt x="27783" y="1"/>
                  </a:cubicBezTo>
                  <a:cubicBezTo>
                    <a:pt x="25625" y="1"/>
                    <a:pt x="23904" y="426"/>
                    <a:pt x="22359" y="1329"/>
                  </a:cubicBezTo>
                  <a:cubicBezTo>
                    <a:pt x="21695" y="1727"/>
                    <a:pt x="21074" y="2190"/>
                    <a:pt x="20503" y="2715"/>
                  </a:cubicBezTo>
                  <a:cubicBezTo>
                    <a:pt x="20113" y="3066"/>
                    <a:pt x="19715" y="3464"/>
                    <a:pt x="19260" y="3954"/>
                  </a:cubicBezTo>
                  <a:cubicBezTo>
                    <a:pt x="18634" y="3278"/>
                    <a:pt x="18113" y="2777"/>
                    <a:pt x="17588" y="2340"/>
                  </a:cubicBezTo>
                  <a:cubicBezTo>
                    <a:pt x="17017" y="1858"/>
                    <a:pt x="16387" y="1437"/>
                    <a:pt x="15723" y="1086"/>
                  </a:cubicBezTo>
                  <a:cubicBezTo>
                    <a:pt x="14307" y="356"/>
                    <a:pt x="12674" y="1"/>
                    <a:pt x="107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0" name="Google Shape;1690;p39"/>
          <p:cNvGrpSpPr/>
          <p:nvPr/>
        </p:nvGrpSpPr>
        <p:grpSpPr>
          <a:xfrm rot="1799855">
            <a:off x="7977351" y="4182394"/>
            <a:ext cx="267729" cy="477324"/>
            <a:chOff x="308050" y="960575"/>
            <a:chExt cx="360600" cy="642900"/>
          </a:xfrm>
        </p:grpSpPr>
        <p:sp>
          <p:nvSpPr>
            <p:cNvPr id="1691" name="Google Shape;1691;p39"/>
            <p:cNvSpPr/>
            <p:nvPr/>
          </p:nvSpPr>
          <p:spPr>
            <a:xfrm rot="380">
              <a:off x="397058" y="1130178"/>
              <a:ext cx="182601" cy="182601"/>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92" name="Google Shape;1692;p39"/>
            <p:cNvGrpSpPr/>
            <p:nvPr/>
          </p:nvGrpSpPr>
          <p:grpSpPr>
            <a:xfrm>
              <a:off x="308050" y="960575"/>
              <a:ext cx="360600" cy="642900"/>
              <a:chOff x="839250" y="836025"/>
              <a:chExt cx="360600" cy="642900"/>
            </a:xfrm>
          </p:grpSpPr>
          <p:sp>
            <p:nvSpPr>
              <p:cNvPr id="1693" name="Google Shape;1693;p39"/>
              <p:cNvSpPr/>
              <p:nvPr/>
            </p:nvSpPr>
            <p:spPr>
              <a:xfrm>
                <a:off x="839250" y="836025"/>
                <a:ext cx="360600" cy="642900"/>
              </a:xfrm>
              <a:prstGeom prst="roundRect">
                <a:avLst>
                  <a:gd name="adj"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94" name="Google Shape;1694;p39"/>
              <p:cNvCxnSpPr/>
              <p:nvPr/>
            </p:nvCxnSpPr>
            <p:spPr>
              <a:xfrm>
                <a:off x="839250" y="901900"/>
                <a:ext cx="359100" cy="0"/>
              </a:xfrm>
              <a:prstGeom prst="straightConnector1">
                <a:avLst/>
              </a:prstGeom>
              <a:noFill/>
              <a:ln w="9525" cap="flat" cmpd="sng">
                <a:solidFill>
                  <a:schemeClr val="lt1"/>
                </a:solidFill>
                <a:prstDash val="solid"/>
                <a:round/>
                <a:headEnd type="none" w="med" len="med"/>
                <a:tailEnd type="none" w="med" len="med"/>
              </a:ln>
            </p:spPr>
          </p:cxnSp>
          <p:cxnSp>
            <p:nvCxnSpPr>
              <p:cNvPr id="1695" name="Google Shape;1695;p39"/>
              <p:cNvCxnSpPr/>
              <p:nvPr/>
            </p:nvCxnSpPr>
            <p:spPr>
              <a:xfrm>
                <a:off x="839250" y="1377100"/>
                <a:ext cx="359100" cy="0"/>
              </a:xfrm>
              <a:prstGeom prst="straightConnector1">
                <a:avLst/>
              </a:prstGeom>
              <a:noFill/>
              <a:ln w="9525" cap="flat" cmpd="sng">
                <a:solidFill>
                  <a:schemeClr val="lt1"/>
                </a:solidFill>
                <a:prstDash val="solid"/>
                <a:round/>
                <a:headEnd type="none" w="med" len="med"/>
                <a:tailEnd type="none" w="med" len="med"/>
              </a:ln>
            </p:spPr>
          </p:cxnSp>
          <p:sp>
            <p:nvSpPr>
              <p:cNvPr id="1696" name="Google Shape;1696;p39"/>
              <p:cNvSpPr/>
              <p:nvPr/>
            </p:nvSpPr>
            <p:spPr>
              <a:xfrm>
                <a:off x="997950" y="1406425"/>
                <a:ext cx="43200" cy="43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97" name="Google Shape;1697;p39"/>
          <p:cNvSpPr/>
          <p:nvPr/>
        </p:nvSpPr>
        <p:spPr>
          <a:xfrm rot="-2969503" flipH="1">
            <a:off x="1288579" y="350102"/>
            <a:ext cx="100222" cy="100222"/>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98" name="Google Shape;1698;p39"/>
          <p:cNvGrpSpPr/>
          <p:nvPr/>
        </p:nvGrpSpPr>
        <p:grpSpPr>
          <a:xfrm>
            <a:off x="-100884" y="60914"/>
            <a:ext cx="1873968" cy="2125619"/>
            <a:chOff x="476326" y="830138"/>
            <a:chExt cx="3295549" cy="3617200"/>
          </a:xfrm>
        </p:grpSpPr>
        <p:grpSp>
          <p:nvGrpSpPr>
            <p:cNvPr id="1699" name="Google Shape;1699;p39"/>
            <p:cNvGrpSpPr/>
            <p:nvPr/>
          </p:nvGrpSpPr>
          <p:grpSpPr>
            <a:xfrm flipH="1">
              <a:off x="744314" y="1278030"/>
              <a:ext cx="2297866" cy="3069556"/>
              <a:chOff x="7113241" y="1278030"/>
              <a:chExt cx="2297866" cy="3069556"/>
            </a:xfrm>
          </p:grpSpPr>
          <p:sp>
            <p:nvSpPr>
              <p:cNvPr id="1700" name="Google Shape;1700;p39"/>
              <p:cNvSpPr/>
              <p:nvPr/>
            </p:nvSpPr>
            <p:spPr>
              <a:xfrm>
                <a:off x="7159383" y="1942736"/>
                <a:ext cx="2251725" cy="2404850"/>
              </a:xfrm>
              <a:custGeom>
                <a:avLst/>
                <a:gdLst/>
                <a:ahLst/>
                <a:cxnLst/>
                <a:rect l="l" t="t" r="r" b="b"/>
                <a:pathLst>
                  <a:path w="90069" h="96194" extrusionOk="0">
                    <a:moveTo>
                      <a:pt x="53072" y="460"/>
                    </a:moveTo>
                    <a:cubicBezTo>
                      <a:pt x="67614" y="5032"/>
                      <a:pt x="95109" y="53991"/>
                      <a:pt x="89267" y="69802"/>
                    </a:cubicBezTo>
                    <a:cubicBezTo>
                      <a:pt x="83425" y="85614"/>
                      <a:pt x="32562" y="99901"/>
                      <a:pt x="18020" y="95329"/>
                    </a:cubicBezTo>
                    <a:cubicBezTo>
                      <a:pt x="3479" y="90757"/>
                      <a:pt x="-3824" y="58182"/>
                      <a:pt x="2018" y="42370"/>
                    </a:cubicBezTo>
                    <a:cubicBezTo>
                      <a:pt x="7860" y="26559"/>
                      <a:pt x="38531" y="-4112"/>
                      <a:pt x="53072" y="460"/>
                    </a:cubicBezTo>
                    <a:close/>
                  </a:path>
                </a:pathLst>
              </a:custGeom>
              <a:solidFill>
                <a:schemeClr val="lt1"/>
              </a:solidFill>
              <a:ln>
                <a:noFill/>
              </a:ln>
            </p:spPr>
          </p:sp>
          <p:grpSp>
            <p:nvGrpSpPr>
              <p:cNvPr id="1701" name="Google Shape;1701;p39"/>
              <p:cNvGrpSpPr/>
              <p:nvPr/>
            </p:nvGrpSpPr>
            <p:grpSpPr>
              <a:xfrm>
                <a:off x="7113241" y="1278030"/>
                <a:ext cx="1599219" cy="2587447"/>
                <a:chOff x="7113241" y="1278030"/>
                <a:chExt cx="1599219" cy="2587447"/>
              </a:xfrm>
            </p:grpSpPr>
            <p:grpSp>
              <p:nvGrpSpPr>
                <p:cNvPr id="1702" name="Google Shape;1702;p39"/>
                <p:cNvGrpSpPr/>
                <p:nvPr/>
              </p:nvGrpSpPr>
              <p:grpSpPr>
                <a:xfrm>
                  <a:off x="7306243" y="1278030"/>
                  <a:ext cx="1406218" cy="2587447"/>
                  <a:chOff x="10973368" y="1419830"/>
                  <a:chExt cx="1406218" cy="2587447"/>
                </a:xfrm>
              </p:grpSpPr>
              <p:sp>
                <p:nvSpPr>
                  <p:cNvPr id="1703" name="Google Shape;1703;p39"/>
                  <p:cNvSpPr/>
                  <p:nvPr/>
                </p:nvSpPr>
                <p:spPr>
                  <a:xfrm>
                    <a:off x="10995664" y="1419830"/>
                    <a:ext cx="1383921" cy="2587446"/>
                  </a:xfrm>
                  <a:custGeom>
                    <a:avLst/>
                    <a:gdLst/>
                    <a:ahLst/>
                    <a:cxnLst/>
                    <a:rect l="l" t="t" r="r" b="b"/>
                    <a:pathLst>
                      <a:path w="41763" h="78088" extrusionOk="0">
                        <a:moveTo>
                          <a:pt x="38297" y="0"/>
                        </a:moveTo>
                        <a:cubicBezTo>
                          <a:pt x="38284" y="0"/>
                          <a:pt x="38271" y="0"/>
                          <a:pt x="38258" y="0"/>
                        </a:cubicBezTo>
                        <a:lnTo>
                          <a:pt x="8773" y="0"/>
                        </a:lnTo>
                        <a:cubicBezTo>
                          <a:pt x="6677" y="35"/>
                          <a:pt x="4947" y="1653"/>
                          <a:pt x="4774" y="3743"/>
                        </a:cubicBezTo>
                        <a:lnTo>
                          <a:pt x="10" y="74359"/>
                        </a:lnTo>
                        <a:cubicBezTo>
                          <a:pt x="3" y="74459"/>
                          <a:pt x="0" y="74562"/>
                          <a:pt x="0" y="74663"/>
                        </a:cubicBezTo>
                        <a:cubicBezTo>
                          <a:pt x="21" y="76564"/>
                          <a:pt x="1569" y="78087"/>
                          <a:pt x="3463" y="78087"/>
                        </a:cubicBezTo>
                        <a:cubicBezTo>
                          <a:pt x="3476" y="78087"/>
                          <a:pt x="3489" y="78087"/>
                          <a:pt x="3502" y="78087"/>
                        </a:cubicBezTo>
                        <a:lnTo>
                          <a:pt x="32982" y="78087"/>
                        </a:lnTo>
                        <a:cubicBezTo>
                          <a:pt x="35074" y="78052"/>
                          <a:pt x="36799" y="76441"/>
                          <a:pt x="36977" y="74359"/>
                        </a:cubicBezTo>
                        <a:lnTo>
                          <a:pt x="41751" y="3745"/>
                        </a:lnTo>
                        <a:cubicBezTo>
                          <a:pt x="41758" y="3638"/>
                          <a:pt x="41762" y="3530"/>
                          <a:pt x="41760" y="3423"/>
                        </a:cubicBezTo>
                        <a:cubicBezTo>
                          <a:pt x="41739" y="1524"/>
                          <a:pt x="40191" y="0"/>
                          <a:pt x="38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4" name="Google Shape;1704;p39"/>
                  <p:cNvGrpSpPr/>
                  <p:nvPr/>
                </p:nvGrpSpPr>
                <p:grpSpPr>
                  <a:xfrm>
                    <a:off x="10973368" y="1419830"/>
                    <a:ext cx="1384087" cy="2587446"/>
                    <a:chOff x="10973368" y="1419830"/>
                    <a:chExt cx="1384087" cy="2587446"/>
                  </a:xfrm>
                </p:grpSpPr>
                <p:grpSp>
                  <p:nvGrpSpPr>
                    <p:cNvPr id="1705" name="Google Shape;1705;p39"/>
                    <p:cNvGrpSpPr/>
                    <p:nvPr/>
                  </p:nvGrpSpPr>
                  <p:grpSpPr>
                    <a:xfrm>
                      <a:off x="10973368" y="1419830"/>
                      <a:ext cx="1384087" cy="2587446"/>
                      <a:chOff x="1452475" y="3106525"/>
                      <a:chExt cx="1044200" cy="1952200"/>
                    </a:xfrm>
                  </p:grpSpPr>
                  <p:sp>
                    <p:nvSpPr>
                      <p:cNvPr id="1706" name="Google Shape;1706;p39"/>
                      <p:cNvSpPr/>
                      <p:nvPr/>
                    </p:nvSpPr>
                    <p:spPr>
                      <a:xfrm>
                        <a:off x="1452475" y="3106525"/>
                        <a:ext cx="1044200" cy="1952200"/>
                      </a:xfrm>
                      <a:custGeom>
                        <a:avLst/>
                        <a:gdLst/>
                        <a:ahLst/>
                        <a:cxnLst/>
                        <a:rect l="l" t="t" r="r" b="b"/>
                        <a:pathLst>
                          <a:path w="41768" h="78088" extrusionOk="0">
                            <a:moveTo>
                              <a:pt x="38305" y="0"/>
                            </a:moveTo>
                            <a:cubicBezTo>
                              <a:pt x="38292" y="0"/>
                              <a:pt x="38279" y="0"/>
                              <a:pt x="38266" y="0"/>
                            </a:cubicBezTo>
                            <a:lnTo>
                              <a:pt x="8793" y="0"/>
                            </a:lnTo>
                            <a:cubicBezTo>
                              <a:pt x="6696" y="28"/>
                              <a:pt x="4959" y="1642"/>
                              <a:pt x="4782" y="3733"/>
                            </a:cubicBezTo>
                            <a:lnTo>
                              <a:pt x="13" y="74359"/>
                            </a:lnTo>
                            <a:cubicBezTo>
                              <a:pt x="6" y="74459"/>
                              <a:pt x="1" y="74562"/>
                              <a:pt x="3" y="74663"/>
                            </a:cubicBezTo>
                            <a:cubicBezTo>
                              <a:pt x="24" y="76562"/>
                              <a:pt x="1572" y="78087"/>
                              <a:pt x="3466" y="78087"/>
                            </a:cubicBezTo>
                            <a:cubicBezTo>
                              <a:pt x="3479" y="78087"/>
                              <a:pt x="3492" y="78087"/>
                              <a:pt x="3505" y="78087"/>
                            </a:cubicBezTo>
                            <a:lnTo>
                              <a:pt x="32992" y="78087"/>
                            </a:lnTo>
                            <a:cubicBezTo>
                              <a:pt x="35084" y="78055"/>
                              <a:pt x="36811" y="76444"/>
                              <a:pt x="36989" y="74359"/>
                            </a:cubicBezTo>
                            <a:lnTo>
                              <a:pt x="41758" y="3733"/>
                            </a:lnTo>
                            <a:cubicBezTo>
                              <a:pt x="41765" y="3628"/>
                              <a:pt x="41768" y="3528"/>
                              <a:pt x="41768" y="3425"/>
                            </a:cubicBezTo>
                            <a:cubicBezTo>
                              <a:pt x="41747" y="1526"/>
                              <a:pt x="40201" y="0"/>
                              <a:pt x="383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9"/>
                      <p:cNvSpPr/>
                      <p:nvPr/>
                    </p:nvSpPr>
                    <p:spPr>
                      <a:xfrm>
                        <a:off x="1944650" y="3148950"/>
                        <a:ext cx="184575" cy="21275"/>
                      </a:xfrm>
                      <a:custGeom>
                        <a:avLst/>
                        <a:gdLst/>
                        <a:ahLst/>
                        <a:cxnLst/>
                        <a:rect l="l" t="t" r="r" b="b"/>
                        <a:pathLst>
                          <a:path w="7383" h="851" extrusionOk="0">
                            <a:moveTo>
                              <a:pt x="6997" y="0"/>
                            </a:moveTo>
                            <a:cubicBezTo>
                              <a:pt x="6994" y="0"/>
                              <a:pt x="6991" y="0"/>
                              <a:pt x="6988" y="1"/>
                            </a:cubicBezTo>
                            <a:lnTo>
                              <a:pt x="454" y="1"/>
                            </a:lnTo>
                            <a:cubicBezTo>
                              <a:pt x="216" y="3"/>
                              <a:pt x="20" y="187"/>
                              <a:pt x="3" y="423"/>
                            </a:cubicBezTo>
                            <a:cubicBezTo>
                              <a:pt x="1" y="437"/>
                              <a:pt x="1" y="449"/>
                              <a:pt x="1" y="460"/>
                            </a:cubicBezTo>
                            <a:cubicBezTo>
                              <a:pt x="3" y="676"/>
                              <a:pt x="178" y="850"/>
                              <a:pt x="393" y="850"/>
                            </a:cubicBezTo>
                            <a:cubicBezTo>
                              <a:pt x="395" y="850"/>
                              <a:pt x="396" y="850"/>
                              <a:pt x="398" y="850"/>
                            </a:cubicBezTo>
                            <a:lnTo>
                              <a:pt x="6930" y="850"/>
                            </a:lnTo>
                            <a:cubicBezTo>
                              <a:pt x="7168" y="846"/>
                              <a:pt x="7362" y="661"/>
                              <a:pt x="7383" y="423"/>
                            </a:cubicBezTo>
                            <a:cubicBezTo>
                              <a:pt x="7383" y="409"/>
                              <a:pt x="7383" y="397"/>
                              <a:pt x="7383" y="383"/>
                            </a:cubicBezTo>
                            <a:cubicBezTo>
                              <a:pt x="7380" y="171"/>
                              <a:pt x="7207" y="0"/>
                              <a:pt x="69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08" name="Google Shape;1708;p39"/>
                    <p:cNvSpPr/>
                    <p:nvPr/>
                  </p:nvSpPr>
                  <p:spPr>
                    <a:xfrm>
                      <a:off x="10978675" y="1562113"/>
                      <a:ext cx="1373475" cy="2302875"/>
                    </a:xfrm>
                    <a:custGeom>
                      <a:avLst/>
                      <a:gdLst/>
                      <a:ahLst/>
                      <a:cxnLst/>
                      <a:rect l="l" t="t" r="r" b="b"/>
                      <a:pathLst>
                        <a:path w="54939" h="92115" extrusionOk="0">
                          <a:moveTo>
                            <a:pt x="6217" y="0"/>
                          </a:moveTo>
                          <a:lnTo>
                            <a:pt x="54939" y="0"/>
                          </a:lnTo>
                          <a:lnTo>
                            <a:pt x="48722" y="92115"/>
                          </a:lnTo>
                          <a:lnTo>
                            <a:pt x="0" y="92115"/>
                          </a:lnTo>
                          <a:close/>
                        </a:path>
                      </a:pathLst>
                    </a:custGeom>
                    <a:solidFill>
                      <a:schemeClr val="lt2"/>
                    </a:solidFill>
                    <a:ln>
                      <a:noFill/>
                    </a:ln>
                  </p:spPr>
                </p:sp>
              </p:grpSp>
            </p:grpSp>
            <p:grpSp>
              <p:nvGrpSpPr>
                <p:cNvPr id="1709" name="Google Shape;1709;p39"/>
                <p:cNvGrpSpPr/>
                <p:nvPr/>
              </p:nvGrpSpPr>
              <p:grpSpPr>
                <a:xfrm flipH="1">
                  <a:off x="7113241" y="1501770"/>
                  <a:ext cx="1220718" cy="2220823"/>
                  <a:chOff x="2252825" y="1263125"/>
                  <a:chExt cx="597600" cy="1087200"/>
                </a:xfrm>
              </p:grpSpPr>
              <p:sp>
                <p:nvSpPr>
                  <p:cNvPr id="1710" name="Google Shape;1710;p39"/>
                  <p:cNvSpPr/>
                  <p:nvPr/>
                </p:nvSpPr>
                <p:spPr>
                  <a:xfrm>
                    <a:off x="2765250" y="1908375"/>
                    <a:ext cx="85175" cy="82575"/>
                  </a:xfrm>
                  <a:custGeom>
                    <a:avLst/>
                    <a:gdLst/>
                    <a:ahLst/>
                    <a:cxnLst/>
                    <a:rect l="l" t="t" r="r" b="b"/>
                    <a:pathLst>
                      <a:path w="3407" h="3303" extrusionOk="0">
                        <a:moveTo>
                          <a:pt x="409" y="1"/>
                        </a:moveTo>
                        <a:lnTo>
                          <a:pt x="264" y="262"/>
                        </a:lnTo>
                        <a:cubicBezTo>
                          <a:pt x="24" y="680"/>
                          <a:pt x="0" y="1187"/>
                          <a:pt x="206" y="1623"/>
                        </a:cubicBezTo>
                        <a:lnTo>
                          <a:pt x="713" y="2716"/>
                        </a:lnTo>
                        <a:cubicBezTo>
                          <a:pt x="818" y="2944"/>
                          <a:pt x="1028" y="3113"/>
                          <a:pt x="1277" y="3162"/>
                        </a:cubicBezTo>
                        <a:lnTo>
                          <a:pt x="1950" y="3288"/>
                        </a:lnTo>
                        <a:lnTo>
                          <a:pt x="1950" y="3285"/>
                        </a:lnTo>
                        <a:cubicBezTo>
                          <a:pt x="2004" y="3297"/>
                          <a:pt x="2059" y="3303"/>
                          <a:pt x="2113" y="3303"/>
                        </a:cubicBezTo>
                        <a:cubicBezTo>
                          <a:pt x="2356" y="3303"/>
                          <a:pt x="2589" y="3186"/>
                          <a:pt x="2734" y="2982"/>
                        </a:cubicBezTo>
                        <a:lnTo>
                          <a:pt x="3206" y="2277"/>
                        </a:lnTo>
                        <a:cubicBezTo>
                          <a:pt x="3407" y="1971"/>
                          <a:pt x="3320" y="1558"/>
                          <a:pt x="3014" y="1357"/>
                        </a:cubicBezTo>
                        <a:cubicBezTo>
                          <a:pt x="3014" y="1357"/>
                          <a:pt x="1541" y="134"/>
                          <a:pt x="409" y="1"/>
                        </a:cubicBez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9"/>
                  <p:cNvSpPr/>
                  <p:nvPr/>
                </p:nvSpPr>
                <p:spPr>
                  <a:xfrm>
                    <a:off x="2582575" y="1558225"/>
                    <a:ext cx="214400" cy="385775"/>
                  </a:xfrm>
                  <a:custGeom>
                    <a:avLst/>
                    <a:gdLst/>
                    <a:ahLst/>
                    <a:cxnLst/>
                    <a:rect l="l" t="t" r="r" b="b"/>
                    <a:pathLst>
                      <a:path w="8576" h="15431" extrusionOk="0">
                        <a:moveTo>
                          <a:pt x="861" y="0"/>
                        </a:moveTo>
                        <a:cubicBezTo>
                          <a:pt x="752" y="0"/>
                          <a:pt x="640" y="5"/>
                          <a:pt x="523" y="16"/>
                        </a:cubicBezTo>
                        <a:cubicBezTo>
                          <a:pt x="346" y="25"/>
                          <a:pt x="173" y="72"/>
                          <a:pt x="17" y="154"/>
                        </a:cubicBezTo>
                        <a:cubicBezTo>
                          <a:pt x="17" y="154"/>
                          <a:pt x="0" y="8719"/>
                          <a:pt x="537" y="9870"/>
                        </a:cubicBezTo>
                        <a:cubicBezTo>
                          <a:pt x="2452" y="12123"/>
                          <a:pt x="4763" y="14007"/>
                          <a:pt x="7354" y="15431"/>
                        </a:cubicBezTo>
                        <a:cubicBezTo>
                          <a:pt x="7588" y="14735"/>
                          <a:pt x="7970" y="14581"/>
                          <a:pt x="8575" y="14179"/>
                        </a:cubicBezTo>
                        <a:cubicBezTo>
                          <a:pt x="6794" y="12482"/>
                          <a:pt x="5073" y="10358"/>
                          <a:pt x="3383" y="8574"/>
                        </a:cubicBezTo>
                        <a:lnTo>
                          <a:pt x="3383" y="8574"/>
                        </a:lnTo>
                        <a:cubicBezTo>
                          <a:pt x="3400" y="6794"/>
                          <a:pt x="3474" y="4899"/>
                          <a:pt x="3474" y="3310"/>
                        </a:cubicBezTo>
                        <a:cubicBezTo>
                          <a:pt x="3474" y="1412"/>
                          <a:pt x="2667" y="0"/>
                          <a:pt x="8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9"/>
                  <p:cNvSpPr/>
                  <p:nvPr/>
                </p:nvSpPr>
                <p:spPr>
                  <a:xfrm>
                    <a:off x="2613800" y="1558725"/>
                    <a:ext cx="55750" cy="94925"/>
                  </a:xfrm>
                  <a:custGeom>
                    <a:avLst/>
                    <a:gdLst/>
                    <a:ahLst/>
                    <a:cxnLst/>
                    <a:rect l="l" t="t" r="r" b="b"/>
                    <a:pathLst>
                      <a:path w="2230" h="3797" extrusionOk="0">
                        <a:moveTo>
                          <a:pt x="0" y="1"/>
                        </a:moveTo>
                        <a:lnTo>
                          <a:pt x="5" y="5"/>
                        </a:lnTo>
                        <a:cubicBezTo>
                          <a:pt x="724" y="94"/>
                          <a:pt x="1256" y="437"/>
                          <a:pt x="1621" y="955"/>
                        </a:cubicBezTo>
                        <a:cubicBezTo>
                          <a:pt x="1249" y="414"/>
                          <a:pt x="710" y="85"/>
                          <a:pt x="0" y="1"/>
                        </a:cubicBezTo>
                        <a:close/>
                        <a:moveTo>
                          <a:pt x="2225" y="3213"/>
                        </a:moveTo>
                        <a:lnTo>
                          <a:pt x="2225" y="3290"/>
                        </a:lnTo>
                        <a:cubicBezTo>
                          <a:pt x="2225" y="3452"/>
                          <a:pt x="2225" y="3615"/>
                          <a:pt x="2223" y="3784"/>
                        </a:cubicBezTo>
                        <a:lnTo>
                          <a:pt x="2223" y="3784"/>
                        </a:lnTo>
                        <a:cubicBezTo>
                          <a:pt x="2224" y="3762"/>
                          <a:pt x="2225" y="3739"/>
                          <a:pt x="2225" y="3717"/>
                        </a:cubicBezTo>
                        <a:cubicBezTo>
                          <a:pt x="2230" y="3544"/>
                          <a:pt x="2230" y="3376"/>
                          <a:pt x="2225" y="3213"/>
                        </a:cubicBezTo>
                        <a:close/>
                        <a:moveTo>
                          <a:pt x="2223" y="3784"/>
                        </a:moveTo>
                        <a:lnTo>
                          <a:pt x="2223" y="3784"/>
                        </a:lnTo>
                        <a:cubicBezTo>
                          <a:pt x="2223" y="3788"/>
                          <a:pt x="2223" y="3792"/>
                          <a:pt x="2223" y="3796"/>
                        </a:cubicBezTo>
                        <a:cubicBezTo>
                          <a:pt x="2223" y="3792"/>
                          <a:pt x="2223" y="3788"/>
                          <a:pt x="2223" y="378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9"/>
                  <p:cNvSpPr/>
                  <p:nvPr/>
                </p:nvSpPr>
                <p:spPr>
                  <a:xfrm>
                    <a:off x="2475650" y="2024000"/>
                    <a:ext cx="68725" cy="226925"/>
                  </a:xfrm>
                  <a:custGeom>
                    <a:avLst/>
                    <a:gdLst/>
                    <a:ahLst/>
                    <a:cxnLst/>
                    <a:rect l="l" t="t" r="r" b="b"/>
                    <a:pathLst>
                      <a:path w="2749" h="9077" extrusionOk="0">
                        <a:moveTo>
                          <a:pt x="2748" y="0"/>
                        </a:moveTo>
                        <a:lnTo>
                          <a:pt x="1" y="3885"/>
                        </a:lnTo>
                        <a:cubicBezTo>
                          <a:pt x="386" y="5449"/>
                          <a:pt x="876" y="7186"/>
                          <a:pt x="1502" y="9077"/>
                        </a:cubicBezTo>
                        <a:cubicBezTo>
                          <a:pt x="1686" y="5272"/>
                          <a:pt x="2716" y="173"/>
                          <a:pt x="274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9"/>
                  <p:cNvSpPr/>
                  <p:nvPr/>
                </p:nvSpPr>
                <p:spPr>
                  <a:xfrm>
                    <a:off x="2312875" y="1886275"/>
                    <a:ext cx="356575" cy="464050"/>
                  </a:xfrm>
                  <a:custGeom>
                    <a:avLst/>
                    <a:gdLst/>
                    <a:ahLst/>
                    <a:cxnLst/>
                    <a:rect l="l" t="t" r="r" b="b"/>
                    <a:pathLst>
                      <a:path w="14263" h="18562" extrusionOk="0">
                        <a:moveTo>
                          <a:pt x="10176" y="0"/>
                        </a:moveTo>
                        <a:cubicBezTo>
                          <a:pt x="7101" y="0"/>
                          <a:pt x="2489" y="245"/>
                          <a:pt x="2489" y="245"/>
                        </a:cubicBezTo>
                        <a:cubicBezTo>
                          <a:pt x="2489" y="245"/>
                          <a:pt x="3960" y="2706"/>
                          <a:pt x="1980" y="6754"/>
                        </a:cubicBezTo>
                        <a:cubicBezTo>
                          <a:pt x="1" y="10799"/>
                          <a:pt x="848" y="18561"/>
                          <a:pt x="848" y="18561"/>
                        </a:cubicBezTo>
                        <a:cubicBezTo>
                          <a:pt x="848" y="18561"/>
                          <a:pt x="2111" y="18536"/>
                          <a:pt x="5123" y="18536"/>
                        </a:cubicBezTo>
                        <a:lnTo>
                          <a:pt x="14262" y="18536"/>
                        </a:lnTo>
                        <a:lnTo>
                          <a:pt x="14134" y="13696"/>
                        </a:lnTo>
                        <a:lnTo>
                          <a:pt x="12866" y="245"/>
                        </a:lnTo>
                        <a:cubicBezTo>
                          <a:pt x="12866" y="61"/>
                          <a:pt x="11713" y="0"/>
                          <a:pt x="10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9"/>
                  <p:cNvSpPr/>
                  <p:nvPr/>
                </p:nvSpPr>
                <p:spPr>
                  <a:xfrm>
                    <a:off x="2358100" y="1541925"/>
                    <a:ext cx="297975" cy="346300"/>
                  </a:xfrm>
                  <a:custGeom>
                    <a:avLst/>
                    <a:gdLst/>
                    <a:ahLst/>
                    <a:cxnLst/>
                    <a:rect l="l" t="t" r="r" b="b"/>
                    <a:pathLst>
                      <a:path w="11919" h="13852" extrusionOk="0">
                        <a:moveTo>
                          <a:pt x="5452" y="0"/>
                        </a:moveTo>
                        <a:cubicBezTo>
                          <a:pt x="4757" y="0"/>
                          <a:pt x="4062" y="24"/>
                          <a:pt x="3367" y="70"/>
                        </a:cubicBezTo>
                        <a:cubicBezTo>
                          <a:pt x="2973" y="87"/>
                          <a:pt x="2585" y="115"/>
                          <a:pt x="2223" y="152"/>
                        </a:cubicBezTo>
                        <a:cubicBezTo>
                          <a:pt x="904" y="217"/>
                          <a:pt x="1" y="1508"/>
                          <a:pt x="391" y="2769"/>
                        </a:cubicBezTo>
                        <a:cubicBezTo>
                          <a:pt x="2039" y="8241"/>
                          <a:pt x="2342" y="11021"/>
                          <a:pt x="2158" y="13454"/>
                        </a:cubicBezTo>
                        <a:cubicBezTo>
                          <a:pt x="3908" y="13680"/>
                          <a:pt x="6227" y="13852"/>
                          <a:pt x="8059" y="13852"/>
                        </a:cubicBezTo>
                        <a:cubicBezTo>
                          <a:pt x="9405" y="13852"/>
                          <a:pt x="10488" y="13759"/>
                          <a:pt x="10887" y="13526"/>
                        </a:cubicBezTo>
                        <a:cubicBezTo>
                          <a:pt x="11354" y="10751"/>
                          <a:pt x="11727" y="8944"/>
                          <a:pt x="11797" y="7230"/>
                        </a:cubicBezTo>
                        <a:cubicBezTo>
                          <a:pt x="11919" y="5953"/>
                          <a:pt x="11914" y="4669"/>
                          <a:pt x="11776" y="3395"/>
                        </a:cubicBezTo>
                        <a:cubicBezTo>
                          <a:pt x="11480" y="1676"/>
                          <a:pt x="10525" y="432"/>
                          <a:pt x="8907" y="220"/>
                        </a:cubicBezTo>
                        <a:cubicBezTo>
                          <a:pt x="8459" y="164"/>
                          <a:pt x="7980" y="108"/>
                          <a:pt x="7537" y="70"/>
                        </a:cubicBezTo>
                        <a:cubicBezTo>
                          <a:pt x="6842" y="24"/>
                          <a:pt x="6147" y="0"/>
                          <a:pt x="54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9"/>
                  <p:cNvSpPr/>
                  <p:nvPr/>
                </p:nvSpPr>
                <p:spPr>
                  <a:xfrm>
                    <a:off x="2400725" y="1872800"/>
                    <a:ext cx="239950" cy="30425"/>
                  </a:xfrm>
                  <a:custGeom>
                    <a:avLst/>
                    <a:gdLst/>
                    <a:ahLst/>
                    <a:cxnLst/>
                    <a:rect l="l" t="t" r="r" b="b"/>
                    <a:pathLst>
                      <a:path w="9598" h="1217" extrusionOk="0">
                        <a:moveTo>
                          <a:pt x="9332" y="1"/>
                        </a:moveTo>
                        <a:cubicBezTo>
                          <a:pt x="9325" y="1"/>
                          <a:pt x="9318" y="1"/>
                          <a:pt x="9310" y="2"/>
                        </a:cubicBezTo>
                        <a:cubicBezTo>
                          <a:pt x="7837" y="165"/>
                          <a:pt x="6358" y="247"/>
                          <a:pt x="4878" y="247"/>
                        </a:cubicBezTo>
                        <a:cubicBezTo>
                          <a:pt x="3399" y="247"/>
                          <a:pt x="1919" y="165"/>
                          <a:pt x="446" y="2"/>
                        </a:cubicBezTo>
                        <a:cubicBezTo>
                          <a:pt x="441" y="1"/>
                          <a:pt x="435" y="1"/>
                          <a:pt x="430" y="1"/>
                        </a:cubicBezTo>
                        <a:cubicBezTo>
                          <a:pt x="350" y="1"/>
                          <a:pt x="278" y="49"/>
                          <a:pt x="248" y="126"/>
                        </a:cubicBezTo>
                        <a:cubicBezTo>
                          <a:pt x="178" y="303"/>
                          <a:pt x="103" y="478"/>
                          <a:pt x="26" y="658"/>
                        </a:cubicBezTo>
                        <a:lnTo>
                          <a:pt x="26" y="686"/>
                        </a:lnTo>
                        <a:cubicBezTo>
                          <a:pt x="0" y="805"/>
                          <a:pt x="75" y="922"/>
                          <a:pt x="194" y="950"/>
                        </a:cubicBezTo>
                        <a:cubicBezTo>
                          <a:pt x="1751" y="1128"/>
                          <a:pt x="3317" y="1216"/>
                          <a:pt x="4882" y="1216"/>
                        </a:cubicBezTo>
                        <a:cubicBezTo>
                          <a:pt x="6395" y="1216"/>
                          <a:pt x="7909" y="1134"/>
                          <a:pt x="9415" y="968"/>
                        </a:cubicBezTo>
                        <a:lnTo>
                          <a:pt x="9404" y="968"/>
                        </a:lnTo>
                        <a:cubicBezTo>
                          <a:pt x="9516" y="954"/>
                          <a:pt x="9597" y="852"/>
                          <a:pt x="9583" y="740"/>
                        </a:cubicBezTo>
                        <a:cubicBezTo>
                          <a:pt x="9567" y="555"/>
                          <a:pt x="9551" y="371"/>
                          <a:pt x="9530" y="186"/>
                        </a:cubicBezTo>
                        <a:cubicBezTo>
                          <a:pt x="9530" y="182"/>
                          <a:pt x="9530" y="177"/>
                          <a:pt x="9530" y="172"/>
                        </a:cubicBezTo>
                        <a:cubicBezTo>
                          <a:pt x="9517" y="72"/>
                          <a:pt x="9431" y="1"/>
                          <a:pt x="9332" y="1"/>
                        </a:cubicBez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9"/>
                  <p:cNvSpPr/>
                  <p:nvPr/>
                </p:nvSpPr>
                <p:spPr>
                  <a:xfrm>
                    <a:off x="2455100" y="1280800"/>
                    <a:ext cx="100875" cy="218025"/>
                  </a:xfrm>
                  <a:custGeom>
                    <a:avLst/>
                    <a:gdLst/>
                    <a:ahLst/>
                    <a:cxnLst/>
                    <a:rect l="l" t="t" r="r" b="b"/>
                    <a:pathLst>
                      <a:path w="4035" h="8721" extrusionOk="0">
                        <a:moveTo>
                          <a:pt x="2952" y="1"/>
                        </a:moveTo>
                        <a:lnTo>
                          <a:pt x="2952" y="1"/>
                        </a:lnTo>
                        <a:cubicBezTo>
                          <a:pt x="1700" y="325"/>
                          <a:pt x="1154" y="1294"/>
                          <a:pt x="571" y="2459"/>
                        </a:cubicBezTo>
                        <a:cubicBezTo>
                          <a:pt x="162" y="3372"/>
                          <a:pt x="1" y="4373"/>
                          <a:pt x="99" y="5365"/>
                        </a:cubicBezTo>
                        <a:cubicBezTo>
                          <a:pt x="164" y="6586"/>
                          <a:pt x="384" y="7466"/>
                          <a:pt x="1266" y="7936"/>
                        </a:cubicBezTo>
                        <a:cubicBezTo>
                          <a:pt x="1287" y="7595"/>
                          <a:pt x="1343" y="7184"/>
                          <a:pt x="1367" y="6843"/>
                        </a:cubicBezTo>
                        <a:cubicBezTo>
                          <a:pt x="1406" y="7294"/>
                          <a:pt x="1486" y="8111"/>
                          <a:pt x="1486" y="8111"/>
                        </a:cubicBezTo>
                        <a:cubicBezTo>
                          <a:pt x="1486" y="8111"/>
                          <a:pt x="1722" y="8275"/>
                          <a:pt x="1824" y="8275"/>
                        </a:cubicBezTo>
                        <a:cubicBezTo>
                          <a:pt x="1829" y="8275"/>
                          <a:pt x="1834" y="8275"/>
                          <a:pt x="1838" y="8274"/>
                        </a:cubicBezTo>
                        <a:cubicBezTo>
                          <a:pt x="1829" y="7931"/>
                          <a:pt x="1719" y="7427"/>
                          <a:pt x="1808" y="7084"/>
                        </a:cubicBezTo>
                        <a:lnTo>
                          <a:pt x="1808" y="7084"/>
                        </a:lnTo>
                        <a:lnTo>
                          <a:pt x="2053" y="8370"/>
                        </a:lnTo>
                        <a:cubicBezTo>
                          <a:pt x="2331" y="8410"/>
                          <a:pt x="2653" y="8505"/>
                          <a:pt x="2935" y="8547"/>
                        </a:cubicBezTo>
                        <a:cubicBezTo>
                          <a:pt x="2973" y="8335"/>
                          <a:pt x="2756" y="7663"/>
                          <a:pt x="2793" y="7452"/>
                        </a:cubicBezTo>
                        <a:lnTo>
                          <a:pt x="2793" y="7452"/>
                        </a:lnTo>
                        <a:cubicBezTo>
                          <a:pt x="2893" y="7728"/>
                          <a:pt x="3146" y="8358"/>
                          <a:pt x="3248" y="8641"/>
                        </a:cubicBezTo>
                        <a:cubicBezTo>
                          <a:pt x="3510" y="8655"/>
                          <a:pt x="3776" y="8720"/>
                          <a:pt x="4035" y="8720"/>
                        </a:cubicBezTo>
                        <a:cubicBezTo>
                          <a:pt x="4012" y="8615"/>
                          <a:pt x="2669" y="4950"/>
                          <a:pt x="2504" y="3885"/>
                        </a:cubicBezTo>
                        <a:cubicBezTo>
                          <a:pt x="2581" y="2583"/>
                          <a:pt x="2730" y="1287"/>
                          <a:pt x="295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9"/>
                  <p:cNvSpPr/>
                  <p:nvPr/>
                </p:nvSpPr>
                <p:spPr>
                  <a:xfrm>
                    <a:off x="2447750" y="1426350"/>
                    <a:ext cx="107950" cy="162750"/>
                  </a:xfrm>
                  <a:custGeom>
                    <a:avLst/>
                    <a:gdLst/>
                    <a:ahLst/>
                    <a:cxnLst/>
                    <a:rect l="l" t="t" r="r" b="b"/>
                    <a:pathLst>
                      <a:path w="4318" h="6510" extrusionOk="0">
                        <a:moveTo>
                          <a:pt x="61" y="1"/>
                        </a:moveTo>
                        <a:lnTo>
                          <a:pt x="61" y="1"/>
                        </a:lnTo>
                        <a:cubicBezTo>
                          <a:pt x="426" y="1334"/>
                          <a:pt x="869" y="3801"/>
                          <a:pt x="1" y="4696"/>
                        </a:cubicBezTo>
                        <a:cubicBezTo>
                          <a:pt x="1" y="4696"/>
                          <a:pt x="1149" y="5620"/>
                          <a:pt x="3589" y="6510"/>
                        </a:cubicBezTo>
                        <a:cubicBezTo>
                          <a:pt x="4317" y="6323"/>
                          <a:pt x="4156" y="4696"/>
                          <a:pt x="4156" y="4696"/>
                        </a:cubicBezTo>
                        <a:cubicBezTo>
                          <a:pt x="2632" y="4338"/>
                          <a:pt x="2587" y="3230"/>
                          <a:pt x="2772" y="2188"/>
                        </a:cubicBezTo>
                        <a:lnTo>
                          <a:pt x="61" y="1"/>
                        </a:ln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9"/>
                  <p:cNvSpPr/>
                  <p:nvPr/>
                </p:nvSpPr>
                <p:spPr>
                  <a:xfrm>
                    <a:off x="2294675" y="1538525"/>
                    <a:ext cx="220925" cy="699375"/>
                  </a:xfrm>
                  <a:custGeom>
                    <a:avLst/>
                    <a:gdLst/>
                    <a:ahLst/>
                    <a:cxnLst/>
                    <a:rect l="l" t="t" r="r" b="b"/>
                    <a:pathLst>
                      <a:path w="8837" h="27975" extrusionOk="0">
                        <a:moveTo>
                          <a:pt x="6032" y="1"/>
                        </a:moveTo>
                        <a:cubicBezTo>
                          <a:pt x="5869" y="1"/>
                          <a:pt x="3154" y="14"/>
                          <a:pt x="2557" y="888"/>
                        </a:cubicBezTo>
                        <a:cubicBezTo>
                          <a:pt x="1940" y="1787"/>
                          <a:pt x="2536" y="5944"/>
                          <a:pt x="2839" y="10733"/>
                        </a:cubicBezTo>
                        <a:cubicBezTo>
                          <a:pt x="3145" y="15521"/>
                          <a:pt x="0" y="24747"/>
                          <a:pt x="96" y="26554"/>
                        </a:cubicBezTo>
                        <a:cubicBezTo>
                          <a:pt x="1471" y="27739"/>
                          <a:pt x="4534" y="27189"/>
                          <a:pt x="6406" y="27889"/>
                        </a:cubicBezTo>
                        <a:cubicBezTo>
                          <a:pt x="6560" y="27947"/>
                          <a:pt x="6716" y="27974"/>
                          <a:pt x="6868" y="27974"/>
                        </a:cubicBezTo>
                        <a:cubicBezTo>
                          <a:pt x="7534" y="27974"/>
                          <a:pt x="8130" y="27454"/>
                          <a:pt x="8164" y="26736"/>
                        </a:cubicBezTo>
                        <a:cubicBezTo>
                          <a:pt x="8447" y="20734"/>
                          <a:pt x="8836" y="10233"/>
                          <a:pt x="8087" y="4780"/>
                        </a:cubicBezTo>
                        <a:cubicBezTo>
                          <a:pt x="7613" y="1416"/>
                          <a:pt x="6037" y="1"/>
                          <a:pt x="6037" y="1"/>
                        </a:cubicBezTo>
                        <a:lnTo>
                          <a:pt x="6040" y="1"/>
                        </a:lnTo>
                        <a:cubicBezTo>
                          <a:pt x="6040" y="1"/>
                          <a:pt x="6037" y="1"/>
                          <a:pt x="603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9"/>
                  <p:cNvSpPr/>
                  <p:nvPr/>
                </p:nvSpPr>
                <p:spPr>
                  <a:xfrm>
                    <a:off x="2549375" y="1541850"/>
                    <a:ext cx="163500" cy="689750"/>
                  </a:xfrm>
                  <a:custGeom>
                    <a:avLst/>
                    <a:gdLst/>
                    <a:ahLst/>
                    <a:cxnLst/>
                    <a:rect l="l" t="t" r="r" b="b"/>
                    <a:pathLst>
                      <a:path w="6540" h="27590" extrusionOk="0">
                        <a:moveTo>
                          <a:pt x="0" y="1"/>
                        </a:moveTo>
                        <a:cubicBezTo>
                          <a:pt x="2265" y="2907"/>
                          <a:pt x="2428" y="12430"/>
                          <a:pt x="1851" y="26547"/>
                        </a:cubicBezTo>
                        <a:cubicBezTo>
                          <a:pt x="1818" y="27356"/>
                          <a:pt x="2318" y="27589"/>
                          <a:pt x="2993" y="27589"/>
                        </a:cubicBezTo>
                        <a:cubicBezTo>
                          <a:pt x="3344" y="27589"/>
                          <a:pt x="3742" y="27526"/>
                          <a:pt x="4137" y="27448"/>
                        </a:cubicBezTo>
                        <a:cubicBezTo>
                          <a:pt x="5140" y="27242"/>
                          <a:pt x="5790" y="27199"/>
                          <a:pt x="6158" y="27199"/>
                        </a:cubicBezTo>
                        <a:cubicBezTo>
                          <a:pt x="6421" y="27199"/>
                          <a:pt x="6539" y="27221"/>
                          <a:pt x="6539" y="27221"/>
                        </a:cubicBezTo>
                        <a:cubicBezTo>
                          <a:pt x="6539" y="27221"/>
                          <a:pt x="3796" y="17680"/>
                          <a:pt x="4240" y="11214"/>
                        </a:cubicBezTo>
                        <a:cubicBezTo>
                          <a:pt x="4683" y="4747"/>
                          <a:pt x="4377" y="2466"/>
                          <a:pt x="3329" y="1269"/>
                        </a:cubicBezTo>
                        <a:cubicBezTo>
                          <a:pt x="2279" y="73"/>
                          <a:pt x="2" y="1"/>
                          <a:pt x="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9"/>
                  <p:cNvSpPr/>
                  <p:nvPr/>
                </p:nvSpPr>
                <p:spPr>
                  <a:xfrm>
                    <a:off x="2597000" y="2216875"/>
                    <a:ext cx="7375" cy="10025"/>
                  </a:xfrm>
                  <a:custGeom>
                    <a:avLst/>
                    <a:gdLst/>
                    <a:ahLst/>
                    <a:cxnLst/>
                    <a:rect l="l" t="t" r="r" b="b"/>
                    <a:pathLst>
                      <a:path w="295" h="401" extrusionOk="0">
                        <a:moveTo>
                          <a:pt x="0" y="1"/>
                        </a:moveTo>
                        <a:lnTo>
                          <a:pt x="0" y="1"/>
                        </a:lnTo>
                        <a:cubicBezTo>
                          <a:pt x="47" y="167"/>
                          <a:pt x="152" y="307"/>
                          <a:pt x="294" y="400"/>
                        </a:cubicBezTo>
                        <a:cubicBezTo>
                          <a:pt x="154" y="307"/>
                          <a:pt x="49" y="164"/>
                          <a:pt x="0" y="1"/>
                        </a:cubicBezTo>
                        <a:close/>
                      </a:path>
                    </a:pathLst>
                  </a:custGeom>
                  <a:solidFill>
                    <a:srgbClr val="BEC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9"/>
                  <p:cNvSpPr/>
                  <p:nvPr/>
                </p:nvSpPr>
                <p:spPr>
                  <a:xfrm>
                    <a:off x="2665925" y="2221825"/>
                    <a:ext cx="46950" cy="4125"/>
                  </a:xfrm>
                  <a:custGeom>
                    <a:avLst/>
                    <a:gdLst/>
                    <a:ahLst/>
                    <a:cxnLst/>
                    <a:rect l="l" t="t" r="r" b="b"/>
                    <a:pathLst>
                      <a:path w="1878" h="165" extrusionOk="0">
                        <a:moveTo>
                          <a:pt x="1559" y="0"/>
                        </a:moveTo>
                        <a:cubicBezTo>
                          <a:pt x="1537" y="0"/>
                          <a:pt x="1514" y="0"/>
                          <a:pt x="1492" y="1"/>
                        </a:cubicBezTo>
                        <a:cubicBezTo>
                          <a:pt x="1193" y="1"/>
                          <a:pt x="710" y="29"/>
                          <a:pt x="0" y="151"/>
                        </a:cubicBezTo>
                        <a:lnTo>
                          <a:pt x="0" y="165"/>
                        </a:lnTo>
                        <a:cubicBezTo>
                          <a:pt x="621" y="74"/>
                          <a:pt x="1249" y="27"/>
                          <a:pt x="1877" y="22"/>
                        </a:cubicBezTo>
                        <a:cubicBezTo>
                          <a:pt x="1771" y="9"/>
                          <a:pt x="1665" y="0"/>
                          <a:pt x="15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9"/>
                  <p:cNvSpPr/>
                  <p:nvPr/>
                </p:nvSpPr>
                <p:spPr>
                  <a:xfrm>
                    <a:off x="2652775" y="2225575"/>
                    <a:ext cx="13225" cy="2475"/>
                  </a:xfrm>
                  <a:custGeom>
                    <a:avLst/>
                    <a:gdLst/>
                    <a:ahLst/>
                    <a:cxnLst/>
                    <a:rect l="l" t="t" r="r" b="b"/>
                    <a:pathLst>
                      <a:path w="529" h="99" extrusionOk="0">
                        <a:moveTo>
                          <a:pt x="526" y="1"/>
                        </a:moveTo>
                        <a:cubicBezTo>
                          <a:pt x="363" y="29"/>
                          <a:pt x="188" y="61"/>
                          <a:pt x="1" y="99"/>
                        </a:cubicBezTo>
                        <a:cubicBezTo>
                          <a:pt x="176" y="68"/>
                          <a:pt x="353" y="38"/>
                          <a:pt x="529" y="15"/>
                        </a:cubicBezTo>
                        <a:lnTo>
                          <a:pt x="529" y="1"/>
                        </a:lnTo>
                        <a:close/>
                      </a:path>
                    </a:pathLst>
                  </a:custGeom>
                  <a:solidFill>
                    <a:srgbClr val="BEC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9"/>
                  <p:cNvSpPr/>
                  <p:nvPr/>
                </p:nvSpPr>
                <p:spPr>
                  <a:xfrm>
                    <a:off x="2297075" y="2202350"/>
                    <a:ext cx="33225" cy="15500"/>
                  </a:xfrm>
                  <a:custGeom>
                    <a:avLst/>
                    <a:gdLst/>
                    <a:ahLst/>
                    <a:cxnLst/>
                    <a:rect l="l" t="t" r="r" b="b"/>
                    <a:pathLst>
                      <a:path w="1329" h="620" extrusionOk="0">
                        <a:moveTo>
                          <a:pt x="0" y="1"/>
                        </a:moveTo>
                        <a:lnTo>
                          <a:pt x="0" y="3"/>
                        </a:lnTo>
                        <a:cubicBezTo>
                          <a:pt x="350" y="304"/>
                          <a:pt x="808" y="493"/>
                          <a:pt x="1328" y="619"/>
                        </a:cubicBezTo>
                        <a:cubicBezTo>
                          <a:pt x="810" y="493"/>
                          <a:pt x="350" y="304"/>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9"/>
                  <p:cNvSpPr/>
                  <p:nvPr/>
                </p:nvSpPr>
                <p:spPr>
                  <a:xfrm>
                    <a:off x="2330275" y="2217750"/>
                    <a:ext cx="134550" cy="20050"/>
                  </a:xfrm>
                  <a:custGeom>
                    <a:avLst/>
                    <a:gdLst/>
                    <a:ahLst/>
                    <a:cxnLst/>
                    <a:rect l="l" t="t" r="r" b="b"/>
                    <a:pathLst>
                      <a:path w="5382" h="802" extrusionOk="0">
                        <a:moveTo>
                          <a:pt x="0" y="1"/>
                        </a:moveTo>
                        <a:lnTo>
                          <a:pt x="0" y="3"/>
                        </a:lnTo>
                        <a:cubicBezTo>
                          <a:pt x="1513" y="370"/>
                          <a:pt x="3544" y="199"/>
                          <a:pt x="4940" y="720"/>
                        </a:cubicBezTo>
                        <a:cubicBezTo>
                          <a:pt x="5069" y="767"/>
                          <a:pt x="5202" y="795"/>
                          <a:pt x="5339" y="802"/>
                        </a:cubicBezTo>
                        <a:lnTo>
                          <a:pt x="5381" y="802"/>
                        </a:lnTo>
                        <a:cubicBezTo>
                          <a:pt x="5244" y="795"/>
                          <a:pt x="5111" y="767"/>
                          <a:pt x="4982" y="720"/>
                        </a:cubicBezTo>
                        <a:cubicBezTo>
                          <a:pt x="3586" y="197"/>
                          <a:pt x="1527" y="372"/>
                          <a:pt x="0" y="1"/>
                        </a:cubicBezTo>
                        <a:close/>
                      </a:path>
                    </a:pathLst>
                  </a:custGeom>
                  <a:solidFill>
                    <a:srgbClr val="BEC2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9"/>
                  <p:cNvSpPr/>
                  <p:nvPr/>
                </p:nvSpPr>
                <p:spPr>
                  <a:xfrm>
                    <a:off x="2488725" y="1457575"/>
                    <a:ext cx="27700" cy="41950"/>
                  </a:xfrm>
                  <a:custGeom>
                    <a:avLst/>
                    <a:gdLst/>
                    <a:ahLst/>
                    <a:cxnLst/>
                    <a:rect l="l" t="t" r="r" b="b"/>
                    <a:pathLst>
                      <a:path w="1108" h="1678" extrusionOk="0">
                        <a:moveTo>
                          <a:pt x="3" y="1"/>
                        </a:moveTo>
                        <a:lnTo>
                          <a:pt x="3" y="3"/>
                        </a:lnTo>
                        <a:cubicBezTo>
                          <a:pt x="3" y="10"/>
                          <a:pt x="1" y="17"/>
                          <a:pt x="1" y="24"/>
                        </a:cubicBezTo>
                        <a:lnTo>
                          <a:pt x="50" y="62"/>
                        </a:lnTo>
                        <a:cubicBezTo>
                          <a:pt x="50" y="55"/>
                          <a:pt x="47" y="45"/>
                          <a:pt x="47" y="36"/>
                        </a:cubicBezTo>
                        <a:lnTo>
                          <a:pt x="3" y="1"/>
                        </a:lnTo>
                        <a:close/>
                        <a:moveTo>
                          <a:pt x="430" y="346"/>
                        </a:moveTo>
                        <a:lnTo>
                          <a:pt x="430" y="372"/>
                        </a:lnTo>
                        <a:lnTo>
                          <a:pt x="552" y="470"/>
                        </a:lnTo>
                        <a:lnTo>
                          <a:pt x="545" y="440"/>
                        </a:lnTo>
                        <a:lnTo>
                          <a:pt x="430" y="346"/>
                        </a:lnTo>
                        <a:close/>
                        <a:moveTo>
                          <a:pt x="1074" y="1369"/>
                        </a:moveTo>
                        <a:cubicBezTo>
                          <a:pt x="1065" y="1472"/>
                          <a:pt x="1058" y="1572"/>
                          <a:pt x="1058" y="1672"/>
                        </a:cubicBezTo>
                        <a:lnTo>
                          <a:pt x="1093" y="1677"/>
                        </a:lnTo>
                        <a:cubicBezTo>
                          <a:pt x="1093" y="1577"/>
                          <a:pt x="1100" y="1476"/>
                          <a:pt x="1107" y="1378"/>
                        </a:cubicBezTo>
                        <a:lnTo>
                          <a:pt x="1074" y="1369"/>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9"/>
                  <p:cNvSpPr/>
                  <p:nvPr/>
                </p:nvSpPr>
                <p:spPr>
                  <a:xfrm>
                    <a:off x="2477525" y="1448650"/>
                    <a:ext cx="40400" cy="43400"/>
                  </a:xfrm>
                  <a:custGeom>
                    <a:avLst/>
                    <a:gdLst/>
                    <a:ahLst/>
                    <a:cxnLst/>
                    <a:rect l="l" t="t" r="r" b="b"/>
                    <a:pathLst>
                      <a:path w="1616" h="1736" extrusionOk="0">
                        <a:moveTo>
                          <a:pt x="3" y="1"/>
                        </a:moveTo>
                        <a:lnTo>
                          <a:pt x="3" y="3"/>
                        </a:lnTo>
                        <a:lnTo>
                          <a:pt x="0" y="22"/>
                        </a:lnTo>
                        <a:lnTo>
                          <a:pt x="449" y="384"/>
                        </a:lnTo>
                        <a:cubicBezTo>
                          <a:pt x="449" y="377"/>
                          <a:pt x="451" y="370"/>
                          <a:pt x="451" y="363"/>
                        </a:cubicBezTo>
                        <a:lnTo>
                          <a:pt x="3" y="1"/>
                        </a:lnTo>
                        <a:close/>
                        <a:moveTo>
                          <a:pt x="495" y="395"/>
                        </a:moveTo>
                        <a:cubicBezTo>
                          <a:pt x="495" y="405"/>
                          <a:pt x="495" y="414"/>
                          <a:pt x="498" y="421"/>
                        </a:cubicBezTo>
                        <a:lnTo>
                          <a:pt x="878" y="729"/>
                        </a:lnTo>
                        <a:lnTo>
                          <a:pt x="878" y="703"/>
                        </a:lnTo>
                        <a:lnTo>
                          <a:pt x="495" y="395"/>
                        </a:lnTo>
                        <a:close/>
                        <a:moveTo>
                          <a:pt x="993" y="797"/>
                        </a:moveTo>
                        <a:lnTo>
                          <a:pt x="1000" y="827"/>
                        </a:lnTo>
                        <a:lnTo>
                          <a:pt x="1583" y="1296"/>
                        </a:lnTo>
                        <a:cubicBezTo>
                          <a:pt x="1557" y="1439"/>
                          <a:pt x="1536" y="1583"/>
                          <a:pt x="1525" y="1726"/>
                        </a:cubicBezTo>
                        <a:lnTo>
                          <a:pt x="1557" y="1735"/>
                        </a:lnTo>
                        <a:cubicBezTo>
                          <a:pt x="1569" y="1586"/>
                          <a:pt x="1588" y="1439"/>
                          <a:pt x="1616" y="1294"/>
                        </a:cubicBezTo>
                        <a:lnTo>
                          <a:pt x="993" y="797"/>
                        </a:lnTo>
                        <a:close/>
                      </a:path>
                    </a:pathLst>
                  </a:custGeom>
                  <a:solidFill>
                    <a:srgbClr val="1E28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9"/>
                  <p:cNvSpPr/>
                  <p:nvPr/>
                </p:nvSpPr>
                <p:spPr>
                  <a:xfrm>
                    <a:off x="2476700" y="1449125"/>
                    <a:ext cx="40350" cy="50275"/>
                  </a:xfrm>
                  <a:custGeom>
                    <a:avLst/>
                    <a:gdLst/>
                    <a:ahLst/>
                    <a:cxnLst/>
                    <a:rect l="l" t="t" r="r" b="b"/>
                    <a:pathLst>
                      <a:path w="1614" h="2011" extrusionOk="0">
                        <a:moveTo>
                          <a:pt x="31" y="0"/>
                        </a:moveTo>
                        <a:lnTo>
                          <a:pt x="33" y="2"/>
                        </a:lnTo>
                        <a:lnTo>
                          <a:pt x="33" y="2"/>
                        </a:lnTo>
                        <a:cubicBezTo>
                          <a:pt x="33" y="2"/>
                          <a:pt x="33" y="1"/>
                          <a:pt x="33" y="0"/>
                        </a:cubicBezTo>
                        <a:close/>
                        <a:moveTo>
                          <a:pt x="33" y="2"/>
                        </a:moveTo>
                        <a:cubicBezTo>
                          <a:pt x="1" y="237"/>
                          <a:pt x="10" y="475"/>
                          <a:pt x="59" y="705"/>
                        </a:cubicBezTo>
                        <a:cubicBezTo>
                          <a:pt x="159" y="1294"/>
                          <a:pt x="974" y="1908"/>
                          <a:pt x="1539" y="2010"/>
                        </a:cubicBezTo>
                        <a:cubicBezTo>
                          <a:pt x="1539" y="1910"/>
                          <a:pt x="1546" y="1810"/>
                          <a:pt x="1555" y="1707"/>
                        </a:cubicBezTo>
                        <a:cubicBezTo>
                          <a:pt x="1569" y="1564"/>
                          <a:pt x="1590" y="1420"/>
                          <a:pt x="1614" y="1277"/>
                        </a:cubicBezTo>
                        <a:lnTo>
                          <a:pt x="1030" y="806"/>
                        </a:lnTo>
                        <a:lnTo>
                          <a:pt x="909" y="710"/>
                        </a:lnTo>
                        <a:lnTo>
                          <a:pt x="528" y="402"/>
                        </a:lnTo>
                        <a:lnTo>
                          <a:pt x="479" y="365"/>
                        </a:lnTo>
                        <a:lnTo>
                          <a:pt x="33" y="2"/>
                        </a:lnTo>
                        <a:close/>
                      </a:path>
                    </a:pathLst>
                  </a:custGeom>
                  <a:solidFill>
                    <a:srgbClr val="CC9C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9"/>
                  <p:cNvSpPr/>
                  <p:nvPr/>
                </p:nvSpPr>
                <p:spPr>
                  <a:xfrm>
                    <a:off x="2504825" y="1277750"/>
                    <a:ext cx="85000" cy="212650"/>
                  </a:xfrm>
                  <a:custGeom>
                    <a:avLst/>
                    <a:gdLst/>
                    <a:ahLst/>
                    <a:cxnLst/>
                    <a:rect l="l" t="t" r="r" b="b"/>
                    <a:pathLst>
                      <a:path w="3400" h="8506" extrusionOk="0">
                        <a:moveTo>
                          <a:pt x="1063" y="0"/>
                        </a:moveTo>
                        <a:cubicBezTo>
                          <a:pt x="1043" y="0"/>
                          <a:pt x="1023" y="1"/>
                          <a:pt x="1002" y="1"/>
                        </a:cubicBezTo>
                        <a:cubicBezTo>
                          <a:pt x="706" y="4"/>
                          <a:pt x="421" y="120"/>
                          <a:pt x="206" y="328"/>
                        </a:cubicBezTo>
                        <a:cubicBezTo>
                          <a:pt x="1" y="543"/>
                          <a:pt x="115" y="802"/>
                          <a:pt x="293" y="1040"/>
                        </a:cubicBezTo>
                        <a:cubicBezTo>
                          <a:pt x="1880" y="3183"/>
                          <a:pt x="2564" y="5863"/>
                          <a:pt x="2200" y="8506"/>
                        </a:cubicBezTo>
                        <a:cubicBezTo>
                          <a:pt x="2933" y="7016"/>
                          <a:pt x="3318" y="5380"/>
                          <a:pt x="3330" y="3720"/>
                        </a:cubicBezTo>
                        <a:cubicBezTo>
                          <a:pt x="3400" y="2896"/>
                          <a:pt x="3267" y="2067"/>
                          <a:pt x="2942" y="1306"/>
                        </a:cubicBezTo>
                        <a:cubicBezTo>
                          <a:pt x="2585" y="587"/>
                          <a:pt x="1863" y="0"/>
                          <a:pt x="106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9"/>
                  <p:cNvSpPr/>
                  <p:nvPr/>
                </p:nvSpPr>
                <p:spPr>
                  <a:xfrm>
                    <a:off x="2415600" y="1273500"/>
                    <a:ext cx="172075" cy="208900"/>
                  </a:xfrm>
                  <a:custGeom>
                    <a:avLst/>
                    <a:gdLst/>
                    <a:ahLst/>
                    <a:cxnLst/>
                    <a:rect l="l" t="t" r="r" b="b"/>
                    <a:pathLst>
                      <a:path w="6883" h="8356" extrusionOk="0">
                        <a:moveTo>
                          <a:pt x="2983" y="0"/>
                        </a:moveTo>
                        <a:cubicBezTo>
                          <a:pt x="2309" y="0"/>
                          <a:pt x="1645" y="241"/>
                          <a:pt x="1121" y="699"/>
                        </a:cubicBezTo>
                        <a:cubicBezTo>
                          <a:pt x="346" y="1376"/>
                          <a:pt x="0" y="2419"/>
                          <a:pt x="218" y="3426"/>
                        </a:cubicBezTo>
                        <a:cubicBezTo>
                          <a:pt x="626" y="5590"/>
                          <a:pt x="752" y="6516"/>
                          <a:pt x="1994" y="7553"/>
                        </a:cubicBezTo>
                        <a:cubicBezTo>
                          <a:pt x="2652" y="8102"/>
                          <a:pt x="3396" y="8355"/>
                          <a:pt x="4095" y="8355"/>
                        </a:cubicBezTo>
                        <a:cubicBezTo>
                          <a:pt x="5373" y="8355"/>
                          <a:pt x="6498" y="7509"/>
                          <a:pt x="6658" y="6082"/>
                        </a:cubicBezTo>
                        <a:cubicBezTo>
                          <a:pt x="6883" y="4103"/>
                          <a:pt x="6178" y="886"/>
                          <a:pt x="3946" y="169"/>
                        </a:cubicBezTo>
                        <a:cubicBezTo>
                          <a:pt x="3632" y="55"/>
                          <a:pt x="3306" y="0"/>
                          <a:pt x="2983" y="0"/>
                        </a:cubicBez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9"/>
                  <p:cNvSpPr/>
                  <p:nvPr/>
                </p:nvSpPr>
                <p:spPr>
                  <a:xfrm>
                    <a:off x="2513775" y="1362225"/>
                    <a:ext cx="12925" cy="16400"/>
                  </a:xfrm>
                  <a:custGeom>
                    <a:avLst/>
                    <a:gdLst/>
                    <a:ahLst/>
                    <a:cxnLst/>
                    <a:rect l="l" t="t" r="r" b="b"/>
                    <a:pathLst>
                      <a:path w="517" h="656" extrusionOk="0">
                        <a:moveTo>
                          <a:pt x="186" y="1"/>
                        </a:moveTo>
                        <a:cubicBezTo>
                          <a:pt x="179" y="1"/>
                          <a:pt x="171" y="1"/>
                          <a:pt x="164" y="3"/>
                        </a:cubicBezTo>
                        <a:cubicBezTo>
                          <a:pt x="51" y="24"/>
                          <a:pt x="0" y="192"/>
                          <a:pt x="47" y="371"/>
                        </a:cubicBezTo>
                        <a:cubicBezTo>
                          <a:pt x="97" y="538"/>
                          <a:pt x="220" y="655"/>
                          <a:pt x="329" y="655"/>
                        </a:cubicBezTo>
                        <a:cubicBezTo>
                          <a:pt x="336" y="655"/>
                          <a:pt x="343" y="655"/>
                          <a:pt x="350" y="654"/>
                        </a:cubicBezTo>
                        <a:cubicBezTo>
                          <a:pt x="462" y="638"/>
                          <a:pt x="516" y="463"/>
                          <a:pt x="467" y="285"/>
                        </a:cubicBezTo>
                        <a:cubicBezTo>
                          <a:pt x="419" y="122"/>
                          <a:pt x="296" y="1"/>
                          <a:pt x="18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9"/>
                  <p:cNvSpPr/>
                  <p:nvPr/>
                </p:nvSpPr>
                <p:spPr>
                  <a:xfrm>
                    <a:off x="2559700" y="1351150"/>
                    <a:ext cx="13025" cy="16400"/>
                  </a:xfrm>
                  <a:custGeom>
                    <a:avLst/>
                    <a:gdLst/>
                    <a:ahLst/>
                    <a:cxnLst/>
                    <a:rect l="l" t="t" r="r" b="b"/>
                    <a:pathLst>
                      <a:path w="521" h="656" extrusionOk="0">
                        <a:moveTo>
                          <a:pt x="187" y="1"/>
                        </a:moveTo>
                        <a:cubicBezTo>
                          <a:pt x="180" y="1"/>
                          <a:pt x="173" y="1"/>
                          <a:pt x="166" y="2"/>
                        </a:cubicBezTo>
                        <a:cubicBezTo>
                          <a:pt x="49" y="18"/>
                          <a:pt x="0" y="191"/>
                          <a:pt x="52" y="371"/>
                        </a:cubicBezTo>
                        <a:cubicBezTo>
                          <a:pt x="102" y="536"/>
                          <a:pt x="221" y="655"/>
                          <a:pt x="332" y="655"/>
                        </a:cubicBezTo>
                        <a:cubicBezTo>
                          <a:pt x="340" y="655"/>
                          <a:pt x="347" y="655"/>
                          <a:pt x="355" y="653"/>
                        </a:cubicBezTo>
                        <a:cubicBezTo>
                          <a:pt x="472" y="632"/>
                          <a:pt x="521" y="464"/>
                          <a:pt x="467" y="285"/>
                        </a:cubicBezTo>
                        <a:cubicBezTo>
                          <a:pt x="417" y="118"/>
                          <a:pt x="296" y="1"/>
                          <a:pt x="18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9"/>
                  <p:cNvSpPr/>
                  <p:nvPr/>
                </p:nvSpPr>
                <p:spPr>
                  <a:xfrm>
                    <a:off x="2562500" y="1346275"/>
                    <a:ext cx="9700" cy="6550"/>
                  </a:xfrm>
                  <a:custGeom>
                    <a:avLst/>
                    <a:gdLst/>
                    <a:ahLst/>
                    <a:cxnLst/>
                    <a:rect l="l" t="t" r="r" b="b"/>
                    <a:pathLst>
                      <a:path w="388" h="262" extrusionOk="0">
                        <a:moveTo>
                          <a:pt x="388" y="1"/>
                        </a:moveTo>
                        <a:lnTo>
                          <a:pt x="0" y="220"/>
                        </a:lnTo>
                        <a:cubicBezTo>
                          <a:pt x="50" y="250"/>
                          <a:pt x="95" y="262"/>
                          <a:pt x="134" y="262"/>
                        </a:cubicBezTo>
                        <a:cubicBezTo>
                          <a:pt x="317" y="262"/>
                          <a:pt x="388" y="1"/>
                          <a:pt x="38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9"/>
                  <p:cNvSpPr/>
                  <p:nvPr/>
                </p:nvSpPr>
                <p:spPr>
                  <a:xfrm>
                    <a:off x="2548325" y="1370975"/>
                    <a:ext cx="23950" cy="31375"/>
                  </a:xfrm>
                  <a:custGeom>
                    <a:avLst/>
                    <a:gdLst/>
                    <a:ahLst/>
                    <a:cxnLst/>
                    <a:rect l="l" t="t" r="r" b="b"/>
                    <a:pathLst>
                      <a:path w="958" h="1255" extrusionOk="0">
                        <a:moveTo>
                          <a:pt x="0" y="0"/>
                        </a:moveTo>
                        <a:lnTo>
                          <a:pt x="364" y="1254"/>
                        </a:lnTo>
                        <a:cubicBezTo>
                          <a:pt x="374" y="1255"/>
                          <a:pt x="385" y="1255"/>
                          <a:pt x="395" y="1255"/>
                        </a:cubicBezTo>
                        <a:cubicBezTo>
                          <a:pt x="610" y="1255"/>
                          <a:pt x="817" y="1160"/>
                          <a:pt x="957" y="997"/>
                        </a:cubicBezTo>
                        <a:cubicBezTo>
                          <a:pt x="595" y="708"/>
                          <a:pt x="276" y="374"/>
                          <a:pt x="0" y="0"/>
                        </a:cubicBezTo>
                        <a:close/>
                      </a:path>
                    </a:pathLst>
                  </a:custGeom>
                  <a:solidFill>
                    <a:srgbClr val="BA4D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9"/>
                  <p:cNvSpPr/>
                  <p:nvPr/>
                </p:nvSpPr>
                <p:spPr>
                  <a:xfrm>
                    <a:off x="2508800" y="1412775"/>
                    <a:ext cx="36625" cy="11550"/>
                  </a:xfrm>
                  <a:custGeom>
                    <a:avLst/>
                    <a:gdLst/>
                    <a:ahLst/>
                    <a:cxnLst/>
                    <a:rect l="l" t="t" r="r" b="b"/>
                    <a:pathLst>
                      <a:path w="1465" h="462" extrusionOk="0">
                        <a:moveTo>
                          <a:pt x="59" y="1"/>
                        </a:moveTo>
                        <a:cubicBezTo>
                          <a:pt x="46" y="1"/>
                          <a:pt x="32" y="6"/>
                          <a:pt x="22" y="16"/>
                        </a:cubicBezTo>
                        <a:cubicBezTo>
                          <a:pt x="1" y="37"/>
                          <a:pt x="1" y="70"/>
                          <a:pt x="22" y="91"/>
                        </a:cubicBezTo>
                        <a:cubicBezTo>
                          <a:pt x="309" y="330"/>
                          <a:pt x="671" y="462"/>
                          <a:pt x="1047" y="462"/>
                        </a:cubicBezTo>
                        <a:cubicBezTo>
                          <a:pt x="1072" y="462"/>
                          <a:pt x="1096" y="461"/>
                          <a:pt x="1121" y="460"/>
                        </a:cubicBezTo>
                        <a:cubicBezTo>
                          <a:pt x="1222" y="453"/>
                          <a:pt x="1322" y="439"/>
                          <a:pt x="1420" y="418"/>
                        </a:cubicBezTo>
                        <a:cubicBezTo>
                          <a:pt x="1448" y="411"/>
                          <a:pt x="1464" y="385"/>
                          <a:pt x="1460" y="359"/>
                        </a:cubicBezTo>
                        <a:lnTo>
                          <a:pt x="1460" y="357"/>
                        </a:lnTo>
                        <a:cubicBezTo>
                          <a:pt x="1452" y="332"/>
                          <a:pt x="1431" y="316"/>
                          <a:pt x="1406" y="316"/>
                        </a:cubicBezTo>
                        <a:cubicBezTo>
                          <a:pt x="1401" y="316"/>
                          <a:pt x="1397" y="316"/>
                          <a:pt x="1392" y="317"/>
                        </a:cubicBezTo>
                        <a:cubicBezTo>
                          <a:pt x="1281" y="343"/>
                          <a:pt x="1169" y="355"/>
                          <a:pt x="1057" y="355"/>
                        </a:cubicBezTo>
                        <a:cubicBezTo>
                          <a:pt x="711" y="355"/>
                          <a:pt x="372" y="237"/>
                          <a:pt x="96" y="16"/>
                        </a:cubicBezTo>
                        <a:cubicBezTo>
                          <a:pt x="86" y="6"/>
                          <a:pt x="72" y="1"/>
                          <a:pt x="5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9"/>
                  <p:cNvSpPr/>
                  <p:nvPr/>
                </p:nvSpPr>
                <p:spPr>
                  <a:xfrm>
                    <a:off x="2358350" y="1269575"/>
                    <a:ext cx="104425" cy="219500"/>
                  </a:xfrm>
                  <a:custGeom>
                    <a:avLst/>
                    <a:gdLst/>
                    <a:ahLst/>
                    <a:cxnLst/>
                    <a:rect l="l" t="t" r="r" b="b"/>
                    <a:pathLst>
                      <a:path w="4177" h="8780" extrusionOk="0">
                        <a:moveTo>
                          <a:pt x="3770" y="1"/>
                        </a:moveTo>
                        <a:cubicBezTo>
                          <a:pt x="1607" y="1"/>
                          <a:pt x="548" y="3294"/>
                          <a:pt x="416" y="3998"/>
                        </a:cubicBezTo>
                        <a:cubicBezTo>
                          <a:pt x="119" y="5569"/>
                          <a:pt x="0" y="6704"/>
                          <a:pt x="913" y="7463"/>
                        </a:cubicBezTo>
                        <a:cubicBezTo>
                          <a:pt x="913" y="7463"/>
                          <a:pt x="995" y="7413"/>
                          <a:pt x="1147" y="7131"/>
                        </a:cubicBezTo>
                        <a:lnTo>
                          <a:pt x="1147" y="7131"/>
                        </a:lnTo>
                        <a:cubicBezTo>
                          <a:pt x="1114" y="7294"/>
                          <a:pt x="1070" y="7458"/>
                          <a:pt x="1013" y="7614"/>
                        </a:cubicBezTo>
                        <a:cubicBezTo>
                          <a:pt x="1102" y="7754"/>
                          <a:pt x="1242" y="7857"/>
                          <a:pt x="1403" y="7897"/>
                        </a:cubicBezTo>
                        <a:cubicBezTo>
                          <a:pt x="1464" y="7712"/>
                          <a:pt x="1513" y="7523"/>
                          <a:pt x="1548" y="7332"/>
                        </a:cubicBezTo>
                        <a:lnTo>
                          <a:pt x="1592" y="8032"/>
                        </a:lnTo>
                        <a:cubicBezTo>
                          <a:pt x="1856" y="8128"/>
                          <a:pt x="2160" y="8289"/>
                          <a:pt x="2421" y="8387"/>
                        </a:cubicBezTo>
                        <a:cubicBezTo>
                          <a:pt x="2438" y="8191"/>
                          <a:pt x="2445" y="7995"/>
                          <a:pt x="2440" y="7801"/>
                        </a:cubicBezTo>
                        <a:lnTo>
                          <a:pt x="2440" y="7801"/>
                        </a:lnTo>
                        <a:cubicBezTo>
                          <a:pt x="2512" y="8053"/>
                          <a:pt x="2601" y="8301"/>
                          <a:pt x="2708" y="8541"/>
                        </a:cubicBezTo>
                        <a:cubicBezTo>
                          <a:pt x="2960" y="8606"/>
                          <a:pt x="3455" y="8711"/>
                          <a:pt x="3703" y="8779"/>
                        </a:cubicBezTo>
                        <a:cubicBezTo>
                          <a:pt x="3703" y="8728"/>
                          <a:pt x="3584" y="7887"/>
                          <a:pt x="3460" y="6886"/>
                        </a:cubicBezTo>
                        <a:cubicBezTo>
                          <a:pt x="3189" y="4717"/>
                          <a:pt x="3196" y="2504"/>
                          <a:pt x="3990" y="485"/>
                        </a:cubicBezTo>
                        <a:cubicBezTo>
                          <a:pt x="4055" y="321"/>
                          <a:pt x="4118" y="174"/>
                          <a:pt x="4177" y="39"/>
                        </a:cubicBezTo>
                        <a:cubicBezTo>
                          <a:pt x="4037" y="13"/>
                          <a:pt x="3901" y="1"/>
                          <a:pt x="377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9"/>
                  <p:cNvSpPr/>
                  <p:nvPr/>
                </p:nvSpPr>
                <p:spPr>
                  <a:xfrm>
                    <a:off x="2416525" y="1379575"/>
                    <a:ext cx="49300" cy="51675"/>
                  </a:xfrm>
                  <a:custGeom>
                    <a:avLst/>
                    <a:gdLst/>
                    <a:ahLst/>
                    <a:cxnLst/>
                    <a:rect l="l" t="t" r="r" b="b"/>
                    <a:pathLst>
                      <a:path w="1972" h="2067" extrusionOk="0">
                        <a:moveTo>
                          <a:pt x="705" y="0"/>
                        </a:moveTo>
                        <a:cubicBezTo>
                          <a:pt x="647" y="0"/>
                          <a:pt x="590" y="11"/>
                          <a:pt x="533" y="32"/>
                        </a:cubicBezTo>
                        <a:cubicBezTo>
                          <a:pt x="62" y="212"/>
                          <a:pt x="1" y="898"/>
                          <a:pt x="307" y="1375"/>
                        </a:cubicBezTo>
                        <a:cubicBezTo>
                          <a:pt x="533" y="1737"/>
                          <a:pt x="900" y="1986"/>
                          <a:pt x="1320" y="2061"/>
                        </a:cubicBezTo>
                        <a:cubicBezTo>
                          <a:pt x="1348" y="2065"/>
                          <a:pt x="1376" y="2067"/>
                          <a:pt x="1402" y="2067"/>
                        </a:cubicBezTo>
                        <a:cubicBezTo>
                          <a:pt x="1851" y="2067"/>
                          <a:pt x="1972" y="1503"/>
                          <a:pt x="1747" y="982"/>
                        </a:cubicBezTo>
                        <a:cubicBezTo>
                          <a:pt x="1550" y="545"/>
                          <a:pt x="1126" y="0"/>
                          <a:pt x="705" y="0"/>
                        </a:cubicBez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9"/>
                  <p:cNvSpPr/>
                  <p:nvPr/>
                </p:nvSpPr>
                <p:spPr>
                  <a:xfrm>
                    <a:off x="2490425" y="1335075"/>
                    <a:ext cx="21800" cy="19225"/>
                  </a:xfrm>
                  <a:custGeom>
                    <a:avLst/>
                    <a:gdLst/>
                    <a:ahLst/>
                    <a:cxnLst/>
                    <a:rect l="l" t="t" r="r" b="b"/>
                    <a:pathLst>
                      <a:path w="872" h="769" extrusionOk="0">
                        <a:moveTo>
                          <a:pt x="756" y="0"/>
                        </a:moveTo>
                        <a:cubicBezTo>
                          <a:pt x="748" y="0"/>
                          <a:pt x="739" y="1"/>
                          <a:pt x="731" y="3"/>
                        </a:cubicBezTo>
                        <a:cubicBezTo>
                          <a:pt x="402" y="75"/>
                          <a:pt x="133" y="311"/>
                          <a:pt x="19" y="629"/>
                        </a:cubicBezTo>
                        <a:cubicBezTo>
                          <a:pt x="0" y="685"/>
                          <a:pt x="31" y="745"/>
                          <a:pt x="87" y="766"/>
                        </a:cubicBezTo>
                        <a:cubicBezTo>
                          <a:pt x="93" y="768"/>
                          <a:pt x="99" y="768"/>
                          <a:pt x="105" y="768"/>
                        </a:cubicBezTo>
                        <a:cubicBezTo>
                          <a:pt x="122" y="768"/>
                          <a:pt x="139" y="763"/>
                          <a:pt x="154" y="755"/>
                        </a:cubicBezTo>
                        <a:cubicBezTo>
                          <a:pt x="180" y="748"/>
                          <a:pt x="203" y="727"/>
                          <a:pt x="213" y="701"/>
                        </a:cubicBezTo>
                        <a:cubicBezTo>
                          <a:pt x="301" y="447"/>
                          <a:pt x="516" y="258"/>
                          <a:pt x="780" y="197"/>
                        </a:cubicBezTo>
                        <a:cubicBezTo>
                          <a:pt x="834" y="190"/>
                          <a:pt x="871" y="141"/>
                          <a:pt x="864" y="87"/>
                        </a:cubicBezTo>
                        <a:cubicBezTo>
                          <a:pt x="852" y="37"/>
                          <a:pt x="807" y="0"/>
                          <a:pt x="75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9"/>
                  <p:cNvSpPr/>
                  <p:nvPr/>
                </p:nvSpPr>
                <p:spPr>
                  <a:xfrm>
                    <a:off x="2546275" y="1322100"/>
                    <a:ext cx="27325" cy="12125"/>
                  </a:xfrm>
                  <a:custGeom>
                    <a:avLst/>
                    <a:gdLst/>
                    <a:ahLst/>
                    <a:cxnLst/>
                    <a:rect l="l" t="t" r="r" b="b"/>
                    <a:pathLst>
                      <a:path w="1093" h="485" extrusionOk="0">
                        <a:moveTo>
                          <a:pt x="279" y="1"/>
                        </a:moveTo>
                        <a:cubicBezTo>
                          <a:pt x="215" y="1"/>
                          <a:pt x="149" y="7"/>
                          <a:pt x="84" y="18"/>
                        </a:cubicBezTo>
                        <a:cubicBezTo>
                          <a:pt x="33" y="32"/>
                          <a:pt x="0" y="86"/>
                          <a:pt x="17" y="139"/>
                        </a:cubicBezTo>
                        <a:cubicBezTo>
                          <a:pt x="31" y="189"/>
                          <a:pt x="76" y="219"/>
                          <a:pt x="125" y="219"/>
                        </a:cubicBezTo>
                        <a:cubicBezTo>
                          <a:pt x="134" y="219"/>
                          <a:pt x="143" y="218"/>
                          <a:pt x="152" y="216"/>
                        </a:cubicBezTo>
                        <a:cubicBezTo>
                          <a:pt x="203" y="208"/>
                          <a:pt x="254" y="203"/>
                          <a:pt x="304" y="203"/>
                        </a:cubicBezTo>
                        <a:cubicBezTo>
                          <a:pt x="527" y="203"/>
                          <a:pt x="746" y="286"/>
                          <a:pt x="913" y="438"/>
                        </a:cubicBezTo>
                        <a:cubicBezTo>
                          <a:pt x="934" y="464"/>
                          <a:pt x="962" y="480"/>
                          <a:pt x="997" y="485"/>
                        </a:cubicBezTo>
                        <a:cubicBezTo>
                          <a:pt x="1051" y="482"/>
                          <a:pt x="1093" y="438"/>
                          <a:pt x="1093" y="384"/>
                        </a:cubicBezTo>
                        <a:lnTo>
                          <a:pt x="1093" y="380"/>
                        </a:lnTo>
                        <a:cubicBezTo>
                          <a:pt x="1093" y="349"/>
                          <a:pt x="1077" y="319"/>
                          <a:pt x="1051" y="300"/>
                        </a:cubicBezTo>
                        <a:cubicBezTo>
                          <a:pt x="838" y="107"/>
                          <a:pt x="562" y="1"/>
                          <a:pt x="27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9"/>
                  <p:cNvSpPr/>
                  <p:nvPr/>
                </p:nvSpPr>
                <p:spPr>
                  <a:xfrm>
                    <a:off x="2516625" y="1357425"/>
                    <a:ext cx="9725" cy="6475"/>
                  </a:xfrm>
                  <a:custGeom>
                    <a:avLst/>
                    <a:gdLst/>
                    <a:ahLst/>
                    <a:cxnLst/>
                    <a:rect l="l" t="t" r="r" b="b"/>
                    <a:pathLst>
                      <a:path w="389" h="259" extrusionOk="0">
                        <a:moveTo>
                          <a:pt x="388" y="1"/>
                        </a:moveTo>
                        <a:lnTo>
                          <a:pt x="1" y="218"/>
                        </a:lnTo>
                        <a:cubicBezTo>
                          <a:pt x="48" y="247"/>
                          <a:pt x="91" y="259"/>
                          <a:pt x="129" y="259"/>
                        </a:cubicBezTo>
                        <a:cubicBezTo>
                          <a:pt x="307" y="259"/>
                          <a:pt x="388" y="1"/>
                          <a:pt x="38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9"/>
                  <p:cNvSpPr/>
                  <p:nvPr/>
                </p:nvSpPr>
                <p:spPr>
                  <a:xfrm>
                    <a:off x="2343000" y="1730025"/>
                    <a:ext cx="248125" cy="318325"/>
                  </a:xfrm>
                  <a:custGeom>
                    <a:avLst/>
                    <a:gdLst/>
                    <a:ahLst/>
                    <a:cxnLst/>
                    <a:rect l="l" t="t" r="r" b="b"/>
                    <a:pathLst>
                      <a:path w="9925" h="12733" extrusionOk="0">
                        <a:moveTo>
                          <a:pt x="1980" y="0"/>
                        </a:moveTo>
                        <a:cubicBezTo>
                          <a:pt x="1525" y="4809"/>
                          <a:pt x="1548" y="6852"/>
                          <a:pt x="0" y="11883"/>
                        </a:cubicBezTo>
                        <a:cubicBezTo>
                          <a:pt x="0" y="11883"/>
                          <a:pt x="1" y="11883"/>
                          <a:pt x="1" y="11883"/>
                        </a:cubicBezTo>
                        <a:cubicBezTo>
                          <a:pt x="24" y="11883"/>
                          <a:pt x="1018" y="12095"/>
                          <a:pt x="2302" y="12308"/>
                        </a:cubicBezTo>
                        <a:cubicBezTo>
                          <a:pt x="3581" y="12520"/>
                          <a:pt x="5147" y="12733"/>
                          <a:pt x="6322" y="12733"/>
                        </a:cubicBezTo>
                        <a:cubicBezTo>
                          <a:pt x="6993" y="12733"/>
                          <a:pt x="7536" y="12664"/>
                          <a:pt x="7826" y="12485"/>
                        </a:cubicBezTo>
                        <a:cubicBezTo>
                          <a:pt x="8944" y="9401"/>
                          <a:pt x="9924" y="4735"/>
                          <a:pt x="9875" y="659"/>
                        </a:cubicBezTo>
                        <a:lnTo>
                          <a:pt x="9875" y="659"/>
                        </a:lnTo>
                        <a:cubicBezTo>
                          <a:pt x="9333" y="694"/>
                          <a:pt x="8801" y="711"/>
                          <a:pt x="8275" y="711"/>
                        </a:cubicBezTo>
                        <a:cubicBezTo>
                          <a:pt x="6150" y="711"/>
                          <a:pt x="4132" y="435"/>
                          <a:pt x="19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9"/>
                  <p:cNvSpPr/>
                  <p:nvPr/>
                </p:nvSpPr>
                <p:spPr>
                  <a:xfrm>
                    <a:off x="2392725" y="1730025"/>
                    <a:ext cx="600" cy="200"/>
                  </a:xfrm>
                  <a:custGeom>
                    <a:avLst/>
                    <a:gdLst/>
                    <a:ahLst/>
                    <a:cxnLst/>
                    <a:rect l="l" t="t" r="r" b="b"/>
                    <a:pathLst>
                      <a:path w="24" h="8" extrusionOk="0">
                        <a:moveTo>
                          <a:pt x="0" y="0"/>
                        </a:moveTo>
                        <a:lnTo>
                          <a:pt x="3" y="3"/>
                        </a:lnTo>
                        <a:lnTo>
                          <a:pt x="24" y="7"/>
                        </a:lnTo>
                        <a:lnTo>
                          <a:pt x="0" y="0"/>
                        </a:lnTo>
                        <a:close/>
                      </a:path>
                    </a:pathLst>
                  </a:custGeom>
                  <a:solidFill>
                    <a:srgbClr val="9EA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9"/>
                  <p:cNvSpPr/>
                  <p:nvPr/>
                </p:nvSpPr>
                <p:spPr>
                  <a:xfrm>
                    <a:off x="2504550" y="1745375"/>
                    <a:ext cx="85350" cy="2475"/>
                  </a:xfrm>
                  <a:custGeom>
                    <a:avLst/>
                    <a:gdLst/>
                    <a:ahLst/>
                    <a:cxnLst/>
                    <a:rect l="l" t="t" r="r" b="b"/>
                    <a:pathLst>
                      <a:path w="3414" h="99" extrusionOk="0">
                        <a:moveTo>
                          <a:pt x="0" y="0"/>
                        </a:moveTo>
                        <a:lnTo>
                          <a:pt x="0" y="33"/>
                        </a:lnTo>
                        <a:cubicBezTo>
                          <a:pt x="600" y="75"/>
                          <a:pt x="1203" y="98"/>
                          <a:pt x="1817" y="98"/>
                        </a:cubicBezTo>
                        <a:cubicBezTo>
                          <a:pt x="2342" y="98"/>
                          <a:pt x="2872" y="82"/>
                          <a:pt x="3413" y="45"/>
                        </a:cubicBezTo>
                        <a:lnTo>
                          <a:pt x="3413" y="45"/>
                        </a:lnTo>
                        <a:cubicBezTo>
                          <a:pt x="3002" y="56"/>
                          <a:pt x="2606" y="63"/>
                          <a:pt x="2225" y="63"/>
                        </a:cubicBezTo>
                        <a:cubicBezTo>
                          <a:pt x="1415" y="63"/>
                          <a:pt x="670" y="38"/>
                          <a:pt x="0" y="0"/>
                        </a:cubicBezTo>
                        <a:close/>
                      </a:path>
                    </a:pathLst>
                  </a:custGeom>
                  <a:solidFill>
                    <a:srgbClr val="336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9"/>
                  <p:cNvSpPr/>
                  <p:nvPr/>
                </p:nvSpPr>
                <p:spPr>
                  <a:xfrm>
                    <a:off x="2504425" y="1745375"/>
                    <a:ext cx="150" cy="775"/>
                  </a:xfrm>
                  <a:custGeom>
                    <a:avLst/>
                    <a:gdLst/>
                    <a:ahLst/>
                    <a:cxnLst/>
                    <a:rect l="l" t="t" r="r" b="b"/>
                    <a:pathLst>
                      <a:path w="6" h="31" extrusionOk="0">
                        <a:moveTo>
                          <a:pt x="1" y="0"/>
                        </a:moveTo>
                        <a:cubicBezTo>
                          <a:pt x="1" y="10"/>
                          <a:pt x="1" y="21"/>
                          <a:pt x="3" y="31"/>
                        </a:cubicBezTo>
                        <a:lnTo>
                          <a:pt x="5" y="31"/>
                        </a:lnTo>
                        <a:lnTo>
                          <a:pt x="5" y="0"/>
                        </a:lnTo>
                        <a:close/>
                      </a:path>
                    </a:pathLst>
                  </a:custGeom>
                  <a:solidFill>
                    <a:srgbClr val="336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9"/>
                  <p:cNvSpPr/>
                  <p:nvPr/>
                </p:nvSpPr>
                <p:spPr>
                  <a:xfrm>
                    <a:off x="2462050" y="1741800"/>
                    <a:ext cx="42400" cy="4350"/>
                  </a:xfrm>
                  <a:custGeom>
                    <a:avLst/>
                    <a:gdLst/>
                    <a:ahLst/>
                    <a:cxnLst/>
                    <a:rect l="l" t="t" r="r" b="b"/>
                    <a:pathLst>
                      <a:path w="1696" h="174" extrusionOk="0">
                        <a:moveTo>
                          <a:pt x="1" y="1"/>
                        </a:moveTo>
                        <a:lnTo>
                          <a:pt x="1" y="1"/>
                        </a:lnTo>
                        <a:cubicBezTo>
                          <a:pt x="566" y="76"/>
                          <a:pt x="1128" y="134"/>
                          <a:pt x="1696" y="174"/>
                        </a:cubicBezTo>
                        <a:cubicBezTo>
                          <a:pt x="1696" y="164"/>
                          <a:pt x="1696" y="153"/>
                          <a:pt x="1693" y="143"/>
                        </a:cubicBezTo>
                        <a:cubicBezTo>
                          <a:pt x="1065" y="106"/>
                          <a:pt x="500" y="55"/>
                          <a:pt x="1" y="1"/>
                        </a:cubicBezTo>
                        <a:close/>
                      </a:path>
                    </a:pathLst>
                  </a:custGeom>
                  <a:solidFill>
                    <a:srgbClr val="9EAD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9"/>
                  <p:cNvSpPr/>
                  <p:nvPr/>
                </p:nvSpPr>
                <p:spPr>
                  <a:xfrm>
                    <a:off x="2392725" y="1730075"/>
                    <a:ext cx="197175" cy="64350"/>
                  </a:xfrm>
                  <a:custGeom>
                    <a:avLst/>
                    <a:gdLst/>
                    <a:ahLst/>
                    <a:cxnLst/>
                    <a:rect l="l" t="t" r="r" b="b"/>
                    <a:pathLst>
                      <a:path w="7887" h="2574" extrusionOk="0">
                        <a:moveTo>
                          <a:pt x="0" y="1"/>
                        </a:moveTo>
                        <a:lnTo>
                          <a:pt x="1954" y="2387"/>
                        </a:lnTo>
                        <a:lnTo>
                          <a:pt x="5255" y="2573"/>
                        </a:lnTo>
                        <a:lnTo>
                          <a:pt x="7886" y="659"/>
                        </a:lnTo>
                        <a:lnTo>
                          <a:pt x="7886" y="659"/>
                        </a:lnTo>
                        <a:cubicBezTo>
                          <a:pt x="7345" y="694"/>
                          <a:pt x="6812" y="710"/>
                          <a:pt x="6290" y="710"/>
                        </a:cubicBezTo>
                        <a:cubicBezTo>
                          <a:pt x="5676" y="710"/>
                          <a:pt x="5073" y="687"/>
                          <a:pt x="4473" y="645"/>
                        </a:cubicBezTo>
                        <a:lnTo>
                          <a:pt x="4469" y="645"/>
                        </a:lnTo>
                        <a:cubicBezTo>
                          <a:pt x="3904" y="603"/>
                          <a:pt x="3339" y="545"/>
                          <a:pt x="2774" y="470"/>
                        </a:cubicBezTo>
                        <a:cubicBezTo>
                          <a:pt x="1130" y="290"/>
                          <a:pt x="182" y="47"/>
                          <a:pt x="24" y="5"/>
                        </a:cubicBezTo>
                        <a:lnTo>
                          <a:pt x="0" y="1"/>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9"/>
                  <p:cNvSpPr/>
                  <p:nvPr/>
                </p:nvSpPr>
                <p:spPr>
                  <a:xfrm>
                    <a:off x="2392725" y="1679725"/>
                    <a:ext cx="197175" cy="69525"/>
                  </a:xfrm>
                  <a:custGeom>
                    <a:avLst/>
                    <a:gdLst/>
                    <a:ahLst/>
                    <a:cxnLst/>
                    <a:rect l="l" t="t" r="r" b="b"/>
                    <a:pathLst>
                      <a:path w="7887" h="2781" extrusionOk="0">
                        <a:moveTo>
                          <a:pt x="1817" y="0"/>
                        </a:moveTo>
                        <a:lnTo>
                          <a:pt x="0" y="2012"/>
                        </a:lnTo>
                        <a:cubicBezTo>
                          <a:pt x="0" y="2012"/>
                          <a:pt x="2797" y="2781"/>
                          <a:pt x="5947" y="2781"/>
                        </a:cubicBezTo>
                        <a:cubicBezTo>
                          <a:pt x="6586" y="2781"/>
                          <a:pt x="7239" y="2749"/>
                          <a:pt x="7886" y="2673"/>
                        </a:cubicBezTo>
                        <a:lnTo>
                          <a:pt x="6675" y="350"/>
                        </a:lnTo>
                        <a:lnTo>
                          <a:pt x="18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9"/>
                  <p:cNvSpPr/>
                  <p:nvPr/>
                </p:nvSpPr>
                <p:spPr>
                  <a:xfrm>
                    <a:off x="2416875" y="1886500"/>
                    <a:ext cx="93350" cy="77525"/>
                  </a:xfrm>
                  <a:custGeom>
                    <a:avLst/>
                    <a:gdLst/>
                    <a:ahLst/>
                    <a:cxnLst/>
                    <a:rect l="l" t="t" r="r" b="b"/>
                    <a:pathLst>
                      <a:path w="3734" h="3101" extrusionOk="0">
                        <a:moveTo>
                          <a:pt x="1033" y="1"/>
                        </a:moveTo>
                        <a:cubicBezTo>
                          <a:pt x="662" y="1"/>
                          <a:pt x="512" y="269"/>
                          <a:pt x="211" y="579"/>
                        </a:cubicBezTo>
                        <a:lnTo>
                          <a:pt x="1" y="794"/>
                        </a:lnTo>
                        <a:cubicBezTo>
                          <a:pt x="440" y="1844"/>
                          <a:pt x="1700" y="2655"/>
                          <a:pt x="1700" y="2655"/>
                        </a:cubicBezTo>
                        <a:lnTo>
                          <a:pt x="2027" y="2937"/>
                        </a:lnTo>
                        <a:cubicBezTo>
                          <a:pt x="2154" y="3047"/>
                          <a:pt x="2310" y="3100"/>
                          <a:pt x="2465" y="3100"/>
                        </a:cubicBezTo>
                        <a:cubicBezTo>
                          <a:pt x="2651" y="3100"/>
                          <a:pt x="2835" y="3024"/>
                          <a:pt x="2966" y="2874"/>
                        </a:cubicBezTo>
                        <a:lnTo>
                          <a:pt x="3510" y="2225"/>
                        </a:lnTo>
                        <a:cubicBezTo>
                          <a:pt x="3706" y="1982"/>
                          <a:pt x="3734" y="1646"/>
                          <a:pt x="3584" y="1373"/>
                        </a:cubicBezTo>
                        <a:lnTo>
                          <a:pt x="3278" y="766"/>
                        </a:lnTo>
                        <a:cubicBezTo>
                          <a:pt x="3164" y="535"/>
                          <a:pt x="2945" y="374"/>
                          <a:pt x="2690" y="334"/>
                        </a:cubicBezTo>
                        <a:lnTo>
                          <a:pt x="1170" y="12"/>
                        </a:lnTo>
                        <a:cubicBezTo>
                          <a:pt x="1121" y="4"/>
                          <a:pt x="1076" y="1"/>
                          <a:pt x="1033" y="1"/>
                        </a:cubicBez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9"/>
                  <p:cNvSpPr/>
                  <p:nvPr/>
                </p:nvSpPr>
                <p:spPr>
                  <a:xfrm>
                    <a:off x="2252825" y="1545300"/>
                    <a:ext cx="202475" cy="400800"/>
                  </a:xfrm>
                  <a:custGeom>
                    <a:avLst/>
                    <a:gdLst/>
                    <a:ahLst/>
                    <a:cxnLst/>
                    <a:rect l="l" t="t" r="r" b="b"/>
                    <a:pathLst>
                      <a:path w="8099" h="16032" extrusionOk="0">
                        <a:moveTo>
                          <a:pt x="2830" y="9376"/>
                        </a:moveTo>
                        <a:cubicBezTo>
                          <a:pt x="2832" y="9381"/>
                          <a:pt x="2832" y="9385"/>
                          <a:pt x="2830" y="9390"/>
                        </a:cubicBezTo>
                        <a:lnTo>
                          <a:pt x="2830" y="9376"/>
                        </a:lnTo>
                        <a:close/>
                        <a:moveTo>
                          <a:pt x="5149" y="1"/>
                        </a:moveTo>
                        <a:cubicBezTo>
                          <a:pt x="5145" y="1"/>
                          <a:pt x="5141" y="1"/>
                          <a:pt x="5136" y="1"/>
                        </a:cubicBezTo>
                        <a:cubicBezTo>
                          <a:pt x="5097" y="1"/>
                          <a:pt x="5055" y="5"/>
                          <a:pt x="5013" y="8"/>
                        </a:cubicBezTo>
                        <a:cubicBezTo>
                          <a:pt x="4623" y="66"/>
                          <a:pt x="4277" y="292"/>
                          <a:pt x="4067" y="629"/>
                        </a:cubicBezTo>
                        <a:lnTo>
                          <a:pt x="4070" y="626"/>
                        </a:lnTo>
                        <a:lnTo>
                          <a:pt x="3876" y="860"/>
                        </a:lnTo>
                        <a:cubicBezTo>
                          <a:pt x="3747" y="1014"/>
                          <a:pt x="3624" y="1152"/>
                          <a:pt x="3512" y="1317"/>
                        </a:cubicBezTo>
                        <a:cubicBezTo>
                          <a:pt x="3274" y="1625"/>
                          <a:pt x="3045" y="1938"/>
                          <a:pt x="2825" y="2258"/>
                        </a:cubicBezTo>
                        <a:cubicBezTo>
                          <a:pt x="2384" y="2898"/>
                          <a:pt x="1980" y="3563"/>
                          <a:pt x="1611" y="4249"/>
                        </a:cubicBezTo>
                        <a:cubicBezTo>
                          <a:pt x="1240" y="4943"/>
                          <a:pt x="918" y="5664"/>
                          <a:pt x="650" y="6407"/>
                        </a:cubicBezTo>
                        <a:cubicBezTo>
                          <a:pt x="519" y="6782"/>
                          <a:pt x="395" y="7172"/>
                          <a:pt x="299" y="7555"/>
                        </a:cubicBezTo>
                        <a:cubicBezTo>
                          <a:pt x="194" y="7950"/>
                          <a:pt x="110" y="8347"/>
                          <a:pt x="45" y="8748"/>
                        </a:cubicBezTo>
                        <a:lnTo>
                          <a:pt x="1" y="9040"/>
                        </a:lnTo>
                        <a:lnTo>
                          <a:pt x="1" y="9591"/>
                        </a:lnTo>
                        <a:cubicBezTo>
                          <a:pt x="24" y="9922"/>
                          <a:pt x="101" y="10247"/>
                          <a:pt x="229" y="10555"/>
                        </a:cubicBezTo>
                        <a:cubicBezTo>
                          <a:pt x="430" y="11017"/>
                          <a:pt x="701" y="11447"/>
                          <a:pt x="1032" y="11830"/>
                        </a:cubicBezTo>
                        <a:cubicBezTo>
                          <a:pt x="1574" y="12448"/>
                          <a:pt x="2176" y="13009"/>
                          <a:pt x="2835" y="13503"/>
                        </a:cubicBezTo>
                        <a:cubicBezTo>
                          <a:pt x="3442" y="13987"/>
                          <a:pt x="4065" y="14416"/>
                          <a:pt x="4691" y="14836"/>
                        </a:cubicBezTo>
                        <a:cubicBezTo>
                          <a:pt x="5006" y="15042"/>
                          <a:pt x="5319" y="15252"/>
                          <a:pt x="5636" y="15448"/>
                        </a:cubicBezTo>
                        <a:lnTo>
                          <a:pt x="6119" y="15740"/>
                        </a:lnTo>
                        <a:cubicBezTo>
                          <a:pt x="6285" y="15840"/>
                          <a:pt x="6434" y="15936"/>
                          <a:pt x="6624" y="16032"/>
                        </a:cubicBezTo>
                        <a:lnTo>
                          <a:pt x="8099" y="13058"/>
                        </a:lnTo>
                        <a:cubicBezTo>
                          <a:pt x="7966" y="13006"/>
                          <a:pt x="7807" y="12936"/>
                          <a:pt x="7651" y="12868"/>
                        </a:cubicBezTo>
                        <a:lnTo>
                          <a:pt x="7191" y="12654"/>
                        </a:lnTo>
                        <a:cubicBezTo>
                          <a:pt x="6899" y="12504"/>
                          <a:pt x="6579" y="12362"/>
                          <a:pt x="6283" y="12189"/>
                        </a:cubicBezTo>
                        <a:cubicBezTo>
                          <a:pt x="5699" y="11876"/>
                          <a:pt x="5132" y="11528"/>
                          <a:pt x="4586" y="11148"/>
                        </a:cubicBezTo>
                        <a:cubicBezTo>
                          <a:pt x="4084" y="10805"/>
                          <a:pt x="3619" y="10406"/>
                          <a:pt x="3203" y="9960"/>
                        </a:cubicBezTo>
                        <a:cubicBezTo>
                          <a:pt x="3063" y="9806"/>
                          <a:pt x="2942" y="9633"/>
                          <a:pt x="2849" y="9446"/>
                        </a:cubicBezTo>
                        <a:cubicBezTo>
                          <a:pt x="2838" y="9403"/>
                          <a:pt x="2832" y="9376"/>
                          <a:pt x="2830" y="9372"/>
                        </a:cubicBezTo>
                        <a:lnTo>
                          <a:pt x="2830" y="9372"/>
                        </a:lnTo>
                        <a:lnTo>
                          <a:pt x="2830" y="9364"/>
                        </a:lnTo>
                        <a:lnTo>
                          <a:pt x="2865" y="9140"/>
                        </a:lnTo>
                        <a:cubicBezTo>
                          <a:pt x="3082" y="7894"/>
                          <a:pt x="6563" y="3281"/>
                          <a:pt x="6532" y="1371"/>
                        </a:cubicBezTo>
                        <a:cubicBezTo>
                          <a:pt x="6526" y="612"/>
                          <a:pt x="5907" y="1"/>
                          <a:pt x="51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9"/>
                  <p:cNvSpPr/>
                  <p:nvPr/>
                </p:nvSpPr>
                <p:spPr>
                  <a:xfrm>
                    <a:off x="2470275" y="1263125"/>
                    <a:ext cx="124125" cy="77050"/>
                  </a:xfrm>
                  <a:custGeom>
                    <a:avLst/>
                    <a:gdLst/>
                    <a:ahLst/>
                    <a:cxnLst/>
                    <a:rect l="l" t="t" r="r" b="b"/>
                    <a:pathLst>
                      <a:path w="4965" h="3082" extrusionOk="0">
                        <a:moveTo>
                          <a:pt x="1783" y="2832"/>
                        </a:moveTo>
                        <a:cubicBezTo>
                          <a:pt x="1730" y="2838"/>
                          <a:pt x="1669" y="2845"/>
                          <a:pt x="1600" y="2853"/>
                        </a:cubicBezTo>
                        <a:cubicBezTo>
                          <a:pt x="1629" y="2864"/>
                          <a:pt x="1685" y="2880"/>
                          <a:pt x="1728" y="2880"/>
                        </a:cubicBezTo>
                        <a:cubicBezTo>
                          <a:pt x="1757" y="2880"/>
                          <a:pt x="1780" y="2873"/>
                          <a:pt x="1787" y="2853"/>
                        </a:cubicBezTo>
                        <a:cubicBezTo>
                          <a:pt x="1786" y="2846"/>
                          <a:pt x="1784" y="2839"/>
                          <a:pt x="1783" y="2832"/>
                        </a:cubicBezTo>
                        <a:close/>
                        <a:moveTo>
                          <a:pt x="1634" y="1"/>
                        </a:moveTo>
                        <a:cubicBezTo>
                          <a:pt x="1019" y="1"/>
                          <a:pt x="580" y="203"/>
                          <a:pt x="437" y="388"/>
                        </a:cubicBezTo>
                        <a:cubicBezTo>
                          <a:pt x="143" y="766"/>
                          <a:pt x="1" y="1242"/>
                          <a:pt x="36" y="1723"/>
                        </a:cubicBezTo>
                        <a:cubicBezTo>
                          <a:pt x="83" y="2192"/>
                          <a:pt x="202" y="2650"/>
                          <a:pt x="393" y="3082"/>
                        </a:cubicBezTo>
                        <a:cubicBezTo>
                          <a:pt x="583" y="2949"/>
                          <a:pt x="809" y="2880"/>
                          <a:pt x="1038" y="2880"/>
                        </a:cubicBezTo>
                        <a:cubicBezTo>
                          <a:pt x="1126" y="2880"/>
                          <a:pt x="1216" y="2891"/>
                          <a:pt x="1304" y="2911"/>
                        </a:cubicBezTo>
                        <a:cubicBezTo>
                          <a:pt x="1287" y="2475"/>
                          <a:pt x="1304" y="1978"/>
                          <a:pt x="1304" y="1543"/>
                        </a:cubicBezTo>
                        <a:cubicBezTo>
                          <a:pt x="1538" y="1941"/>
                          <a:pt x="1702" y="2377"/>
                          <a:pt x="1783" y="2832"/>
                        </a:cubicBezTo>
                        <a:lnTo>
                          <a:pt x="1783" y="2832"/>
                        </a:lnTo>
                        <a:cubicBezTo>
                          <a:pt x="2095" y="2796"/>
                          <a:pt x="2145" y="2767"/>
                          <a:pt x="2151" y="2342"/>
                        </a:cubicBezTo>
                        <a:cubicBezTo>
                          <a:pt x="2151" y="2115"/>
                          <a:pt x="1957" y="1609"/>
                          <a:pt x="1740" y="1492"/>
                        </a:cubicBezTo>
                        <a:lnTo>
                          <a:pt x="1740" y="1492"/>
                        </a:lnTo>
                        <a:cubicBezTo>
                          <a:pt x="2307" y="1735"/>
                          <a:pt x="2753" y="2202"/>
                          <a:pt x="2970" y="2783"/>
                        </a:cubicBezTo>
                        <a:cubicBezTo>
                          <a:pt x="3148" y="2720"/>
                          <a:pt x="3334" y="2687"/>
                          <a:pt x="3521" y="2687"/>
                        </a:cubicBezTo>
                        <a:cubicBezTo>
                          <a:pt x="3637" y="2687"/>
                          <a:pt x="3753" y="2700"/>
                          <a:pt x="3867" y="2725"/>
                        </a:cubicBezTo>
                        <a:cubicBezTo>
                          <a:pt x="3993" y="2330"/>
                          <a:pt x="3748" y="1875"/>
                          <a:pt x="3442" y="1592"/>
                        </a:cubicBezTo>
                        <a:lnTo>
                          <a:pt x="3442" y="1592"/>
                        </a:lnTo>
                        <a:cubicBezTo>
                          <a:pt x="3890" y="1796"/>
                          <a:pt x="4189" y="2230"/>
                          <a:pt x="4224" y="2722"/>
                        </a:cubicBezTo>
                        <a:lnTo>
                          <a:pt x="4964" y="2722"/>
                        </a:lnTo>
                        <a:cubicBezTo>
                          <a:pt x="4852" y="1954"/>
                          <a:pt x="4448" y="1263"/>
                          <a:pt x="3832" y="792"/>
                        </a:cubicBezTo>
                        <a:cubicBezTo>
                          <a:pt x="3008" y="195"/>
                          <a:pt x="2237" y="1"/>
                          <a:pt x="163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9"/>
                  <p:cNvSpPr/>
                  <p:nvPr/>
                </p:nvSpPr>
                <p:spPr>
                  <a:xfrm>
                    <a:off x="2417700" y="1268825"/>
                    <a:ext cx="77650" cy="224800"/>
                  </a:xfrm>
                  <a:custGeom>
                    <a:avLst/>
                    <a:gdLst/>
                    <a:ahLst/>
                    <a:cxnLst/>
                    <a:rect l="l" t="t" r="r" b="b"/>
                    <a:pathLst>
                      <a:path w="3106" h="8992" extrusionOk="0">
                        <a:moveTo>
                          <a:pt x="2181" y="1"/>
                        </a:moveTo>
                        <a:cubicBezTo>
                          <a:pt x="2134" y="1"/>
                          <a:pt x="2086" y="4"/>
                          <a:pt x="2039" y="10"/>
                        </a:cubicBezTo>
                        <a:cubicBezTo>
                          <a:pt x="1219" y="80"/>
                          <a:pt x="551" y="799"/>
                          <a:pt x="269" y="1614"/>
                        </a:cubicBezTo>
                        <a:cubicBezTo>
                          <a:pt x="36" y="2443"/>
                          <a:pt x="1" y="3316"/>
                          <a:pt x="164" y="4161"/>
                        </a:cubicBezTo>
                        <a:cubicBezTo>
                          <a:pt x="418" y="5858"/>
                          <a:pt x="930" y="7577"/>
                          <a:pt x="1861" y="8991"/>
                        </a:cubicBezTo>
                        <a:cubicBezTo>
                          <a:pt x="1189" y="6288"/>
                          <a:pt x="1553" y="3430"/>
                          <a:pt x="2877" y="979"/>
                        </a:cubicBezTo>
                        <a:cubicBezTo>
                          <a:pt x="3024" y="715"/>
                          <a:pt x="3105" y="426"/>
                          <a:pt x="2867" y="244"/>
                        </a:cubicBezTo>
                        <a:cubicBezTo>
                          <a:pt x="2673" y="87"/>
                          <a:pt x="2430" y="1"/>
                          <a:pt x="218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752" name="Google Shape;1752;p39"/>
            <p:cNvGrpSpPr/>
            <p:nvPr/>
          </p:nvGrpSpPr>
          <p:grpSpPr>
            <a:xfrm>
              <a:off x="2822717" y="1278017"/>
              <a:ext cx="949157" cy="435460"/>
              <a:chOff x="2089800" y="3679475"/>
              <a:chExt cx="716075" cy="328550"/>
            </a:xfrm>
          </p:grpSpPr>
          <p:sp>
            <p:nvSpPr>
              <p:cNvPr id="1753" name="Google Shape;1753;p39"/>
              <p:cNvSpPr/>
              <p:nvPr/>
            </p:nvSpPr>
            <p:spPr>
              <a:xfrm>
                <a:off x="2089800" y="3679475"/>
                <a:ext cx="716075" cy="328550"/>
              </a:xfrm>
              <a:custGeom>
                <a:avLst/>
                <a:gdLst/>
                <a:ahLst/>
                <a:cxnLst/>
                <a:rect l="l" t="t" r="r" b="b"/>
                <a:pathLst>
                  <a:path w="28643" h="13142" extrusionOk="0">
                    <a:moveTo>
                      <a:pt x="23820" y="3960"/>
                    </a:moveTo>
                    <a:lnTo>
                      <a:pt x="23820" y="4527"/>
                    </a:lnTo>
                    <a:lnTo>
                      <a:pt x="5431" y="4527"/>
                    </a:lnTo>
                    <a:lnTo>
                      <a:pt x="5431" y="3960"/>
                    </a:lnTo>
                    <a:close/>
                    <a:moveTo>
                      <a:pt x="12502" y="6506"/>
                    </a:moveTo>
                    <a:lnTo>
                      <a:pt x="12502" y="7071"/>
                    </a:lnTo>
                    <a:lnTo>
                      <a:pt x="5146" y="7071"/>
                    </a:lnTo>
                    <a:lnTo>
                      <a:pt x="5146" y="6506"/>
                    </a:lnTo>
                    <a:close/>
                    <a:moveTo>
                      <a:pt x="19011" y="6506"/>
                    </a:moveTo>
                    <a:lnTo>
                      <a:pt x="19011" y="7071"/>
                    </a:lnTo>
                    <a:lnTo>
                      <a:pt x="14202" y="7071"/>
                    </a:lnTo>
                    <a:lnTo>
                      <a:pt x="14202" y="6506"/>
                    </a:lnTo>
                    <a:close/>
                    <a:moveTo>
                      <a:pt x="4920" y="0"/>
                    </a:moveTo>
                    <a:cubicBezTo>
                      <a:pt x="2662" y="38"/>
                      <a:pt x="802" y="1781"/>
                      <a:pt x="617" y="4032"/>
                    </a:cubicBezTo>
                    <a:lnTo>
                      <a:pt x="1" y="13141"/>
                    </a:lnTo>
                    <a:lnTo>
                      <a:pt x="1" y="13141"/>
                    </a:lnTo>
                    <a:lnTo>
                      <a:pt x="4194" y="10751"/>
                    </a:lnTo>
                    <a:lnTo>
                      <a:pt x="24149" y="10751"/>
                    </a:lnTo>
                    <a:cubicBezTo>
                      <a:pt x="26404" y="10711"/>
                      <a:pt x="28265" y="8967"/>
                      <a:pt x="28451" y="6719"/>
                    </a:cubicBezTo>
                    <a:lnTo>
                      <a:pt x="28631" y="4032"/>
                    </a:lnTo>
                    <a:cubicBezTo>
                      <a:pt x="28640" y="3932"/>
                      <a:pt x="28643" y="3831"/>
                      <a:pt x="28643" y="3733"/>
                    </a:cubicBezTo>
                    <a:lnTo>
                      <a:pt x="28643" y="3691"/>
                    </a:lnTo>
                    <a:cubicBezTo>
                      <a:pt x="28622" y="1646"/>
                      <a:pt x="26957" y="0"/>
                      <a:pt x="249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9"/>
              <p:cNvSpPr/>
              <p:nvPr/>
            </p:nvSpPr>
            <p:spPr>
              <a:xfrm>
                <a:off x="2225550" y="3778450"/>
                <a:ext cx="459750" cy="14200"/>
              </a:xfrm>
              <a:custGeom>
                <a:avLst/>
                <a:gdLst/>
                <a:ahLst/>
                <a:cxnLst/>
                <a:rect l="l" t="t" r="r" b="b"/>
                <a:pathLst>
                  <a:path w="18390" h="568" extrusionOk="0">
                    <a:moveTo>
                      <a:pt x="1" y="1"/>
                    </a:moveTo>
                    <a:lnTo>
                      <a:pt x="1" y="568"/>
                    </a:lnTo>
                    <a:lnTo>
                      <a:pt x="18390" y="568"/>
                    </a:lnTo>
                    <a:lnTo>
                      <a:pt x="1839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9"/>
              <p:cNvSpPr/>
              <p:nvPr/>
            </p:nvSpPr>
            <p:spPr>
              <a:xfrm>
                <a:off x="2218450" y="3842125"/>
                <a:ext cx="183925" cy="14150"/>
              </a:xfrm>
              <a:custGeom>
                <a:avLst/>
                <a:gdLst/>
                <a:ahLst/>
                <a:cxnLst/>
                <a:rect l="l" t="t" r="r" b="b"/>
                <a:pathLst>
                  <a:path w="7357" h="566" extrusionOk="0">
                    <a:moveTo>
                      <a:pt x="0" y="0"/>
                    </a:moveTo>
                    <a:lnTo>
                      <a:pt x="0" y="565"/>
                    </a:lnTo>
                    <a:lnTo>
                      <a:pt x="7356" y="565"/>
                    </a:lnTo>
                    <a:lnTo>
                      <a:pt x="73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9"/>
              <p:cNvSpPr/>
              <p:nvPr/>
            </p:nvSpPr>
            <p:spPr>
              <a:xfrm>
                <a:off x="2444825" y="3842125"/>
                <a:ext cx="120250" cy="14150"/>
              </a:xfrm>
              <a:custGeom>
                <a:avLst/>
                <a:gdLst/>
                <a:ahLst/>
                <a:cxnLst/>
                <a:rect l="l" t="t" r="r" b="b"/>
                <a:pathLst>
                  <a:path w="4810" h="566" extrusionOk="0">
                    <a:moveTo>
                      <a:pt x="1" y="0"/>
                    </a:moveTo>
                    <a:lnTo>
                      <a:pt x="1" y="565"/>
                    </a:lnTo>
                    <a:lnTo>
                      <a:pt x="4810" y="565"/>
                    </a:lnTo>
                    <a:lnTo>
                      <a:pt x="481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57" name="Google Shape;1757;p39"/>
            <p:cNvGrpSpPr/>
            <p:nvPr/>
          </p:nvGrpSpPr>
          <p:grpSpPr>
            <a:xfrm>
              <a:off x="1211475" y="1278025"/>
              <a:ext cx="557700" cy="557700"/>
              <a:chOff x="450050" y="1039825"/>
              <a:chExt cx="557700" cy="557700"/>
            </a:xfrm>
          </p:grpSpPr>
          <p:sp>
            <p:nvSpPr>
              <p:cNvPr id="1758" name="Google Shape;1758;p39"/>
              <p:cNvSpPr/>
              <p:nvPr/>
            </p:nvSpPr>
            <p:spPr>
              <a:xfrm>
                <a:off x="450050" y="1039825"/>
                <a:ext cx="557700" cy="5577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9"/>
              <p:cNvSpPr/>
              <p:nvPr/>
            </p:nvSpPr>
            <p:spPr>
              <a:xfrm>
                <a:off x="566115" y="1155893"/>
                <a:ext cx="325564" cy="325564"/>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60" name="Google Shape;1760;p39"/>
            <p:cNvSpPr/>
            <p:nvPr/>
          </p:nvSpPr>
          <p:spPr>
            <a:xfrm rot="-2969503" flipH="1">
              <a:off x="918679" y="2040577"/>
              <a:ext cx="100222" cy="100222"/>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9"/>
            <p:cNvSpPr/>
            <p:nvPr/>
          </p:nvSpPr>
          <p:spPr>
            <a:xfrm rot="-2969503" flipH="1">
              <a:off x="1605223" y="850678"/>
              <a:ext cx="100222" cy="100222"/>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9"/>
            <p:cNvSpPr/>
            <p:nvPr/>
          </p:nvSpPr>
          <p:spPr>
            <a:xfrm rot="-2969503" flipH="1">
              <a:off x="3062723" y="2315303"/>
              <a:ext cx="100222" cy="100222"/>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9"/>
            <p:cNvSpPr/>
            <p:nvPr/>
          </p:nvSpPr>
          <p:spPr>
            <a:xfrm rot="-2969503" flipH="1">
              <a:off x="645198" y="4124003"/>
              <a:ext cx="100222" cy="100222"/>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9"/>
            <p:cNvSpPr/>
            <p:nvPr/>
          </p:nvSpPr>
          <p:spPr>
            <a:xfrm rot="-2969503" flipH="1">
              <a:off x="2652229" y="850677"/>
              <a:ext cx="100222" cy="100222"/>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9"/>
            <p:cNvSpPr/>
            <p:nvPr/>
          </p:nvSpPr>
          <p:spPr>
            <a:xfrm rot="-2969503" flipH="1">
              <a:off x="3247191" y="3774502"/>
              <a:ext cx="100222" cy="100222"/>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9"/>
            <p:cNvSpPr/>
            <p:nvPr/>
          </p:nvSpPr>
          <p:spPr>
            <a:xfrm rot="-2969503" flipH="1">
              <a:off x="1059979" y="4326577"/>
              <a:ext cx="100222" cy="100222"/>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9"/>
            <p:cNvSpPr/>
            <p:nvPr/>
          </p:nvSpPr>
          <p:spPr>
            <a:xfrm rot="-2969503" flipH="1">
              <a:off x="967898" y="2374678"/>
              <a:ext cx="100222" cy="100222"/>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9"/>
            <p:cNvSpPr/>
            <p:nvPr/>
          </p:nvSpPr>
          <p:spPr>
            <a:xfrm>
              <a:off x="476326" y="2721248"/>
              <a:ext cx="248949" cy="248949"/>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69" name="Google Shape;1769;p39"/>
          <p:cNvSpPr/>
          <p:nvPr/>
        </p:nvSpPr>
        <p:spPr>
          <a:xfrm>
            <a:off x="-362091" y="-369713"/>
            <a:ext cx="1087378" cy="1096617"/>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9"/>
          <p:cNvSpPr/>
          <p:nvPr/>
        </p:nvSpPr>
        <p:spPr>
          <a:xfrm>
            <a:off x="-362091" y="4404512"/>
            <a:ext cx="1087378" cy="1096617"/>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665">
                                            <p:txEl>
                                              <p:pRg st="0" end="0"/>
                                            </p:txEl>
                                          </p:spTgt>
                                        </p:tgtEl>
                                        <p:attrNameLst>
                                          <p:attrName>style.visibility</p:attrName>
                                        </p:attrNameLst>
                                      </p:cBhvr>
                                      <p:to>
                                        <p:strVal val="visible"/>
                                      </p:to>
                                    </p:set>
                                    <p:animEffect transition="in" filter="barn(inVertical)">
                                      <p:cBhvr>
                                        <p:cTn id="7" dur="500"/>
                                        <p:tgtEl>
                                          <p:spTgt spid="1665">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665">
                                            <p:txEl>
                                              <p:pRg st="1" end="1"/>
                                            </p:txEl>
                                          </p:spTgt>
                                        </p:tgtEl>
                                        <p:attrNameLst>
                                          <p:attrName>style.visibility</p:attrName>
                                        </p:attrNameLst>
                                      </p:cBhvr>
                                      <p:to>
                                        <p:strVal val="visible"/>
                                      </p:to>
                                    </p:set>
                                    <p:animEffect transition="in" filter="barn(inVertical)">
                                      <p:cBhvr>
                                        <p:cTn id="10" dur="500"/>
                                        <p:tgtEl>
                                          <p:spTgt spid="1665">
                                            <p:txEl>
                                              <p:pRg st="1" end="1"/>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665">
                                            <p:txEl>
                                              <p:pRg st="2" end="2"/>
                                            </p:txEl>
                                          </p:spTgt>
                                        </p:tgtEl>
                                        <p:attrNameLst>
                                          <p:attrName>style.visibility</p:attrName>
                                        </p:attrNameLst>
                                      </p:cBhvr>
                                      <p:to>
                                        <p:strVal val="visible"/>
                                      </p:to>
                                    </p:set>
                                    <p:animEffect transition="in" filter="barn(inVertical)">
                                      <p:cBhvr>
                                        <p:cTn id="13" dur="500"/>
                                        <p:tgtEl>
                                          <p:spTgt spid="1665">
                                            <p:txEl>
                                              <p:pRg st="2" end="2"/>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665">
                                            <p:txEl>
                                              <p:pRg st="3" end="3"/>
                                            </p:txEl>
                                          </p:spTgt>
                                        </p:tgtEl>
                                        <p:attrNameLst>
                                          <p:attrName>style.visibility</p:attrName>
                                        </p:attrNameLst>
                                      </p:cBhvr>
                                      <p:to>
                                        <p:strVal val="visible"/>
                                      </p:to>
                                    </p:set>
                                    <p:animEffect transition="in" filter="barn(inVertical)">
                                      <p:cBhvr>
                                        <p:cTn id="16" dur="500"/>
                                        <p:tgtEl>
                                          <p:spTgt spid="1665">
                                            <p:txEl>
                                              <p:pRg st="3" end="3"/>
                                            </p:txEl>
                                          </p:spTgt>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665">
                                            <p:txEl>
                                              <p:pRg st="4" end="4"/>
                                            </p:txEl>
                                          </p:spTgt>
                                        </p:tgtEl>
                                        <p:attrNameLst>
                                          <p:attrName>style.visibility</p:attrName>
                                        </p:attrNameLst>
                                      </p:cBhvr>
                                      <p:to>
                                        <p:strVal val="visible"/>
                                      </p:to>
                                    </p:set>
                                    <p:animEffect transition="in" filter="barn(inVertical)">
                                      <p:cBhvr>
                                        <p:cTn id="19" dur="500"/>
                                        <p:tgtEl>
                                          <p:spTgt spid="1665">
                                            <p:txEl>
                                              <p:pRg st="4" end="4"/>
                                            </p:txEl>
                                          </p:spTgt>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665">
                                            <p:txEl>
                                              <p:pRg st="5" end="5"/>
                                            </p:txEl>
                                          </p:spTgt>
                                        </p:tgtEl>
                                        <p:attrNameLst>
                                          <p:attrName>style.visibility</p:attrName>
                                        </p:attrNameLst>
                                      </p:cBhvr>
                                      <p:to>
                                        <p:strVal val="visible"/>
                                      </p:to>
                                    </p:set>
                                    <p:animEffect transition="in" filter="barn(inVertical)">
                                      <p:cBhvr>
                                        <p:cTn id="22" dur="500"/>
                                        <p:tgtEl>
                                          <p:spTgt spid="1665">
                                            <p:txEl>
                                              <p:pRg st="5" end="5"/>
                                            </p:txEl>
                                          </p:spTgt>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665">
                                            <p:txEl>
                                              <p:pRg st="6" end="6"/>
                                            </p:txEl>
                                          </p:spTgt>
                                        </p:tgtEl>
                                        <p:attrNameLst>
                                          <p:attrName>style.visibility</p:attrName>
                                        </p:attrNameLst>
                                      </p:cBhvr>
                                      <p:to>
                                        <p:strVal val="visible"/>
                                      </p:to>
                                    </p:set>
                                    <p:animEffect transition="in" filter="barn(inVertical)">
                                      <p:cBhvr>
                                        <p:cTn id="25" dur="500"/>
                                        <p:tgtEl>
                                          <p:spTgt spid="1665">
                                            <p:txEl>
                                              <p:pRg st="6" end="6"/>
                                            </p:txEl>
                                          </p:spTgt>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665">
                                            <p:txEl>
                                              <p:pRg st="7" end="7"/>
                                            </p:txEl>
                                          </p:spTgt>
                                        </p:tgtEl>
                                        <p:attrNameLst>
                                          <p:attrName>style.visibility</p:attrName>
                                        </p:attrNameLst>
                                      </p:cBhvr>
                                      <p:to>
                                        <p:strVal val="visible"/>
                                      </p:to>
                                    </p:set>
                                    <p:animEffect transition="in" filter="barn(inVertical)">
                                      <p:cBhvr>
                                        <p:cTn id="28" dur="500"/>
                                        <p:tgtEl>
                                          <p:spTgt spid="1665">
                                            <p:txEl>
                                              <p:pRg st="7" end="7"/>
                                            </p:txEl>
                                          </p:spTgt>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665">
                                            <p:txEl>
                                              <p:pRg st="8" end="8"/>
                                            </p:txEl>
                                          </p:spTgt>
                                        </p:tgtEl>
                                        <p:attrNameLst>
                                          <p:attrName>style.visibility</p:attrName>
                                        </p:attrNameLst>
                                      </p:cBhvr>
                                      <p:to>
                                        <p:strVal val="visible"/>
                                      </p:to>
                                    </p:set>
                                    <p:animEffect transition="in" filter="barn(inVertical)">
                                      <p:cBhvr>
                                        <p:cTn id="31" dur="500"/>
                                        <p:tgtEl>
                                          <p:spTgt spid="1665">
                                            <p:txEl>
                                              <p:pRg st="8" end="8"/>
                                            </p:txEl>
                                          </p:spTgt>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665">
                                            <p:txEl>
                                              <p:pRg st="9" end="9"/>
                                            </p:txEl>
                                          </p:spTgt>
                                        </p:tgtEl>
                                        <p:attrNameLst>
                                          <p:attrName>style.visibility</p:attrName>
                                        </p:attrNameLst>
                                      </p:cBhvr>
                                      <p:to>
                                        <p:strVal val="visible"/>
                                      </p:to>
                                    </p:set>
                                    <p:animEffect transition="in" filter="barn(inVertical)">
                                      <p:cBhvr>
                                        <p:cTn id="34" dur="500"/>
                                        <p:tgtEl>
                                          <p:spTgt spid="1665">
                                            <p:txEl>
                                              <p:pRg st="9" end="9"/>
                                            </p:txEl>
                                          </p:spTgt>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665">
                                            <p:txEl>
                                              <p:pRg st="10" end="10"/>
                                            </p:txEl>
                                          </p:spTgt>
                                        </p:tgtEl>
                                        <p:attrNameLst>
                                          <p:attrName>style.visibility</p:attrName>
                                        </p:attrNameLst>
                                      </p:cBhvr>
                                      <p:to>
                                        <p:strVal val="visible"/>
                                      </p:to>
                                    </p:set>
                                    <p:animEffect transition="in" filter="barn(inVertical)">
                                      <p:cBhvr>
                                        <p:cTn id="37" dur="500"/>
                                        <p:tgtEl>
                                          <p:spTgt spid="1665">
                                            <p:txEl>
                                              <p:pRg st="10" end="10"/>
                                            </p:txEl>
                                          </p:spTgt>
                                        </p:tgtEl>
                                      </p:cBhvr>
                                    </p:animEffect>
                                  </p:childTnLst>
                                </p:cTn>
                              </p:par>
                            </p:childTnLst>
                          </p:cTn>
                        </p:par>
                        <p:par>
                          <p:cTn id="38" fill="hold">
                            <p:stCondLst>
                              <p:cond delay="500"/>
                            </p:stCondLst>
                            <p:childTnLst>
                              <p:par>
                                <p:cTn id="39" presetID="42" presetClass="entr" presetSubtype="0" fill="hold" grpId="0" nodeType="afterEffect">
                                  <p:stCondLst>
                                    <p:cond delay="0"/>
                                  </p:stCondLst>
                                  <p:childTnLst>
                                    <p:set>
                                      <p:cBhvr>
                                        <p:cTn id="40" dur="1" fill="hold">
                                          <p:stCondLst>
                                            <p:cond delay="0"/>
                                          </p:stCondLst>
                                        </p:cTn>
                                        <p:tgtEl>
                                          <p:spTgt spid="1664"/>
                                        </p:tgtEl>
                                        <p:attrNameLst>
                                          <p:attrName>style.visibility</p:attrName>
                                        </p:attrNameLst>
                                      </p:cBhvr>
                                      <p:to>
                                        <p:strVal val="visible"/>
                                      </p:to>
                                    </p:set>
                                    <p:animEffect transition="in" filter="fade">
                                      <p:cBhvr>
                                        <p:cTn id="41" dur="1000"/>
                                        <p:tgtEl>
                                          <p:spTgt spid="1664"/>
                                        </p:tgtEl>
                                      </p:cBhvr>
                                    </p:animEffect>
                                    <p:anim calcmode="lin" valueType="num">
                                      <p:cBhvr>
                                        <p:cTn id="42" dur="1000" fill="hold"/>
                                        <p:tgtEl>
                                          <p:spTgt spid="1664"/>
                                        </p:tgtEl>
                                        <p:attrNameLst>
                                          <p:attrName>ppt_x</p:attrName>
                                        </p:attrNameLst>
                                      </p:cBhvr>
                                      <p:tavLst>
                                        <p:tav tm="0">
                                          <p:val>
                                            <p:strVal val="#ppt_x"/>
                                          </p:val>
                                        </p:tav>
                                        <p:tav tm="100000">
                                          <p:val>
                                            <p:strVal val="#ppt_x"/>
                                          </p:val>
                                        </p:tav>
                                      </p:tavLst>
                                    </p:anim>
                                    <p:anim calcmode="lin" valueType="num">
                                      <p:cBhvr>
                                        <p:cTn id="43" dur="1000" fill="hold"/>
                                        <p:tgtEl>
                                          <p:spTgt spid="16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4" grpId="0"/>
      <p:bldP spid="166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863"/>
        <p:cNvGrpSpPr/>
        <p:nvPr/>
      </p:nvGrpSpPr>
      <p:grpSpPr>
        <a:xfrm>
          <a:off x="0" y="0"/>
          <a:ext cx="0" cy="0"/>
          <a:chOff x="0" y="0"/>
          <a:chExt cx="0" cy="0"/>
        </a:xfrm>
      </p:grpSpPr>
      <p:sp>
        <p:nvSpPr>
          <p:cNvPr id="1865" name="Google Shape;1865;p42"/>
          <p:cNvSpPr txBox="1">
            <a:spLocks noGrp="1"/>
          </p:cNvSpPr>
          <p:nvPr>
            <p:ph type="title"/>
          </p:nvPr>
        </p:nvSpPr>
        <p:spPr>
          <a:xfrm>
            <a:off x="2832750" y="514350"/>
            <a:ext cx="3478500" cy="394625"/>
          </a:xfrm>
          <a:prstGeom prst="rect">
            <a:avLst/>
          </a:prstGeom>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defRPr/>
            </a:pPr>
            <a:r>
              <a:rPr kumimoji="0" lang="fr-FR" sz="2800" b="1" i="0" u="none" strike="noStrike" kern="0" cap="none" spc="0" normalizeH="0" baseline="0" noProof="0" dirty="0" err="1">
                <a:ln>
                  <a:noFill/>
                </a:ln>
                <a:solidFill>
                  <a:srgbClr val="3362CC"/>
                </a:solidFill>
                <a:effectLst/>
                <a:uLnTx/>
                <a:uFillTx/>
                <a:latin typeface="Work Sans"/>
                <a:sym typeface="Work Sans"/>
              </a:rPr>
              <a:t>Régle</a:t>
            </a:r>
            <a:r>
              <a:rPr kumimoji="0" lang="fr-FR" sz="2800" b="1" i="0" u="none" strike="noStrike" kern="0" cap="none" spc="0" normalizeH="0" baseline="0" noProof="0" dirty="0">
                <a:ln>
                  <a:noFill/>
                </a:ln>
                <a:solidFill>
                  <a:srgbClr val="3362CC"/>
                </a:solidFill>
                <a:effectLst/>
                <a:uLnTx/>
                <a:uFillTx/>
                <a:latin typeface="Work Sans"/>
                <a:sym typeface="Work Sans"/>
              </a:rPr>
              <a:t> de Gestion</a:t>
            </a:r>
            <a:br>
              <a:rPr kumimoji="0" lang="fr-FR" sz="2800" b="1" i="0" u="none" strike="noStrike" kern="0" cap="none" spc="0" normalizeH="0" baseline="0" noProof="0" dirty="0">
                <a:ln>
                  <a:noFill/>
                </a:ln>
                <a:solidFill>
                  <a:srgbClr val="3362CC"/>
                </a:solidFill>
                <a:effectLst/>
                <a:uLnTx/>
                <a:uFillTx/>
                <a:latin typeface="Work Sans"/>
                <a:sym typeface="Work Sans"/>
              </a:rPr>
            </a:br>
            <a:endParaRPr dirty="0"/>
          </a:p>
        </p:txBody>
      </p:sp>
      <p:sp>
        <p:nvSpPr>
          <p:cNvPr id="1866" name="Google Shape;1866;p42"/>
          <p:cNvSpPr txBox="1">
            <a:spLocks noGrp="1"/>
          </p:cNvSpPr>
          <p:nvPr>
            <p:ph type="subTitle" idx="1"/>
          </p:nvPr>
        </p:nvSpPr>
        <p:spPr>
          <a:xfrm>
            <a:off x="1861200" y="2029163"/>
            <a:ext cx="5640802" cy="1809086"/>
          </a:xfrm>
          <a:prstGeom prst="rect">
            <a:avLst/>
          </a:prstGeom>
        </p:spPr>
        <p:txBody>
          <a:bodyPr spcFirstLastPara="1" wrap="square" lIns="91425" tIns="91425" rIns="91425" bIns="91425" anchor="ctr" anchorCtr="0">
            <a:noAutofit/>
          </a:bodyPr>
          <a:lstStyle/>
          <a:p>
            <a:pPr marL="0" lvl="0" indent="0" rtl="0">
              <a:spcBef>
                <a:spcPts val="0"/>
              </a:spcBef>
              <a:spcAft>
                <a:spcPts val="0"/>
              </a:spcAft>
            </a:pPr>
            <a:endParaRPr lang="fr-FR" sz="1600" dirty="0">
              <a:solidFill>
                <a:schemeClr val="bg2"/>
              </a:solidFill>
              <a:latin typeface="Times New Roman" panose="02020603050405020304" pitchFamily="18" charset="0"/>
              <a:cs typeface="Times New Roman" panose="02020603050405020304" pitchFamily="18" charset="0"/>
            </a:endParaRPr>
          </a:p>
          <a:p>
            <a:pPr marL="0" lvl="0" indent="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lang="fr-FR" sz="1600" dirty="0">
              <a:latin typeface="Times New Roman" panose="02020603050405020304" pitchFamily="18" charset="0"/>
              <a:cs typeface="Times New Roman" panose="02020603050405020304" pitchFamily="18" charset="0"/>
            </a:endParaRPr>
          </a:p>
        </p:txBody>
      </p:sp>
      <p:sp>
        <p:nvSpPr>
          <p:cNvPr id="1867" name="Google Shape;1867;p42"/>
          <p:cNvSpPr/>
          <p:nvPr/>
        </p:nvSpPr>
        <p:spPr>
          <a:xfrm>
            <a:off x="6675275" y="2014725"/>
            <a:ext cx="75" cy="150"/>
          </a:xfrm>
          <a:custGeom>
            <a:avLst/>
            <a:gdLst/>
            <a:ahLst/>
            <a:cxnLst/>
            <a:rect l="l" t="t" r="r" b="b"/>
            <a:pathLst>
              <a:path w="3" h="6" extrusionOk="0">
                <a:moveTo>
                  <a:pt x="1" y="1"/>
                </a:moveTo>
                <a:lnTo>
                  <a:pt x="1" y="5"/>
                </a:lnTo>
                <a:lnTo>
                  <a:pt x="3" y="3"/>
                </a:lnTo>
                <a:lnTo>
                  <a:pt x="1" y="1"/>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TextBox 188"/>
          <p:cNvSpPr txBox="1"/>
          <p:nvPr/>
        </p:nvSpPr>
        <p:spPr>
          <a:xfrm>
            <a:off x="737590" y="1367357"/>
            <a:ext cx="8092083" cy="5262979"/>
          </a:xfrm>
          <a:prstGeom prst="rect">
            <a:avLst/>
          </a:prstGeom>
          <a:noFill/>
        </p:spPr>
        <p:txBody>
          <a:bodyPr wrap="square">
            <a:spAutoFit/>
          </a:bodyPr>
          <a:lstStyle/>
          <a:p>
            <a:pPr marL="342900" indent="-342900">
              <a:buClr>
                <a:srgbClr val="2E353A"/>
              </a:buClr>
              <a:buSzPct val="100000"/>
              <a:buFont typeface="+mj-lt"/>
              <a:buAutoNum type="arabicParenR"/>
              <a:defRPr/>
            </a:pPr>
            <a:r>
              <a:rPr lang="fr-FR" sz="1600" b="1" dirty="0">
                <a:latin typeface="Times New Roman" panose="02020603050405020304" pitchFamily="18" charset="0"/>
                <a:cs typeface="Times New Roman" panose="02020603050405020304" pitchFamily="18" charset="0"/>
              </a:rPr>
              <a:t>Lorsqu’en client arrive la </a:t>
            </a:r>
            <a:r>
              <a:rPr lang="fr-FR" sz="1600" b="1" dirty="0" err="1">
                <a:latin typeface="Times New Roman" panose="02020603050405020304" pitchFamily="18" charset="0"/>
                <a:cs typeface="Times New Roman" panose="02020603050405020304" pitchFamily="18" charset="0"/>
              </a:rPr>
              <a:t>premiére</a:t>
            </a:r>
            <a:r>
              <a:rPr lang="fr-FR" sz="1600" b="1" dirty="0">
                <a:latin typeface="Times New Roman" panose="02020603050405020304" pitchFamily="18" charset="0"/>
                <a:cs typeface="Times New Roman" panose="02020603050405020304" pitchFamily="18" charset="0"/>
              </a:rPr>
              <a:t> fois chez un cabinet médical, la secrétaire crée une fiche contenant les informations sur le patient (</a:t>
            </a:r>
            <a:r>
              <a:rPr lang="fr-FR" sz="1600" b="1" dirty="0" err="1">
                <a:latin typeface="Times New Roman" panose="02020603050405020304" pitchFamily="18" charset="0"/>
                <a:cs typeface="Times New Roman" panose="02020603050405020304" pitchFamily="18" charset="0"/>
              </a:rPr>
              <a:t>nom,prénom,age,adresse,téléphone</a:t>
            </a:r>
            <a:r>
              <a:rPr lang="fr-FR" sz="1600" b="1" dirty="0">
                <a:latin typeface="Times New Roman" panose="02020603050405020304" pitchFamily="18" charset="0"/>
                <a:cs typeface="Times New Roman" panose="02020603050405020304" pitchFamily="18" charset="0"/>
              </a:rPr>
              <a:t>…).</a:t>
            </a:r>
          </a:p>
          <a:p>
            <a:pPr>
              <a:buClr>
                <a:srgbClr val="2E353A"/>
              </a:buClr>
              <a:buSzPct val="100000"/>
              <a:defRPr/>
            </a:pPr>
            <a:endParaRPr lang="fr-FR" sz="1600" dirty="0">
              <a:latin typeface="Times New Roman" panose="02020603050405020304" pitchFamily="18" charset="0"/>
              <a:cs typeface="Times New Roman" panose="02020603050405020304" pitchFamily="18" charset="0"/>
            </a:endParaRPr>
          </a:p>
          <a:p>
            <a:pPr marL="342900" indent="-342900">
              <a:buClr>
                <a:srgbClr val="2E353A"/>
              </a:buClr>
              <a:buSzPct val="100000"/>
              <a:buFont typeface="+mj-lt"/>
              <a:buAutoNum type="arabicParenR" startAt="2"/>
              <a:defRPr/>
            </a:pPr>
            <a:r>
              <a:rPr lang="fr-FR" sz="1600" b="1" dirty="0">
                <a:latin typeface="Times New Roman" panose="02020603050405020304" pitchFamily="18" charset="0"/>
                <a:cs typeface="Times New Roman" panose="02020603050405020304" pitchFamily="18" charset="0"/>
              </a:rPr>
              <a:t>Si le Médecin n’est pas disponible , la secrétaire donne ou patient un rendez-vous pour </a:t>
            </a:r>
            <a:r>
              <a:rPr lang="fr-FR" sz="1600" b="1" dirty="0" err="1">
                <a:latin typeface="Times New Roman" panose="02020603050405020304" pitchFamily="18" charset="0"/>
                <a:cs typeface="Times New Roman" panose="02020603050405020304" pitchFamily="18" charset="0"/>
              </a:rPr>
              <a:t>après.Sinon,elle</a:t>
            </a:r>
            <a:r>
              <a:rPr lang="fr-FR" sz="1600" b="1" dirty="0">
                <a:latin typeface="Times New Roman" panose="02020603050405020304" pitchFamily="18" charset="0"/>
                <a:cs typeface="Times New Roman" panose="02020603050405020304" pitchFamily="18" charset="0"/>
              </a:rPr>
              <a:t> le fait entrer chez le médecin pour la consultation.</a:t>
            </a:r>
          </a:p>
          <a:p>
            <a:pPr marL="342900" indent="-342900">
              <a:buClr>
                <a:srgbClr val="2E353A"/>
              </a:buClr>
              <a:buSzPct val="100000"/>
              <a:buAutoNum type="arabicParenR"/>
              <a:defRPr/>
            </a:pPr>
            <a:endParaRPr lang="fr-FR" sz="1600" dirty="0">
              <a:latin typeface="Times New Roman" panose="02020603050405020304" pitchFamily="18" charset="0"/>
              <a:cs typeface="Times New Roman" panose="02020603050405020304" pitchFamily="18" charset="0"/>
            </a:endParaRPr>
          </a:p>
          <a:p>
            <a:pPr>
              <a:buClr>
                <a:srgbClr val="2E353A"/>
              </a:buClr>
              <a:buSzPct val="100000"/>
              <a:defRPr/>
            </a:pPr>
            <a:endParaRPr lang="fr-FR" sz="1600" dirty="0">
              <a:latin typeface="Times New Roman" panose="02020603050405020304" pitchFamily="18" charset="0"/>
              <a:cs typeface="Times New Roman" panose="02020603050405020304" pitchFamily="18" charset="0"/>
            </a:endParaRPr>
          </a:p>
          <a:p>
            <a:pPr marL="342900" indent="-342900">
              <a:buClr>
                <a:srgbClr val="2E353A"/>
              </a:buClr>
              <a:buSzPct val="100000"/>
              <a:buFont typeface="+mj-lt"/>
              <a:buAutoNum type="arabicParenR" startAt="3"/>
              <a:defRPr/>
            </a:pPr>
            <a:r>
              <a:rPr lang="fr-FR" sz="1600" b="1" dirty="0">
                <a:latin typeface="Times New Roman" panose="02020603050405020304" pitchFamily="18" charset="0"/>
                <a:cs typeface="Times New Roman" panose="02020603050405020304" pitchFamily="18" charset="0"/>
              </a:rPr>
              <a:t>Le médecin consulte la patient , dans ce cas : </a:t>
            </a:r>
          </a:p>
          <a:p>
            <a:pPr>
              <a:buClr>
                <a:srgbClr val="2E353A"/>
              </a:buClr>
              <a:buSzPct val="100000"/>
              <a:defRPr/>
            </a:pPr>
            <a:r>
              <a:rPr lang="fr-FR" sz="1600" b="1" dirty="0">
                <a:latin typeface="Times New Roman" panose="02020603050405020304" pitchFamily="18" charset="0"/>
                <a:cs typeface="Times New Roman" panose="02020603050405020304" pitchFamily="18" charset="0"/>
              </a:rPr>
              <a:t>	-Le médecin prescrit au patient une </a:t>
            </a:r>
            <a:r>
              <a:rPr lang="fr-FR" sz="1600" b="1" dirty="0" err="1">
                <a:latin typeface="Times New Roman" panose="02020603050405020304" pitchFamily="18" charset="0"/>
                <a:cs typeface="Times New Roman" panose="02020603050405020304" pitchFamily="18" charset="0"/>
              </a:rPr>
              <a:t>ordonnace</a:t>
            </a:r>
            <a:endParaRPr lang="fr-FR" sz="1600" b="1" dirty="0">
              <a:latin typeface="Times New Roman" panose="02020603050405020304" pitchFamily="18" charset="0"/>
              <a:cs typeface="Times New Roman" panose="02020603050405020304" pitchFamily="18" charset="0"/>
            </a:endParaRPr>
          </a:p>
          <a:p>
            <a:pPr>
              <a:buClr>
                <a:srgbClr val="2E353A"/>
              </a:buClr>
              <a:buSzPct val="100000"/>
              <a:defRPr/>
            </a:pPr>
            <a:r>
              <a:rPr lang="fr-FR" sz="1600" b="1" dirty="0">
                <a:latin typeface="Times New Roman" panose="02020603050405020304" pitchFamily="18" charset="0"/>
                <a:cs typeface="Times New Roman" panose="02020603050405020304" pitchFamily="18" charset="0"/>
              </a:rPr>
              <a:t>	-Le médecin prescrit au patient un parcours de sois , selon la situation</a:t>
            </a:r>
          </a:p>
          <a:p>
            <a:pPr>
              <a:buClr>
                <a:srgbClr val="2E353A"/>
              </a:buClr>
              <a:buSzPct val="100000"/>
              <a:defRPr/>
            </a:pPr>
            <a:endParaRPr lang="fr-FR" sz="1600" dirty="0">
              <a:latin typeface="Times New Roman" panose="02020603050405020304" pitchFamily="18" charset="0"/>
              <a:cs typeface="Times New Roman" panose="02020603050405020304" pitchFamily="18" charset="0"/>
            </a:endParaRPr>
          </a:p>
          <a:p>
            <a:pPr marL="342900" indent="-342900">
              <a:buClr>
                <a:srgbClr val="2E353A"/>
              </a:buClr>
              <a:buSzPct val="100000"/>
              <a:buFont typeface="+mj-lt"/>
              <a:buAutoNum type="arabicParenR" startAt="4"/>
              <a:defRPr/>
            </a:pPr>
            <a:r>
              <a:rPr lang="fr-FR" sz="1600" b="1" dirty="0">
                <a:solidFill>
                  <a:schemeClr val="bg2"/>
                </a:solidFill>
                <a:latin typeface="Times New Roman" panose="02020603050405020304" pitchFamily="18" charset="0"/>
                <a:cs typeface="Times New Roman" panose="02020603050405020304" pitchFamily="18" charset="0"/>
              </a:rPr>
              <a:t>L</a:t>
            </a:r>
            <a:r>
              <a:rPr lang="fr-FR" sz="1600" b="1" dirty="0">
                <a:solidFill>
                  <a:schemeClr val="tx1"/>
                </a:solidFill>
                <a:latin typeface="Times New Roman" panose="02020603050405020304" pitchFamily="18" charset="0"/>
                <a:cs typeface="Times New Roman" panose="02020603050405020304" pitchFamily="18" charset="0"/>
              </a:rPr>
              <a:t>a</a:t>
            </a:r>
            <a:r>
              <a:rPr lang="fr-FR" sz="1600" b="1" dirty="0">
                <a:solidFill>
                  <a:schemeClr val="bg2"/>
                </a:solidFill>
                <a:latin typeface="Times New Roman" panose="02020603050405020304" pitchFamily="18" charset="0"/>
                <a:cs typeface="Times New Roman" panose="02020603050405020304" pitchFamily="18" charset="0"/>
              </a:rPr>
              <a:t> </a:t>
            </a:r>
            <a:r>
              <a:rPr lang="fr-FR" sz="1600" b="1" dirty="0">
                <a:latin typeface="Times New Roman" panose="02020603050405020304" pitchFamily="18" charset="0"/>
                <a:cs typeface="Times New Roman" panose="02020603050405020304" pitchFamily="18" charset="0"/>
              </a:rPr>
              <a:t>secrétaire remplit la fiche du patient en mentionnant le type de sois.</a:t>
            </a:r>
            <a:br>
              <a:rPr lang="fr-FR" sz="1600" b="1" dirty="0">
                <a:latin typeface="Times New Roman" panose="02020603050405020304" pitchFamily="18" charset="0"/>
                <a:cs typeface="Times New Roman" panose="02020603050405020304" pitchFamily="18" charset="0"/>
              </a:rPr>
            </a:br>
            <a:endParaRPr lang="fr-FR" sz="1600" b="1" dirty="0">
              <a:solidFill>
                <a:schemeClr val="bg2"/>
              </a:solidFill>
              <a:latin typeface="Times New Roman" panose="02020603050405020304" pitchFamily="18" charset="0"/>
              <a:cs typeface="Times New Roman" panose="02020603050405020304" pitchFamily="18" charset="0"/>
            </a:endParaRPr>
          </a:p>
          <a:p>
            <a:pPr>
              <a:buClr>
                <a:srgbClr val="2E353A"/>
              </a:buClr>
              <a:buSzPct val="100000"/>
              <a:defRPr/>
            </a:pPr>
            <a:endParaRPr lang="fr-FR" sz="1600" dirty="0">
              <a:latin typeface="Times New Roman" panose="02020603050405020304" pitchFamily="18" charset="0"/>
              <a:cs typeface="Times New Roman" panose="02020603050405020304" pitchFamily="18" charset="0"/>
            </a:endParaRPr>
          </a:p>
          <a:p>
            <a:pPr algn="ctr">
              <a:buClr>
                <a:srgbClr val="2E353A"/>
              </a:buClr>
              <a:buSzPct val="100000"/>
              <a:defRPr/>
            </a:pPr>
            <a:endParaRPr lang="fr-FR" sz="1600" dirty="0">
              <a:latin typeface="Times New Roman" panose="02020603050405020304" pitchFamily="18" charset="0"/>
              <a:cs typeface="Times New Roman" panose="02020603050405020304" pitchFamily="18" charset="0"/>
            </a:endParaRPr>
          </a:p>
          <a:p>
            <a:pPr>
              <a:buClr>
                <a:srgbClr val="2E353A"/>
              </a:buClr>
              <a:buSzPct val="100000"/>
              <a:defRPr/>
            </a:pPr>
            <a:endParaRPr lang="fr-FR" sz="1600" dirty="0">
              <a:latin typeface="Times New Roman" panose="02020603050405020304" pitchFamily="18" charset="0"/>
              <a:cs typeface="Times New Roman" panose="02020603050405020304" pitchFamily="18" charset="0"/>
            </a:endParaRPr>
          </a:p>
          <a:p>
            <a:pPr marR="0" lvl="0" algn="l" defTabSz="914400" eaLnBrk="1" fontAlgn="auto" latinLnBrk="0" hangingPunct="1">
              <a:lnSpc>
                <a:spcPct val="100000"/>
              </a:lnSpc>
              <a:spcBef>
                <a:spcPts val="0"/>
              </a:spcBef>
              <a:spcAft>
                <a:spcPts val="0"/>
              </a:spcAft>
              <a:buClr>
                <a:srgbClr val="2E353A"/>
              </a:buClr>
              <a:buSzPts val="3600"/>
              <a:defRPr/>
            </a:pPr>
            <a:endParaRPr kumimoji="0" lang="fr-FR" sz="1600" b="0" i="0" u="none" strike="noStrike" kern="0" cap="none" spc="0" normalizeH="0" baseline="0" noProof="0" dirty="0">
              <a:ln>
                <a:noFill/>
              </a:ln>
              <a:solidFill>
                <a:srgbClr val="2E353A"/>
              </a:solidFill>
              <a:effectLst/>
              <a:uLnTx/>
              <a:uFillTx/>
              <a:latin typeface="Times New Roman" panose="02020603050405020304" pitchFamily="18" charset="0"/>
              <a:cs typeface="Times New Roman" panose="02020603050405020304" pitchFamily="18" charset="0"/>
              <a:sym typeface="Barlow" panose="00000500000000000000"/>
            </a:endParaRPr>
          </a:p>
          <a:p>
            <a:pPr marL="342900" marR="0" lvl="0" indent="-342900" algn="l" defTabSz="914400" eaLnBrk="1" fontAlgn="auto" latinLnBrk="0" hangingPunct="1">
              <a:lnSpc>
                <a:spcPct val="100000"/>
              </a:lnSpc>
              <a:spcBef>
                <a:spcPts val="0"/>
              </a:spcBef>
              <a:spcAft>
                <a:spcPts val="0"/>
              </a:spcAft>
              <a:buClr>
                <a:srgbClr val="2E353A"/>
              </a:buClr>
              <a:buSzPts val="3600"/>
              <a:buFont typeface="+mj-lt"/>
              <a:buAutoNum type="arabicPeriod"/>
              <a:defRPr/>
            </a:pPr>
            <a:endParaRPr lang="fr-FR" sz="1600" dirty="0">
              <a:solidFill>
                <a:srgbClr val="2E353A"/>
              </a:solidFill>
              <a:latin typeface="Times New Roman" panose="02020603050405020304" pitchFamily="18" charset="0"/>
              <a:cs typeface="Times New Roman" panose="02020603050405020304" pitchFamily="18" charset="0"/>
              <a:sym typeface="Barlow" panose="00000500000000000000"/>
            </a:endParaRPr>
          </a:p>
          <a:p>
            <a:pPr marL="342900" marR="0" lvl="0" indent="-342900" algn="l" defTabSz="914400" eaLnBrk="1" fontAlgn="auto" latinLnBrk="0" hangingPunct="1">
              <a:lnSpc>
                <a:spcPct val="100000"/>
              </a:lnSpc>
              <a:spcBef>
                <a:spcPts val="0"/>
              </a:spcBef>
              <a:spcAft>
                <a:spcPts val="0"/>
              </a:spcAft>
              <a:buClr>
                <a:srgbClr val="2E353A"/>
              </a:buClr>
              <a:buSzPts val="3600"/>
              <a:buFont typeface="+mj-lt"/>
              <a:buAutoNum type="arabicPeriod"/>
              <a:defRPr/>
            </a:pPr>
            <a:endParaRPr kumimoji="0" lang="fr-FR" sz="1600" b="0" i="0" u="none" strike="noStrike" kern="0" cap="none" spc="0" normalizeH="0" baseline="0" noProof="0" dirty="0">
              <a:ln>
                <a:noFill/>
              </a:ln>
              <a:solidFill>
                <a:srgbClr val="2E353A"/>
              </a:solidFill>
              <a:effectLst/>
              <a:uLnTx/>
              <a:uFillTx/>
              <a:latin typeface="Times New Roman" panose="02020603050405020304" pitchFamily="18" charset="0"/>
              <a:cs typeface="Times New Roman" panose="02020603050405020304" pitchFamily="18" charset="0"/>
              <a:sym typeface="Barlow" panose="00000500000000000000"/>
            </a:endParaRPr>
          </a:p>
          <a:p>
            <a:pPr marL="342900" marR="0" lvl="0" indent="-342900" algn="l" defTabSz="914400" eaLnBrk="1" fontAlgn="auto" latinLnBrk="0" hangingPunct="1">
              <a:lnSpc>
                <a:spcPct val="100000"/>
              </a:lnSpc>
              <a:spcBef>
                <a:spcPts val="0"/>
              </a:spcBef>
              <a:spcAft>
                <a:spcPts val="0"/>
              </a:spcAft>
              <a:buClr>
                <a:srgbClr val="2E353A"/>
              </a:buClr>
              <a:buSzPts val="3600"/>
              <a:buFont typeface="+mj-lt"/>
              <a:buAutoNum type="arabicPeriod"/>
              <a:defRPr/>
            </a:pPr>
            <a:endParaRPr lang="fr-FR" sz="1600" dirty="0">
              <a:solidFill>
                <a:srgbClr val="2E353A"/>
              </a:solidFill>
              <a:latin typeface="Times New Roman" panose="02020603050405020304" pitchFamily="18" charset="0"/>
              <a:cs typeface="Times New Roman" panose="02020603050405020304" pitchFamily="18" charset="0"/>
              <a:sym typeface="Barlow" panose="00000500000000000000"/>
            </a:endParaRPr>
          </a:p>
          <a:p>
            <a:pPr marL="342900" marR="0" lvl="0" indent="-342900" algn="l" defTabSz="914400" eaLnBrk="1" fontAlgn="auto" latinLnBrk="0" hangingPunct="1">
              <a:lnSpc>
                <a:spcPct val="100000"/>
              </a:lnSpc>
              <a:spcBef>
                <a:spcPts val="0"/>
              </a:spcBef>
              <a:spcAft>
                <a:spcPts val="0"/>
              </a:spcAft>
              <a:buClr>
                <a:srgbClr val="2E353A"/>
              </a:buClr>
              <a:buSzPts val="3600"/>
              <a:buFont typeface="+mj-lt"/>
              <a:buAutoNum type="arabicPeriod"/>
              <a:defRPr/>
            </a:pPr>
            <a:endParaRPr lang="fr-FR" sz="1600" dirty="0">
              <a:solidFill>
                <a:srgbClr val="2E353A"/>
              </a:solidFill>
              <a:latin typeface="Times New Roman" panose="02020603050405020304" pitchFamily="18" charset="0"/>
              <a:cs typeface="Times New Roman" panose="02020603050405020304" pitchFamily="18" charset="0"/>
              <a:sym typeface="Barlow" panose="00000500000000000000"/>
            </a:endParaRPr>
          </a:p>
        </p:txBody>
      </p:sp>
      <p:sp>
        <p:nvSpPr>
          <p:cNvPr id="6" name="Google Shape;1662;p39"/>
          <p:cNvSpPr/>
          <p:nvPr/>
        </p:nvSpPr>
        <p:spPr>
          <a:xfrm>
            <a:off x="7875960" y="17217"/>
            <a:ext cx="1220700" cy="12207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6000" b="1" dirty="0">
                <a:solidFill>
                  <a:srgbClr val="3362CC"/>
                </a:solidFill>
                <a:latin typeface="Work Sans"/>
                <a:sym typeface="Work Sans"/>
              </a:rPr>
              <a:t>2</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89"/>
                                        </p:tgtEl>
                                        <p:attrNameLst>
                                          <p:attrName>style.visibility</p:attrName>
                                        </p:attrNameLst>
                                      </p:cBhvr>
                                      <p:to>
                                        <p:strVal val="visible"/>
                                      </p:to>
                                    </p:set>
                                    <p:animEffect transition="in" filter="fade">
                                      <p:cBhvr>
                                        <p:cTn id="7" dur="1000"/>
                                        <p:tgtEl>
                                          <p:spTgt spid="189"/>
                                        </p:tgtEl>
                                      </p:cBhvr>
                                    </p:animEffect>
                                    <p:anim calcmode="lin" valueType="num">
                                      <p:cBhvr>
                                        <p:cTn id="8" dur="1000" fill="hold"/>
                                        <p:tgtEl>
                                          <p:spTgt spid="189"/>
                                        </p:tgtEl>
                                        <p:attrNameLst>
                                          <p:attrName>ppt_x</p:attrName>
                                        </p:attrNameLst>
                                      </p:cBhvr>
                                      <p:tavLst>
                                        <p:tav tm="0">
                                          <p:val>
                                            <p:strVal val="#ppt_x"/>
                                          </p:val>
                                        </p:tav>
                                        <p:tav tm="100000">
                                          <p:val>
                                            <p:strVal val="#ppt_x"/>
                                          </p:val>
                                        </p:tav>
                                      </p:tavLst>
                                    </p:anim>
                                    <p:anim calcmode="lin" valueType="num">
                                      <p:cBhvr>
                                        <p:cTn id="9" dur="1000" fill="hold"/>
                                        <p:tgtEl>
                                          <p:spTgt spid="189"/>
                                        </p:tgtEl>
                                        <p:attrNameLst>
                                          <p:attrName>ppt_y</p:attrName>
                                        </p:attrNameLst>
                                      </p:cBhvr>
                                      <p:tavLst>
                                        <p:tav tm="0">
                                          <p:val>
                                            <p:strVal val="#ppt_y+.1"/>
                                          </p:val>
                                        </p:tav>
                                        <p:tav tm="100000">
                                          <p:val>
                                            <p:strVal val="#ppt_y"/>
                                          </p:val>
                                        </p:tav>
                                      </p:tavLst>
                                    </p:anim>
                                  </p:childTnLst>
                                </p:cTn>
                              </p:par>
                              <p:par>
                                <p:cTn id="10" presetID="16" presetClass="entr" presetSubtype="21" fill="hold" grpId="0" nodeType="withEffect">
                                  <p:stCondLst>
                                    <p:cond delay="0"/>
                                  </p:stCondLst>
                                  <p:childTnLst>
                                    <p:set>
                                      <p:cBhvr>
                                        <p:cTn id="11" dur="1" fill="hold">
                                          <p:stCondLst>
                                            <p:cond delay="0"/>
                                          </p:stCondLst>
                                        </p:cTn>
                                        <p:tgtEl>
                                          <p:spTgt spid="1865"/>
                                        </p:tgtEl>
                                        <p:attrNameLst>
                                          <p:attrName>style.visibility</p:attrName>
                                        </p:attrNameLst>
                                      </p:cBhvr>
                                      <p:to>
                                        <p:strVal val="visible"/>
                                      </p:to>
                                    </p:set>
                                    <p:animEffect transition="in" filter="barn(inVertical)">
                                      <p:cBhvr>
                                        <p:cTn id="12" dur="500"/>
                                        <p:tgtEl>
                                          <p:spTgt spid="1865"/>
                                        </p:tgtEl>
                                      </p:cBhvr>
                                    </p:animEffect>
                                  </p:childTnLst>
                                </p:cTn>
                              </p:par>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5" grpId="0"/>
      <p:bldP spid="189" grpId="0"/>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840"/>
        <p:cNvGrpSpPr/>
        <p:nvPr/>
      </p:nvGrpSpPr>
      <p:grpSpPr>
        <a:xfrm>
          <a:off x="0" y="0"/>
          <a:ext cx="0" cy="0"/>
          <a:chOff x="0" y="0"/>
          <a:chExt cx="0" cy="0"/>
        </a:xfrm>
      </p:grpSpPr>
      <p:sp>
        <p:nvSpPr>
          <p:cNvPr id="1841" name="Google Shape;1841;p41"/>
          <p:cNvSpPr txBox="1">
            <a:spLocks noGrp="1"/>
          </p:cNvSpPr>
          <p:nvPr>
            <p:ph type="subTitle" idx="1"/>
          </p:nvPr>
        </p:nvSpPr>
        <p:spPr>
          <a:xfrm>
            <a:off x="5216356" y="4123542"/>
            <a:ext cx="2931669" cy="8192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
        <p:nvSpPr>
          <p:cNvPr id="1842" name="Google Shape;1842;p41"/>
          <p:cNvSpPr txBox="1">
            <a:spLocks noGrp="1"/>
          </p:cNvSpPr>
          <p:nvPr>
            <p:ph type="subTitle" idx="2"/>
          </p:nvPr>
        </p:nvSpPr>
        <p:spPr>
          <a:xfrm>
            <a:off x="1705281" y="1581081"/>
            <a:ext cx="5733438" cy="2086986"/>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ü"/>
            </a:pPr>
            <a:r>
              <a:rPr lang="fr-FR" b="1" dirty="0">
                <a:solidFill>
                  <a:schemeClr val="tx1"/>
                </a:solidFill>
                <a:latin typeface="Times New Roman" panose="02020603050405020304" pitchFamily="18" charset="0"/>
                <a:cs typeface="Times New Roman" panose="02020603050405020304" pitchFamily="18" charset="0"/>
              </a:rPr>
              <a:t>Un patient visite ou </a:t>
            </a:r>
            <a:r>
              <a:rPr lang="fr-FR" b="1" dirty="0" err="1">
                <a:solidFill>
                  <a:schemeClr val="tx1"/>
                </a:solidFill>
                <a:latin typeface="Times New Roman" panose="02020603050405020304" pitchFamily="18" charset="0"/>
                <a:cs typeface="Times New Roman" panose="02020603050405020304" pitchFamily="18" charset="0"/>
              </a:rPr>
              <a:t>pleusieurs</a:t>
            </a:r>
            <a:r>
              <a:rPr lang="fr-FR" b="1" dirty="0">
                <a:solidFill>
                  <a:schemeClr val="tx1"/>
                </a:solidFill>
                <a:latin typeface="Times New Roman" panose="02020603050405020304" pitchFamily="18" charset="0"/>
                <a:cs typeface="Times New Roman" panose="02020603050405020304" pitchFamily="18" charset="0"/>
              </a:rPr>
              <a:t> fois le Médecin</a:t>
            </a:r>
          </a:p>
          <a:p>
            <a:pPr marL="285750" lvl="0" indent="-285750" algn="l" rtl="0">
              <a:spcBef>
                <a:spcPts val="0"/>
              </a:spcBef>
              <a:spcAft>
                <a:spcPts val="0"/>
              </a:spcAft>
              <a:buFont typeface="Wingdings" panose="05000000000000000000" pitchFamily="2" charset="2"/>
              <a:buChar char="ü"/>
            </a:pPr>
            <a:r>
              <a:rPr lang="fr-FR" b="1" dirty="0">
                <a:solidFill>
                  <a:schemeClr val="tx1"/>
                </a:solidFill>
                <a:latin typeface="Times New Roman" panose="02020603050405020304" pitchFamily="18" charset="0"/>
                <a:cs typeface="Times New Roman" panose="02020603050405020304" pitchFamily="18" charset="0"/>
              </a:rPr>
              <a:t>Le Médecin peut </a:t>
            </a:r>
            <a:r>
              <a:rPr lang="fr-FR" b="1" dirty="0" err="1">
                <a:solidFill>
                  <a:schemeClr val="tx1"/>
                </a:solidFill>
                <a:latin typeface="Times New Roman" panose="02020603050405020304" pitchFamily="18" charset="0"/>
                <a:cs typeface="Times New Roman" panose="02020603050405020304" pitchFamily="18" charset="0"/>
              </a:rPr>
              <a:t>étre</a:t>
            </a:r>
            <a:r>
              <a:rPr lang="fr-FR" b="1" dirty="0">
                <a:solidFill>
                  <a:schemeClr val="tx1"/>
                </a:solidFill>
                <a:latin typeface="Times New Roman" panose="02020603050405020304" pitchFamily="18" charset="0"/>
                <a:cs typeface="Times New Roman" panose="02020603050405020304" pitchFamily="18" charset="0"/>
              </a:rPr>
              <a:t> visité un ou plusieurs patients </a:t>
            </a:r>
          </a:p>
          <a:p>
            <a:pPr marL="285750" lvl="0" indent="-285750" algn="l" rtl="0">
              <a:spcBef>
                <a:spcPts val="0"/>
              </a:spcBef>
              <a:spcAft>
                <a:spcPts val="0"/>
              </a:spcAft>
              <a:buFont typeface="Wingdings" panose="05000000000000000000" pitchFamily="2" charset="2"/>
              <a:buChar char="ü"/>
            </a:pPr>
            <a:r>
              <a:rPr lang="fr-FR" b="1" dirty="0">
                <a:solidFill>
                  <a:schemeClr val="tx1"/>
                </a:solidFill>
                <a:latin typeface="Times New Roman" panose="02020603050405020304" pitchFamily="18" charset="0"/>
                <a:cs typeface="Times New Roman" panose="02020603050405020304" pitchFamily="18" charset="0"/>
              </a:rPr>
              <a:t>Un patient peut prendre un ou plusieurs rendez vous</a:t>
            </a:r>
          </a:p>
          <a:p>
            <a:pPr marL="285750" lvl="0" indent="-285750" algn="l" rtl="0">
              <a:spcBef>
                <a:spcPts val="0"/>
              </a:spcBef>
              <a:spcAft>
                <a:spcPts val="0"/>
              </a:spcAft>
              <a:buFont typeface="Wingdings" panose="05000000000000000000" pitchFamily="2" charset="2"/>
              <a:buChar char="ü"/>
            </a:pPr>
            <a:r>
              <a:rPr lang="fr-FR" b="1" dirty="0">
                <a:solidFill>
                  <a:schemeClr val="tx1"/>
                </a:solidFill>
                <a:latin typeface="Times New Roman" panose="02020603050405020304" pitchFamily="18" charset="0"/>
                <a:cs typeface="Times New Roman" panose="02020603050405020304" pitchFamily="18" charset="0"/>
              </a:rPr>
              <a:t>Un rendez-vous peut </a:t>
            </a:r>
            <a:r>
              <a:rPr lang="fr-FR" b="1" dirty="0" err="1">
                <a:solidFill>
                  <a:schemeClr val="tx1"/>
                </a:solidFill>
                <a:latin typeface="Times New Roman" panose="02020603050405020304" pitchFamily="18" charset="0"/>
                <a:cs typeface="Times New Roman" panose="02020603050405020304" pitchFamily="18" charset="0"/>
              </a:rPr>
              <a:t>etre</a:t>
            </a:r>
            <a:r>
              <a:rPr lang="fr-FR" b="1" dirty="0">
                <a:solidFill>
                  <a:schemeClr val="tx1"/>
                </a:solidFill>
                <a:latin typeface="Times New Roman" panose="02020603050405020304" pitchFamily="18" charset="0"/>
                <a:cs typeface="Times New Roman" panose="02020603050405020304" pitchFamily="18" charset="0"/>
              </a:rPr>
              <a:t> annulé ou pas (Etat)</a:t>
            </a:r>
          </a:p>
          <a:p>
            <a:pPr marL="285750" lvl="0" indent="-285750" algn="l" rtl="0">
              <a:spcBef>
                <a:spcPts val="0"/>
              </a:spcBef>
              <a:spcAft>
                <a:spcPts val="0"/>
              </a:spcAft>
              <a:buFont typeface="Wingdings" panose="05000000000000000000" pitchFamily="2" charset="2"/>
              <a:buChar char="ü"/>
            </a:pPr>
            <a:r>
              <a:rPr lang="fr-FR" b="1" dirty="0">
                <a:solidFill>
                  <a:schemeClr val="tx1"/>
                </a:solidFill>
                <a:latin typeface="Times New Roman" panose="02020603050405020304" pitchFamily="18" charset="0"/>
                <a:cs typeface="Times New Roman" panose="02020603050405020304" pitchFamily="18" charset="0"/>
              </a:rPr>
              <a:t>Un patient peut avoir un parcours de sois ou pas </a:t>
            </a:r>
          </a:p>
          <a:p>
            <a:pPr marL="285750" lvl="0" indent="-285750" algn="l" rtl="0">
              <a:spcBef>
                <a:spcPts val="0"/>
              </a:spcBef>
              <a:spcAft>
                <a:spcPts val="0"/>
              </a:spcAft>
              <a:buFont typeface="Wingdings" panose="05000000000000000000" pitchFamily="2" charset="2"/>
              <a:buChar char="ü"/>
            </a:pPr>
            <a:r>
              <a:rPr lang="fr-FR" b="1" dirty="0">
                <a:solidFill>
                  <a:schemeClr val="tx1"/>
                </a:solidFill>
                <a:latin typeface="Times New Roman" panose="02020603050405020304" pitchFamily="18" charset="0"/>
                <a:cs typeface="Times New Roman" panose="02020603050405020304" pitchFamily="18" charset="0"/>
              </a:rPr>
              <a:t>Le Médecin peut recommander un parcours de sois ou pas</a:t>
            </a:r>
          </a:p>
          <a:p>
            <a:pPr marL="285750" lvl="0" indent="-285750" algn="l" rtl="0">
              <a:spcBef>
                <a:spcPts val="0"/>
              </a:spcBef>
              <a:spcAft>
                <a:spcPts val="0"/>
              </a:spcAft>
              <a:buFont typeface="Wingdings" panose="05000000000000000000" pitchFamily="2" charset="2"/>
              <a:buChar char="ü"/>
            </a:pPr>
            <a:r>
              <a:rPr lang="fr-FR" b="1" dirty="0">
                <a:solidFill>
                  <a:schemeClr val="tx1"/>
                </a:solidFill>
                <a:latin typeface="Times New Roman" panose="02020603050405020304" pitchFamily="18" charset="0"/>
                <a:cs typeface="Times New Roman" panose="02020603050405020304" pitchFamily="18" charset="0"/>
              </a:rPr>
              <a:t>Un Médecin peut donner une ordonnance ou pas </a:t>
            </a:r>
            <a:endParaRPr b="1" dirty="0">
              <a:solidFill>
                <a:schemeClr val="tx1"/>
              </a:solidFill>
              <a:latin typeface="Times New Roman" panose="02020603050405020304" pitchFamily="18" charset="0"/>
              <a:cs typeface="Times New Roman" panose="02020603050405020304" pitchFamily="18" charset="0"/>
            </a:endParaRPr>
          </a:p>
        </p:txBody>
      </p:sp>
      <p:sp>
        <p:nvSpPr>
          <p:cNvPr id="1849" name="Google Shape;1849;p41"/>
          <p:cNvSpPr txBox="1">
            <a:spLocks noGrp="1"/>
          </p:cNvSpPr>
          <p:nvPr>
            <p:ph type="title"/>
          </p:nvPr>
        </p:nvSpPr>
        <p:spPr>
          <a:xfrm>
            <a:off x="1171554" y="3865294"/>
            <a:ext cx="2500800" cy="584734"/>
          </a:xfrm>
          <a:prstGeom prst="rect">
            <a:avLst/>
          </a:prstGeom>
        </p:spPr>
        <p:txBody>
          <a:bodyPr spcFirstLastPara="1" wrap="square" lIns="91425" tIns="91425" rIns="91425" bIns="91425" anchor="b" anchorCtr="0">
            <a:noAutofit/>
          </a:bodyPr>
          <a:lstStyle/>
          <a:p>
            <a:pPr lvl="0" algn="l" rtl="0">
              <a:spcBef>
                <a:spcPts val="0"/>
              </a:spcBef>
              <a:spcAft>
                <a:spcPts val="0"/>
              </a:spcAft>
            </a:pPr>
            <a:endParaRPr sz="1400" dirty="0">
              <a:solidFill>
                <a:schemeClr val="tx1"/>
              </a:solidFill>
            </a:endParaRPr>
          </a:p>
        </p:txBody>
      </p:sp>
      <p:sp>
        <p:nvSpPr>
          <p:cNvPr id="1850" name="Google Shape;1850;p41"/>
          <p:cNvSpPr txBox="1">
            <a:spLocks noGrp="1"/>
          </p:cNvSpPr>
          <p:nvPr>
            <p:ph type="title" idx="3"/>
          </p:nvPr>
        </p:nvSpPr>
        <p:spPr>
          <a:xfrm>
            <a:off x="2518634" y="645342"/>
            <a:ext cx="3821906" cy="58473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fr-FR" sz="2800" dirty="0"/>
              <a:t>Description des relations</a:t>
            </a:r>
            <a:endParaRPr sz="2800" dirty="0"/>
          </a:p>
        </p:txBody>
      </p:sp>
      <p:sp>
        <p:nvSpPr>
          <p:cNvPr id="1851" name="Google Shape;1851;p41"/>
          <p:cNvSpPr/>
          <p:nvPr/>
        </p:nvSpPr>
        <p:spPr>
          <a:xfrm rot="10800000" flipH="1">
            <a:off x="995975" y="4247317"/>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41"/>
          <p:cNvSpPr/>
          <p:nvPr/>
        </p:nvSpPr>
        <p:spPr>
          <a:xfrm rot="10800000" flipH="1">
            <a:off x="8235575" y="595242"/>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41"/>
          <p:cNvSpPr/>
          <p:nvPr/>
        </p:nvSpPr>
        <p:spPr>
          <a:xfrm>
            <a:off x="7763000" y="104138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41"/>
          <p:cNvSpPr/>
          <p:nvPr/>
        </p:nvSpPr>
        <p:spPr>
          <a:xfrm>
            <a:off x="8235563" y="1769613"/>
            <a:ext cx="100200" cy="100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41"/>
          <p:cNvSpPr/>
          <p:nvPr/>
        </p:nvSpPr>
        <p:spPr>
          <a:xfrm>
            <a:off x="662351" y="192882"/>
            <a:ext cx="248949" cy="228216"/>
          </a:xfrm>
          <a:custGeom>
            <a:avLst/>
            <a:gdLst/>
            <a:ahLst/>
            <a:cxnLst/>
            <a:rect l="l" t="t" r="r" b="b"/>
            <a:pathLst>
              <a:path w="8069" h="8069" extrusionOk="0">
                <a:moveTo>
                  <a:pt x="4036" y="1"/>
                </a:moveTo>
                <a:cubicBezTo>
                  <a:pt x="3221" y="1"/>
                  <a:pt x="2560" y="662"/>
                  <a:pt x="2560" y="1480"/>
                </a:cubicBezTo>
                <a:lnTo>
                  <a:pt x="2560" y="2557"/>
                </a:lnTo>
                <a:lnTo>
                  <a:pt x="1480" y="2557"/>
                </a:lnTo>
                <a:cubicBezTo>
                  <a:pt x="662" y="2557"/>
                  <a:pt x="1" y="3218"/>
                  <a:pt x="1" y="4036"/>
                </a:cubicBezTo>
                <a:cubicBezTo>
                  <a:pt x="1" y="4851"/>
                  <a:pt x="662" y="5512"/>
                  <a:pt x="1480" y="5512"/>
                </a:cubicBezTo>
                <a:lnTo>
                  <a:pt x="2557" y="5512"/>
                </a:lnTo>
                <a:lnTo>
                  <a:pt x="2557" y="6589"/>
                </a:lnTo>
                <a:cubicBezTo>
                  <a:pt x="2557" y="7407"/>
                  <a:pt x="3218" y="8068"/>
                  <a:pt x="4033" y="8068"/>
                </a:cubicBezTo>
                <a:cubicBezTo>
                  <a:pt x="4851" y="8068"/>
                  <a:pt x="5512" y="7407"/>
                  <a:pt x="5512" y="6589"/>
                </a:cubicBezTo>
                <a:lnTo>
                  <a:pt x="5512" y="5512"/>
                </a:lnTo>
                <a:lnTo>
                  <a:pt x="6592" y="5512"/>
                </a:lnTo>
                <a:cubicBezTo>
                  <a:pt x="7407" y="5509"/>
                  <a:pt x="8068" y="4848"/>
                  <a:pt x="8068" y="4033"/>
                </a:cubicBezTo>
                <a:cubicBezTo>
                  <a:pt x="8068" y="3218"/>
                  <a:pt x="7407" y="2557"/>
                  <a:pt x="6592" y="2557"/>
                </a:cubicBezTo>
                <a:lnTo>
                  <a:pt x="5512" y="2557"/>
                </a:lnTo>
                <a:lnTo>
                  <a:pt x="5512" y="1480"/>
                </a:lnTo>
                <a:cubicBezTo>
                  <a:pt x="5512" y="662"/>
                  <a:pt x="4851" y="1"/>
                  <a:pt x="4036" y="1"/>
                </a:cubicBezTo>
                <a:close/>
              </a:path>
            </a:pathLst>
          </a:cu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8" name="Google Shape;1858;p41"/>
          <p:cNvSpPr/>
          <p:nvPr/>
        </p:nvSpPr>
        <p:spPr>
          <a:xfrm>
            <a:off x="8235575" y="320228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41"/>
          <p:cNvSpPr/>
          <p:nvPr/>
        </p:nvSpPr>
        <p:spPr>
          <a:xfrm>
            <a:off x="995975" y="1141588"/>
            <a:ext cx="100200" cy="1002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662;p39"/>
          <p:cNvSpPr/>
          <p:nvPr/>
        </p:nvSpPr>
        <p:spPr>
          <a:xfrm>
            <a:off x="7875960" y="17217"/>
            <a:ext cx="1220700" cy="12207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6000" b="1" dirty="0">
                <a:solidFill>
                  <a:srgbClr val="3362CC"/>
                </a:solidFill>
                <a:latin typeface="Work Sans"/>
                <a:sym typeface="Work Sans"/>
              </a:rPr>
              <a:t>3</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850"/>
                                        </p:tgtEl>
                                        <p:attrNameLst>
                                          <p:attrName>style.visibility</p:attrName>
                                        </p:attrNameLst>
                                      </p:cBhvr>
                                      <p:to>
                                        <p:strVal val="visible"/>
                                      </p:to>
                                    </p:set>
                                    <p:animEffect transition="in" filter="barn(inVertical)">
                                      <p:cBhvr>
                                        <p:cTn id="7" dur="500"/>
                                        <p:tgtEl>
                                          <p:spTgt spid="1850"/>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barn(inVertical)">
                                      <p:cBhvr>
                                        <p:cTn id="11" dur="500"/>
                                        <p:tgtEl>
                                          <p:spTgt spid="22"/>
                                        </p:tgtEl>
                                      </p:cBhvr>
                                    </p:animEffect>
                                  </p:childTnLst>
                                </p:cTn>
                              </p:par>
                              <p:par>
                                <p:cTn id="12" presetID="53" presetClass="entr" presetSubtype="16" fill="hold" grpId="0" nodeType="withEffect">
                                  <p:stCondLst>
                                    <p:cond delay="0"/>
                                  </p:stCondLst>
                                  <p:childTnLst>
                                    <p:set>
                                      <p:cBhvr>
                                        <p:cTn id="13" dur="1" fill="hold">
                                          <p:stCondLst>
                                            <p:cond delay="0"/>
                                          </p:stCondLst>
                                        </p:cTn>
                                        <p:tgtEl>
                                          <p:spTgt spid="1842">
                                            <p:txEl>
                                              <p:pRg st="0" end="0"/>
                                            </p:txEl>
                                          </p:spTgt>
                                        </p:tgtEl>
                                        <p:attrNameLst>
                                          <p:attrName>style.visibility</p:attrName>
                                        </p:attrNameLst>
                                      </p:cBhvr>
                                      <p:to>
                                        <p:strVal val="visible"/>
                                      </p:to>
                                    </p:set>
                                    <p:anim calcmode="lin" valueType="num">
                                      <p:cBhvr>
                                        <p:cTn id="14" dur="500" fill="hold"/>
                                        <p:tgtEl>
                                          <p:spTgt spid="1842">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842">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842">
                                            <p:txEl>
                                              <p:pRg st="0" end="0"/>
                                            </p:txEl>
                                          </p:spTgt>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842">
                                            <p:txEl>
                                              <p:pRg st="1" end="1"/>
                                            </p:txEl>
                                          </p:spTgt>
                                        </p:tgtEl>
                                        <p:attrNameLst>
                                          <p:attrName>style.visibility</p:attrName>
                                        </p:attrNameLst>
                                      </p:cBhvr>
                                      <p:to>
                                        <p:strVal val="visible"/>
                                      </p:to>
                                    </p:set>
                                    <p:anim calcmode="lin" valueType="num">
                                      <p:cBhvr>
                                        <p:cTn id="19" dur="500" fill="hold"/>
                                        <p:tgtEl>
                                          <p:spTgt spid="1842">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1842">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1842">
                                            <p:txEl>
                                              <p:pRg st="1" end="1"/>
                                            </p:txEl>
                                          </p:spTgt>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842">
                                            <p:txEl>
                                              <p:pRg st="2" end="2"/>
                                            </p:txEl>
                                          </p:spTgt>
                                        </p:tgtEl>
                                        <p:attrNameLst>
                                          <p:attrName>style.visibility</p:attrName>
                                        </p:attrNameLst>
                                      </p:cBhvr>
                                      <p:to>
                                        <p:strVal val="visible"/>
                                      </p:to>
                                    </p:set>
                                    <p:anim calcmode="lin" valueType="num">
                                      <p:cBhvr>
                                        <p:cTn id="24" dur="500" fill="hold"/>
                                        <p:tgtEl>
                                          <p:spTgt spid="1842">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1842">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1842">
                                            <p:txEl>
                                              <p:pRg st="2" end="2"/>
                                            </p:txEl>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842">
                                            <p:txEl>
                                              <p:pRg st="3" end="3"/>
                                            </p:txEl>
                                          </p:spTgt>
                                        </p:tgtEl>
                                        <p:attrNameLst>
                                          <p:attrName>style.visibility</p:attrName>
                                        </p:attrNameLst>
                                      </p:cBhvr>
                                      <p:to>
                                        <p:strVal val="visible"/>
                                      </p:to>
                                    </p:set>
                                    <p:anim calcmode="lin" valueType="num">
                                      <p:cBhvr>
                                        <p:cTn id="29" dur="500" fill="hold"/>
                                        <p:tgtEl>
                                          <p:spTgt spid="1842">
                                            <p:txEl>
                                              <p:pRg st="3" end="3"/>
                                            </p:txEl>
                                          </p:spTgt>
                                        </p:tgtEl>
                                        <p:attrNameLst>
                                          <p:attrName>ppt_w</p:attrName>
                                        </p:attrNameLst>
                                      </p:cBhvr>
                                      <p:tavLst>
                                        <p:tav tm="0">
                                          <p:val>
                                            <p:fltVal val="0"/>
                                          </p:val>
                                        </p:tav>
                                        <p:tav tm="100000">
                                          <p:val>
                                            <p:strVal val="#ppt_w"/>
                                          </p:val>
                                        </p:tav>
                                      </p:tavLst>
                                    </p:anim>
                                    <p:anim calcmode="lin" valueType="num">
                                      <p:cBhvr>
                                        <p:cTn id="30" dur="500" fill="hold"/>
                                        <p:tgtEl>
                                          <p:spTgt spid="1842">
                                            <p:txEl>
                                              <p:pRg st="3" end="3"/>
                                            </p:txEl>
                                          </p:spTgt>
                                        </p:tgtEl>
                                        <p:attrNameLst>
                                          <p:attrName>ppt_h</p:attrName>
                                        </p:attrNameLst>
                                      </p:cBhvr>
                                      <p:tavLst>
                                        <p:tav tm="0">
                                          <p:val>
                                            <p:fltVal val="0"/>
                                          </p:val>
                                        </p:tav>
                                        <p:tav tm="100000">
                                          <p:val>
                                            <p:strVal val="#ppt_h"/>
                                          </p:val>
                                        </p:tav>
                                      </p:tavLst>
                                    </p:anim>
                                    <p:animEffect transition="in" filter="fade">
                                      <p:cBhvr>
                                        <p:cTn id="31" dur="500"/>
                                        <p:tgtEl>
                                          <p:spTgt spid="1842">
                                            <p:txEl>
                                              <p:pRg st="3" end="3"/>
                                            </p:txEl>
                                          </p:spTgt>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842">
                                            <p:txEl>
                                              <p:pRg st="4" end="4"/>
                                            </p:txEl>
                                          </p:spTgt>
                                        </p:tgtEl>
                                        <p:attrNameLst>
                                          <p:attrName>style.visibility</p:attrName>
                                        </p:attrNameLst>
                                      </p:cBhvr>
                                      <p:to>
                                        <p:strVal val="visible"/>
                                      </p:to>
                                    </p:set>
                                    <p:anim calcmode="lin" valueType="num">
                                      <p:cBhvr>
                                        <p:cTn id="34" dur="500" fill="hold"/>
                                        <p:tgtEl>
                                          <p:spTgt spid="1842">
                                            <p:txEl>
                                              <p:pRg st="4" end="4"/>
                                            </p:txEl>
                                          </p:spTgt>
                                        </p:tgtEl>
                                        <p:attrNameLst>
                                          <p:attrName>ppt_w</p:attrName>
                                        </p:attrNameLst>
                                      </p:cBhvr>
                                      <p:tavLst>
                                        <p:tav tm="0">
                                          <p:val>
                                            <p:fltVal val="0"/>
                                          </p:val>
                                        </p:tav>
                                        <p:tav tm="100000">
                                          <p:val>
                                            <p:strVal val="#ppt_w"/>
                                          </p:val>
                                        </p:tav>
                                      </p:tavLst>
                                    </p:anim>
                                    <p:anim calcmode="lin" valueType="num">
                                      <p:cBhvr>
                                        <p:cTn id="35" dur="500" fill="hold"/>
                                        <p:tgtEl>
                                          <p:spTgt spid="1842">
                                            <p:txEl>
                                              <p:pRg st="4" end="4"/>
                                            </p:txEl>
                                          </p:spTgt>
                                        </p:tgtEl>
                                        <p:attrNameLst>
                                          <p:attrName>ppt_h</p:attrName>
                                        </p:attrNameLst>
                                      </p:cBhvr>
                                      <p:tavLst>
                                        <p:tav tm="0">
                                          <p:val>
                                            <p:fltVal val="0"/>
                                          </p:val>
                                        </p:tav>
                                        <p:tav tm="100000">
                                          <p:val>
                                            <p:strVal val="#ppt_h"/>
                                          </p:val>
                                        </p:tav>
                                      </p:tavLst>
                                    </p:anim>
                                    <p:animEffect transition="in" filter="fade">
                                      <p:cBhvr>
                                        <p:cTn id="36" dur="500"/>
                                        <p:tgtEl>
                                          <p:spTgt spid="1842">
                                            <p:txEl>
                                              <p:pRg st="4" end="4"/>
                                            </p:txEl>
                                          </p:spTgt>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842">
                                            <p:txEl>
                                              <p:pRg st="5" end="5"/>
                                            </p:txEl>
                                          </p:spTgt>
                                        </p:tgtEl>
                                        <p:attrNameLst>
                                          <p:attrName>style.visibility</p:attrName>
                                        </p:attrNameLst>
                                      </p:cBhvr>
                                      <p:to>
                                        <p:strVal val="visible"/>
                                      </p:to>
                                    </p:set>
                                    <p:anim calcmode="lin" valueType="num">
                                      <p:cBhvr>
                                        <p:cTn id="39" dur="500" fill="hold"/>
                                        <p:tgtEl>
                                          <p:spTgt spid="1842">
                                            <p:txEl>
                                              <p:pRg st="5" end="5"/>
                                            </p:txEl>
                                          </p:spTgt>
                                        </p:tgtEl>
                                        <p:attrNameLst>
                                          <p:attrName>ppt_w</p:attrName>
                                        </p:attrNameLst>
                                      </p:cBhvr>
                                      <p:tavLst>
                                        <p:tav tm="0">
                                          <p:val>
                                            <p:fltVal val="0"/>
                                          </p:val>
                                        </p:tav>
                                        <p:tav tm="100000">
                                          <p:val>
                                            <p:strVal val="#ppt_w"/>
                                          </p:val>
                                        </p:tav>
                                      </p:tavLst>
                                    </p:anim>
                                    <p:anim calcmode="lin" valueType="num">
                                      <p:cBhvr>
                                        <p:cTn id="40" dur="500" fill="hold"/>
                                        <p:tgtEl>
                                          <p:spTgt spid="1842">
                                            <p:txEl>
                                              <p:pRg st="5" end="5"/>
                                            </p:txEl>
                                          </p:spTgt>
                                        </p:tgtEl>
                                        <p:attrNameLst>
                                          <p:attrName>ppt_h</p:attrName>
                                        </p:attrNameLst>
                                      </p:cBhvr>
                                      <p:tavLst>
                                        <p:tav tm="0">
                                          <p:val>
                                            <p:fltVal val="0"/>
                                          </p:val>
                                        </p:tav>
                                        <p:tav tm="100000">
                                          <p:val>
                                            <p:strVal val="#ppt_h"/>
                                          </p:val>
                                        </p:tav>
                                      </p:tavLst>
                                    </p:anim>
                                    <p:animEffect transition="in" filter="fade">
                                      <p:cBhvr>
                                        <p:cTn id="41" dur="500"/>
                                        <p:tgtEl>
                                          <p:spTgt spid="1842">
                                            <p:txEl>
                                              <p:pRg st="5" end="5"/>
                                            </p:txEl>
                                          </p:spTgt>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842">
                                            <p:txEl>
                                              <p:pRg st="6" end="6"/>
                                            </p:txEl>
                                          </p:spTgt>
                                        </p:tgtEl>
                                        <p:attrNameLst>
                                          <p:attrName>style.visibility</p:attrName>
                                        </p:attrNameLst>
                                      </p:cBhvr>
                                      <p:to>
                                        <p:strVal val="visible"/>
                                      </p:to>
                                    </p:set>
                                    <p:anim calcmode="lin" valueType="num">
                                      <p:cBhvr>
                                        <p:cTn id="44" dur="500" fill="hold"/>
                                        <p:tgtEl>
                                          <p:spTgt spid="1842">
                                            <p:txEl>
                                              <p:pRg st="6" end="6"/>
                                            </p:txEl>
                                          </p:spTgt>
                                        </p:tgtEl>
                                        <p:attrNameLst>
                                          <p:attrName>ppt_w</p:attrName>
                                        </p:attrNameLst>
                                      </p:cBhvr>
                                      <p:tavLst>
                                        <p:tav tm="0">
                                          <p:val>
                                            <p:fltVal val="0"/>
                                          </p:val>
                                        </p:tav>
                                        <p:tav tm="100000">
                                          <p:val>
                                            <p:strVal val="#ppt_w"/>
                                          </p:val>
                                        </p:tav>
                                      </p:tavLst>
                                    </p:anim>
                                    <p:anim calcmode="lin" valueType="num">
                                      <p:cBhvr>
                                        <p:cTn id="45" dur="500" fill="hold"/>
                                        <p:tgtEl>
                                          <p:spTgt spid="1842">
                                            <p:txEl>
                                              <p:pRg st="6" end="6"/>
                                            </p:txEl>
                                          </p:spTgt>
                                        </p:tgtEl>
                                        <p:attrNameLst>
                                          <p:attrName>ppt_h</p:attrName>
                                        </p:attrNameLst>
                                      </p:cBhvr>
                                      <p:tavLst>
                                        <p:tav tm="0">
                                          <p:val>
                                            <p:fltVal val="0"/>
                                          </p:val>
                                        </p:tav>
                                        <p:tav tm="100000">
                                          <p:val>
                                            <p:strVal val="#ppt_h"/>
                                          </p:val>
                                        </p:tav>
                                      </p:tavLst>
                                    </p:anim>
                                    <p:animEffect transition="in" filter="fade">
                                      <p:cBhvr>
                                        <p:cTn id="46" dur="500"/>
                                        <p:tgtEl>
                                          <p:spTgt spid="184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2" grpId="0" build="p"/>
      <p:bldP spid="1850" grpId="0"/>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774"/>
        <p:cNvGrpSpPr/>
        <p:nvPr/>
      </p:nvGrpSpPr>
      <p:grpSpPr>
        <a:xfrm>
          <a:off x="0" y="0"/>
          <a:ext cx="0" cy="0"/>
          <a:chOff x="0" y="0"/>
          <a:chExt cx="0" cy="0"/>
        </a:xfrm>
      </p:grpSpPr>
      <p:sp>
        <p:nvSpPr>
          <p:cNvPr id="1775" name="Google Shape;1775;p40"/>
          <p:cNvSpPr txBox="1">
            <a:spLocks noGrp="1"/>
          </p:cNvSpPr>
          <p:nvPr>
            <p:ph type="title"/>
          </p:nvPr>
        </p:nvSpPr>
        <p:spPr>
          <a:xfrm>
            <a:off x="0" y="50006"/>
            <a:ext cx="9144000" cy="509349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dirty="0"/>
          </a:p>
        </p:txBody>
      </p:sp>
      <p:sp>
        <p:nvSpPr>
          <p:cNvPr id="1776" name="Google Shape;1776;p40"/>
          <p:cNvSpPr txBox="1">
            <a:spLocks noGrp="1"/>
          </p:cNvSpPr>
          <p:nvPr>
            <p:ph type="subTitle" idx="1"/>
          </p:nvPr>
        </p:nvSpPr>
        <p:spPr>
          <a:xfrm>
            <a:off x="965050" y="1809900"/>
            <a:ext cx="3722100" cy="230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5" name="Rectangle 64"/>
          <p:cNvSpPr/>
          <p:nvPr/>
        </p:nvSpPr>
        <p:spPr>
          <a:xfrm>
            <a:off x="785818" y="1109628"/>
            <a:ext cx="1225030" cy="14771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b="1" dirty="0" err="1">
                <a:solidFill>
                  <a:schemeClr val="bg2">
                    <a:lumMod val="50000"/>
                  </a:schemeClr>
                </a:solidFill>
              </a:rPr>
              <a:t>Medecin</a:t>
            </a:r>
            <a:endParaRPr lang="fr-FR" b="1" dirty="0">
              <a:solidFill>
                <a:schemeClr val="bg2">
                  <a:lumMod val="50000"/>
                </a:schemeClr>
              </a:solidFill>
            </a:endParaRPr>
          </a:p>
          <a:p>
            <a:pPr algn="ctr"/>
            <a:endParaRPr lang="fr-FR" b="1" u="sng" dirty="0">
              <a:solidFill>
                <a:schemeClr val="bg2"/>
              </a:solidFill>
            </a:endParaRPr>
          </a:p>
          <a:p>
            <a:pPr marL="171450" indent="-171450">
              <a:buFont typeface="Wingdings" panose="05000000000000000000" pitchFamily="2" charset="2"/>
              <a:buChar char="§"/>
            </a:pPr>
            <a:r>
              <a:rPr lang="fr-FR" sz="1050" b="1" dirty="0">
                <a:solidFill>
                  <a:schemeClr val="bg2"/>
                </a:solidFill>
              </a:rPr>
              <a:t>nom </a:t>
            </a:r>
            <a:r>
              <a:rPr lang="fr-FR" sz="1050" b="1" dirty="0" err="1">
                <a:solidFill>
                  <a:schemeClr val="bg2"/>
                </a:solidFill>
              </a:rPr>
              <a:t>medecin</a:t>
            </a:r>
            <a:endParaRPr lang="fr-FR" sz="1050" b="1" dirty="0">
              <a:solidFill>
                <a:schemeClr val="bg2"/>
              </a:solidFill>
            </a:endParaRPr>
          </a:p>
          <a:p>
            <a:pPr marL="171450" indent="-171450">
              <a:buFont typeface="Wingdings" panose="05000000000000000000" pitchFamily="2" charset="2"/>
              <a:buChar char="§"/>
            </a:pPr>
            <a:r>
              <a:rPr lang="fr-FR" sz="1050" b="1" dirty="0">
                <a:solidFill>
                  <a:schemeClr val="bg2"/>
                </a:solidFill>
              </a:rPr>
              <a:t>#id </a:t>
            </a:r>
            <a:r>
              <a:rPr lang="fr-FR" sz="1050" b="1" dirty="0" err="1">
                <a:solidFill>
                  <a:schemeClr val="bg2"/>
                </a:solidFill>
              </a:rPr>
              <a:t>medecin</a:t>
            </a:r>
            <a:endParaRPr lang="fr-FR" sz="1050" b="1" dirty="0">
              <a:solidFill>
                <a:schemeClr val="bg2"/>
              </a:solidFill>
            </a:endParaRPr>
          </a:p>
          <a:p>
            <a:pPr marL="171450" indent="-171450">
              <a:buFont typeface="Wingdings" panose="05000000000000000000" pitchFamily="2" charset="2"/>
              <a:buChar char="§"/>
            </a:pPr>
            <a:r>
              <a:rPr lang="fr-FR" sz="1050" b="1" dirty="0">
                <a:solidFill>
                  <a:schemeClr val="bg2"/>
                </a:solidFill>
              </a:rPr>
              <a:t>spécialité</a:t>
            </a:r>
          </a:p>
          <a:p>
            <a:pPr marL="171450" indent="-171450">
              <a:buFont typeface="Wingdings" panose="05000000000000000000" pitchFamily="2" charset="2"/>
              <a:buChar char="§"/>
            </a:pPr>
            <a:endParaRPr lang="fr-FR" sz="1050" b="1" dirty="0">
              <a:solidFill>
                <a:schemeClr val="bg2"/>
              </a:solidFill>
            </a:endParaRPr>
          </a:p>
        </p:txBody>
      </p:sp>
      <p:sp>
        <p:nvSpPr>
          <p:cNvPr id="80" name="Rectangle 79"/>
          <p:cNvSpPr/>
          <p:nvPr/>
        </p:nvSpPr>
        <p:spPr>
          <a:xfrm>
            <a:off x="3419404" y="320477"/>
            <a:ext cx="1191432" cy="109398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b="1" dirty="0">
                <a:solidFill>
                  <a:schemeClr val="bg2"/>
                </a:solidFill>
              </a:rPr>
              <a:t>Parcours de soin</a:t>
            </a:r>
          </a:p>
        </p:txBody>
      </p:sp>
      <p:sp>
        <p:nvSpPr>
          <p:cNvPr id="119" name="Rectangle 118"/>
          <p:cNvSpPr/>
          <p:nvPr/>
        </p:nvSpPr>
        <p:spPr>
          <a:xfrm>
            <a:off x="694850" y="3175349"/>
            <a:ext cx="1191432" cy="173364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b="1" dirty="0" err="1">
                <a:solidFill>
                  <a:schemeClr val="bg2">
                    <a:lumMod val="50000"/>
                  </a:schemeClr>
                </a:solidFill>
              </a:rPr>
              <a:t>Ordonnace</a:t>
            </a:r>
            <a:endParaRPr lang="fr-FR" b="1" dirty="0">
              <a:solidFill>
                <a:schemeClr val="bg2">
                  <a:lumMod val="50000"/>
                </a:schemeClr>
              </a:solidFill>
            </a:endParaRPr>
          </a:p>
          <a:p>
            <a:pPr algn="ctr"/>
            <a:endParaRPr lang="fr-FR" b="1" dirty="0">
              <a:solidFill>
                <a:schemeClr val="bg2">
                  <a:lumMod val="50000"/>
                </a:schemeClr>
              </a:solidFill>
            </a:endParaRPr>
          </a:p>
          <a:p>
            <a:pPr algn="ctr"/>
            <a:endParaRPr lang="fr-FR" b="1" dirty="0">
              <a:solidFill>
                <a:schemeClr val="bg2">
                  <a:lumMod val="50000"/>
                </a:schemeClr>
              </a:solidFill>
            </a:endParaRPr>
          </a:p>
          <a:p>
            <a:pPr marL="171450" indent="-171450">
              <a:buFont typeface="Arial" panose="020B0604020202020204" pitchFamily="34" charset="0"/>
              <a:buChar char="•"/>
            </a:pPr>
            <a:r>
              <a:rPr lang="fr-FR" sz="1000" b="1" dirty="0">
                <a:solidFill>
                  <a:schemeClr val="bg2">
                    <a:lumMod val="50000"/>
                  </a:schemeClr>
                </a:solidFill>
              </a:rPr>
              <a:t>Type </a:t>
            </a:r>
            <a:r>
              <a:rPr lang="fr-FR" sz="1000" b="1" dirty="0" err="1">
                <a:solidFill>
                  <a:schemeClr val="bg2">
                    <a:lumMod val="50000"/>
                  </a:schemeClr>
                </a:solidFill>
              </a:rPr>
              <a:t>medicament</a:t>
            </a:r>
            <a:endParaRPr lang="fr-FR" sz="1000" b="1" dirty="0">
              <a:solidFill>
                <a:schemeClr val="bg2">
                  <a:lumMod val="50000"/>
                </a:schemeClr>
              </a:solidFill>
            </a:endParaRPr>
          </a:p>
          <a:p>
            <a:pPr algn="ctr"/>
            <a:endParaRPr lang="fr-FR" b="1" dirty="0">
              <a:solidFill>
                <a:schemeClr val="bg2">
                  <a:lumMod val="50000"/>
                </a:schemeClr>
              </a:solidFill>
            </a:endParaRPr>
          </a:p>
          <a:p>
            <a:pPr algn="ctr"/>
            <a:endParaRPr lang="fr-FR" b="1" dirty="0">
              <a:solidFill>
                <a:schemeClr val="bg2">
                  <a:lumMod val="50000"/>
                </a:schemeClr>
              </a:solidFill>
            </a:endParaRPr>
          </a:p>
        </p:txBody>
      </p:sp>
      <p:sp>
        <p:nvSpPr>
          <p:cNvPr id="120" name="Rectangle 119"/>
          <p:cNvSpPr/>
          <p:nvPr/>
        </p:nvSpPr>
        <p:spPr>
          <a:xfrm>
            <a:off x="6584085" y="3290350"/>
            <a:ext cx="1191432" cy="173364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b="1" dirty="0">
              <a:solidFill>
                <a:schemeClr val="bg2"/>
              </a:solidFill>
            </a:endParaRPr>
          </a:p>
          <a:p>
            <a:pPr algn="ctr"/>
            <a:r>
              <a:rPr lang="fr-FR" b="1" dirty="0">
                <a:solidFill>
                  <a:schemeClr val="bg2"/>
                </a:solidFill>
              </a:rPr>
              <a:t>Rendez-vous</a:t>
            </a:r>
          </a:p>
          <a:p>
            <a:pPr algn="ctr"/>
            <a:endParaRPr lang="fr-FR" b="1" u="sng" dirty="0">
              <a:solidFill>
                <a:schemeClr val="bg2"/>
              </a:solidFill>
            </a:endParaRPr>
          </a:p>
          <a:p>
            <a:pPr algn="ctr"/>
            <a:endParaRPr lang="fr-FR" b="1" u="sng" dirty="0">
              <a:solidFill>
                <a:schemeClr val="bg2"/>
              </a:solidFill>
            </a:endParaRPr>
          </a:p>
          <a:p>
            <a:pPr marL="171450" indent="-171450">
              <a:buFont typeface="Arial" panose="020B0604020202020204" pitchFamily="34" charset="0"/>
              <a:buChar char="•"/>
            </a:pPr>
            <a:r>
              <a:rPr lang="fr-FR" sz="1000" b="1" dirty="0">
                <a:solidFill>
                  <a:schemeClr val="bg2"/>
                </a:solidFill>
              </a:rPr>
              <a:t>La date de rendez-vous</a:t>
            </a:r>
          </a:p>
          <a:p>
            <a:pPr marL="171450" indent="-171450">
              <a:buFont typeface="Arial" panose="020B0604020202020204" pitchFamily="34" charset="0"/>
              <a:buChar char="•"/>
            </a:pPr>
            <a:r>
              <a:rPr lang="fr-FR" sz="1000" b="1" dirty="0">
                <a:solidFill>
                  <a:schemeClr val="bg2"/>
                </a:solidFill>
              </a:rPr>
              <a:t>L’heure</a:t>
            </a:r>
          </a:p>
          <a:p>
            <a:pPr algn="ctr"/>
            <a:endParaRPr lang="fr-FR" b="1" u="sng" dirty="0">
              <a:solidFill>
                <a:schemeClr val="bg2"/>
              </a:solidFill>
            </a:endParaRPr>
          </a:p>
          <a:p>
            <a:pPr algn="ctr"/>
            <a:endParaRPr lang="fr-FR" b="1" u="sng" dirty="0">
              <a:solidFill>
                <a:schemeClr val="bg2"/>
              </a:solidFill>
            </a:endParaRPr>
          </a:p>
        </p:txBody>
      </p:sp>
      <p:sp>
        <p:nvSpPr>
          <p:cNvPr id="121" name="Rectangle 120"/>
          <p:cNvSpPr/>
          <p:nvPr/>
        </p:nvSpPr>
        <p:spPr>
          <a:xfrm>
            <a:off x="7179801" y="179495"/>
            <a:ext cx="1191432" cy="209845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b="1" dirty="0">
              <a:solidFill>
                <a:schemeClr val="bg2"/>
              </a:solidFill>
            </a:endParaRPr>
          </a:p>
          <a:p>
            <a:pPr algn="ctr"/>
            <a:endParaRPr lang="fr-FR" b="1" dirty="0">
              <a:solidFill>
                <a:schemeClr val="bg2"/>
              </a:solidFill>
            </a:endParaRPr>
          </a:p>
          <a:p>
            <a:pPr algn="ctr"/>
            <a:endParaRPr lang="fr-FR" b="1" dirty="0">
              <a:solidFill>
                <a:schemeClr val="bg2"/>
              </a:solidFill>
            </a:endParaRPr>
          </a:p>
          <a:p>
            <a:pPr algn="ctr"/>
            <a:endParaRPr lang="fr-FR" b="1" dirty="0">
              <a:solidFill>
                <a:schemeClr val="bg2"/>
              </a:solidFill>
            </a:endParaRPr>
          </a:p>
          <a:p>
            <a:pPr algn="ctr"/>
            <a:endParaRPr lang="fr-FR" b="1" dirty="0">
              <a:solidFill>
                <a:schemeClr val="bg2"/>
              </a:solidFill>
            </a:endParaRPr>
          </a:p>
          <a:p>
            <a:pPr algn="ctr"/>
            <a:endParaRPr lang="fr-FR" b="1" dirty="0">
              <a:solidFill>
                <a:schemeClr val="bg2"/>
              </a:solidFill>
            </a:endParaRPr>
          </a:p>
          <a:p>
            <a:pPr algn="ctr"/>
            <a:r>
              <a:rPr lang="fr-FR" b="1" dirty="0">
                <a:solidFill>
                  <a:schemeClr val="bg2"/>
                </a:solidFill>
              </a:rPr>
              <a:t>Patient</a:t>
            </a:r>
          </a:p>
          <a:p>
            <a:pPr algn="ctr"/>
            <a:endParaRPr lang="fr-FR" b="1" dirty="0">
              <a:solidFill>
                <a:schemeClr val="bg2"/>
              </a:solidFill>
            </a:endParaRPr>
          </a:p>
          <a:p>
            <a:pPr algn="ctr"/>
            <a:endParaRPr lang="fr-FR" b="1" dirty="0">
              <a:solidFill>
                <a:schemeClr val="bg2"/>
              </a:solidFill>
            </a:endParaRPr>
          </a:p>
          <a:p>
            <a:pPr marL="171450" indent="-171450">
              <a:buFont typeface="Wingdings" panose="05000000000000000000" pitchFamily="2" charset="2"/>
              <a:buChar char="§"/>
            </a:pPr>
            <a:r>
              <a:rPr lang="fr-FR" sz="1000" b="1" dirty="0">
                <a:solidFill>
                  <a:schemeClr val="bg2"/>
                </a:solidFill>
              </a:rPr>
              <a:t>Nom patient</a:t>
            </a:r>
          </a:p>
          <a:p>
            <a:pPr marL="171450" indent="-171450">
              <a:buFont typeface="Wingdings" panose="05000000000000000000" pitchFamily="2" charset="2"/>
              <a:buChar char="§"/>
            </a:pPr>
            <a:r>
              <a:rPr lang="fr-FR" sz="1000" b="1" dirty="0">
                <a:solidFill>
                  <a:schemeClr val="bg2"/>
                </a:solidFill>
              </a:rPr>
              <a:t>Id patient</a:t>
            </a:r>
          </a:p>
          <a:p>
            <a:pPr marL="171450" indent="-171450">
              <a:buFont typeface="Wingdings" panose="05000000000000000000" pitchFamily="2" charset="2"/>
              <a:buChar char="§"/>
            </a:pPr>
            <a:r>
              <a:rPr lang="fr-FR" sz="1000" b="1" dirty="0">
                <a:solidFill>
                  <a:schemeClr val="bg2"/>
                </a:solidFill>
              </a:rPr>
              <a:t>Adresse</a:t>
            </a:r>
          </a:p>
          <a:p>
            <a:pPr marL="171450" indent="-171450">
              <a:buFont typeface="Wingdings" panose="05000000000000000000" pitchFamily="2" charset="2"/>
              <a:buChar char="§"/>
            </a:pPr>
            <a:r>
              <a:rPr lang="fr-FR" sz="1000" b="1" dirty="0" err="1">
                <a:solidFill>
                  <a:schemeClr val="bg2"/>
                </a:solidFill>
              </a:rPr>
              <a:t>Num</a:t>
            </a:r>
            <a:r>
              <a:rPr lang="fr-FR" sz="1000" b="1" dirty="0">
                <a:solidFill>
                  <a:schemeClr val="bg2"/>
                </a:solidFill>
              </a:rPr>
              <a:t> de </a:t>
            </a:r>
            <a:r>
              <a:rPr lang="fr-FR" sz="1000" b="1" dirty="0" err="1">
                <a:solidFill>
                  <a:schemeClr val="bg2"/>
                </a:solidFill>
              </a:rPr>
              <a:t>telephone</a:t>
            </a:r>
            <a:endParaRPr lang="fr-FR" sz="1000" b="1" dirty="0">
              <a:solidFill>
                <a:schemeClr val="bg2"/>
              </a:solidFill>
            </a:endParaRPr>
          </a:p>
          <a:p>
            <a:pPr marL="171450" indent="-171450">
              <a:buFont typeface="Wingdings" panose="05000000000000000000" pitchFamily="2" charset="2"/>
              <a:buChar char="§"/>
            </a:pPr>
            <a:r>
              <a:rPr lang="fr-FR" sz="1000" b="1" dirty="0">
                <a:solidFill>
                  <a:schemeClr val="bg2"/>
                </a:solidFill>
              </a:rPr>
              <a:t>La taille</a:t>
            </a:r>
          </a:p>
          <a:p>
            <a:pPr marL="171450" indent="-171450">
              <a:buFont typeface="Wingdings" panose="05000000000000000000" pitchFamily="2" charset="2"/>
              <a:buChar char="§"/>
            </a:pPr>
            <a:r>
              <a:rPr lang="fr-FR" sz="1000" b="1" dirty="0">
                <a:solidFill>
                  <a:schemeClr val="bg2"/>
                </a:solidFill>
              </a:rPr>
              <a:t>poids</a:t>
            </a:r>
          </a:p>
          <a:p>
            <a:pPr marL="171450" indent="-171450">
              <a:buFont typeface="Wingdings" panose="05000000000000000000" pitchFamily="2" charset="2"/>
              <a:buChar char="§"/>
            </a:pPr>
            <a:endParaRPr lang="fr-FR" sz="1000" b="1" dirty="0">
              <a:solidFill>
                <a:schemeClr val="bg2"/>
              </a:solidFill>
            </a:endParaRPr>
          </a:p>
          <a:p>
            <a:pPr marL="171450" indent="-171450">
              <a:buFont typeface="Wingdings" panose="05000000000000000000" pitchFamily="2" charset="2"/>
              <a:buChar char="§"/>
            </a:pPr>
            <a:endParaRPr lang="fr-FR" sz="1000" b="1" dirty="0">
              <a:solidFill>
                <a:schemeClr val="bg2"/>
              </a:solidFill>
            </a:endParaRPr>
          </a:p>
          <a:p>
            <a:pPr marL="171450" indent="-171450">
              <a:buFont typeface="Wingdings" panose="05000000000000000000" pitchFamily="2" charset="2"/>
              <a:buChar char="§"/>
            </a:pPr>
            <a:endParaRPr lang="fr-FR" sz="1000" b="1" dirty="0">
              <a:solidFill>
                <a:schemeClr val="bg2"/>
              </a:solidFill>
            </a:endParaRPr>
          </a:p>
          <a:p>
            <a:pPr algn="ctr"/>
            <a:endParaRPr lang="fr-FR" b="1" dirty="0">
              <a:solidFill>
                <a:schemeClr val="bg2"/>
              </a:solidFill>
            </a:endParaRPr>
          </a:p>
          <a:p>
            <a:pPr algn="ctr"/>
            <a:endParaRPr lang="fr-FR" b="1" dirty="0">
              <a:solidFill>
                <a:schemeClr val="bg2"/>
              </a:solidFill>
            </a:endParaRPr>
          </a:p>
          <a:p>
            <a:pPr algn="ctr"/>
            <a:endParaRPr lang="fr-FR" b="1" dirty="0">
              <a:solidFill>
                <a:schemeClr val="bg2"/>
              </a:solidFill>
            </a:endParaRPr>
          </a:p>
          <a:p>
            <a:pPr algn="ctr"/>
            <a:endParaRPr lang="fr-FR" b="1" dirty="0">
              <a:solidFill>
                <a:schemeClr val="bg2"/>
              </a:solidFill>
            </a:endParaRPr>
          </a:p>
        </p:txBody>
      </p:sp>
      <p:cxnSp>
        <p:nvCxnSpPr>
          <p:cNvPr id="45" name="Straight Connector 44"/>
          <p:cNvCxnSpPr/>
          <p:nvPr/>
        </p:nvCxnSpPr>
        <p:spPr>
          <a:xfrm>
            <a:off x="6584085" y="3914775"/>
            <a:ext cx="1191432" cy="0"/>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Connector 46"/>
          <p:cNvCxnSpPr/>
          <p:nvPr/>
        </p:nvCxnSpPr>
        <p:spPr>
          <a:xfrm>
            <a:off x="694849" y="3719494"/>
            <a:ext cx="1191433" cy="0"/>
          </a:xfrm>
          <a:prstGeom prst="line">
            <a:avLst/>
          </a:prstGeom>
        </p:spPr>
        <p:style>
          <a:lnRef idx="1">
            <a:schemeClr val="dk1"/>
          </a:lnRef>
          <a:fillRef idx="0">
            <a:schemeClr val="dk1"/>
          </a:fillRef>
          <a:effectRef idx="0">
            <a:schemeClr val="dk1"/>
          </a:effectRef>
          <a:fontRef idx="minor">
            <a:schemeClr val="tx1"/>
          </a:fontRef>
        </p:style>
      </p:cxnSp>
      <p:cxnSp>
        <p:nvCxnSpPr>
          <p:cNvPr id="63" name="Straight Connector 62"/>
          <p:cNvCxnSpPr/>
          <p:nvPr/>
        </p:nvCxnSpPr>
        <p:spPr>
          <a:xfrm>
            <a:off x="7179801" y="778668"/>
            <a:ext cx="1167548" cy="0"/>
          </a:xfrm>
          <a:prstGeom prst="line">
            <a:avLst/>
          </a:prstGeom>
        </p:spPr>
        <p:style>
          <a:lnRef idx="1">
            <a:schemeClr val="dk1"/>
          </a:lnRef>
          <a:fillRef idx="0">
            <a:schemeClr val="dk1"/>
          </a:fillRef>
          <a:effectRef idx="0">
            <a:schemeClr val="dk1"/>
          </a:effectRef>
          <a:fontRef idx="minor">
            <a:schemeClr val="tx1"/>
          </a:fontRef>
        </p:style>
      </p:cxnSp>
      <p:sp>
        <p:nvSpPr>
          <p:cNvPr id="1837" name="Oval 1836"/>
          <p:cNvSpPr/>
          <p:nvPr/>
        </p:nvSpPr>
        <p:spPr>
          <a:xfrm>
            <a:off x="6898849" y="2550389"/>
            <a:ext cx="1000125" cy="564343"/>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dirty="0" err="1">
                <a:solidFill>
                  <a:schemeClr val="bg2"/>
                </a:solidFill>
              </a:rPr>
              <a:t>Aoir</a:t>
            </a:r>
            <a:endParaRPr lang="fr-FR" dirty="0">
              <a:solidFill>
                <a:schemeClr val="bg2"/>
              </a:solidFill>
            </a:endParaRPr>
          </a:p>
          <a:p>
            <a:pPr algn="ctr"/>
            <a:r>
              <a:rPr lang="fr-FR" dirty="0">
                <a:solidFill>
                  <a:schemeClr val="bg2"/>
                </a:solidFill>
              </a:rPr>
              <a:t>Etat</a:t>
            </a:r>
            <a:endParaRPr lang="en-US" dirty="0">
              <a:solidFill>
                <a:schemeClr val="bg2"/>
              </a:solidFill>
            </a:endParaRPr>
          </a:p>
        </p:txBody>
      </p:sp>
      <p:cxnSp>
        <p:nvCxnSpPr>
          <p:cNvPr id="1839" name="Straight Connector 1838"/>
          <p:cNvCxnSpPr>
            <a:stCxn id="1837" idx="2"/>
            <a:endCxn id="1837" idx="6"/>
          </p:cNvCxnSpPr>
          <p:nvPr/>
        </p:nvCxnSpPr>
        <p:spPr>
          <a:xfrm>
            <a:off x="6898849" y="2832561"/>
            <a:ext cx="1000125" cy="0"/>
          </a:xfrm>
          <a:prstGeom prst="line">
            <a:avLst/>
          </a:prstGeom>
        </p:spPr>
        <p:style>
          <a:lnRef idx="1">
            <a:schemeClr val="dk1"/>
          </a:lnRef>
          <a:fillRef idx="0">
            <a:schemeClr val="dk1"/>
          </a:fillRef>
          <a:effectRef idx="0">
            <a:schemeClr val="dk1"/>
          </a:effectRef>
          <a:fontRef idx="minor">
            <a:schemeClr val="tx1"/>
          </a:fontRef>
        </p:style>
      </p:cxnSp>
      <p:cxnSp>
        <p:nvCxnSpPr>
          <p:cNvPr id="1844" name="Connector: Elbow 1843"/>
          <p:cNvCxnSpPr>
            <a:stCxn id="1837" idx="4"/>
            <a:endCxn id="120" idx="0"/>
          </p:cNvCxnSpPr>
          <p:nvPr/>
        </p:nvCxnSpPr>
        <p:spPr>
          <a:xfrm rot="5400000">
            <a:off x="7201548" y="3092986"/>
            <a:ext cx="175618" cy="219111"/>
          </a:xfrm>
          <a:prstGeom prst="bentConnector3">
            <a:avLst/>
          </a:prstGeom>
        </p:spPr>
        <p:style>
          <a:lnRef idx="1">
            <a:schemeClr val="dk1"/>
          </a:lnRef>
          <a:fillRef idx="0">
            <a:schemeClr val="dk1"/>
          </a:fillRef>
          <a:effectRef idx="0">
            <a:schemeClr val="dk1"/>
          </a:effectRef>
          <a:fontRef idx="minor">
            <a:schemeClr val="tx1"/>
          </a:fontRef>
        </p:style>
      </p:cxnSp>
      <p:cxnSp>
        <p:nvCxnSpPr>
          <p:cNvPr id="1846" name="Connector: Elbow 1845"/>
          <p:cNvCxnSpPr>
            <a:stCxn id="121" idx="2"/>
          </p:cNvCxnSpPr>
          <p:nvPr/>
        </p:nvCxnSpPr>
        <p:spPr>
          <a:xfrm rot="5400000">
            <a:off x="7447299" y="2222169"/>
            <a:ext cx="272435" cy="384003"/>
          </a:xfrm>
          <a:prstGeom prst="bentConnector2">
            <a:avLst/>
          </a:prstGeom>
        </p:spPr>
        <p:style>
          <a:lnRef idx="1">
            <a:schemeClr val="dk1"/>
          </a:lnRef>
          <a:fillRef idx="0">
            <a:schemeClr val="dk1"/>
          </a:fillRef>
          <a:effectRef idx="0">
            <a:schemeClr val="dk1"/>
          </a:effectRef>
          <a:fontRef idx="minor">
            <a:schemeClr val="tx1"/>
          </a:fontRef>
        </p:style>
      </p:cxnSp>
      <p:sp>
        <p:nvSpPr>
          <p:cNvPr id="1847" name="Oval 1846"/>
          <p:cNvSpPr/>
          <p:nvPr/>
        </p:nvSpPr>
        <p:spPr>
          <a:xfrm>
            <a:off x="3507580" y="1650393"/>
            <a:ext cx="1391283" cy="742219"/>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b="1" dirty="0">
                <a:solidFill>
                  <a:schemeClr val="bg2"/>
                </a:solidFill>
              </a:rPr>
              <a:t>Visiter</a:t>
            </a:r>
            <a:endParaRPr lang="en-US" b="1" dirty="0">
              <a:solidFill>
                <a:schemeClr val="bg2"/>
              </a:solidFill>
            </a:endParaRPr>
          </a:p>
        </p:txBody>
      </p:sp>
      <p:cxnSp>
        <p:nvCxnSpPr>
          <p:cNvPr id="1851" name="Straight Connector 1850"/>
          <p:cNvCxnSpPr>
            <a:stCxn id="65" idx="3"/>
          </p:cNvCxnSpPr>
          <p:nvPr/>
        </p:nvCxnSpPr>
        <p:spPr>
          <a:xfrm flipV="1">
            <a:off x="2010848" y="1809899"/>
            <a:ext cx="5164793" cy="38325"/>
          </a:xfrm>
          <a:prstGeom prst="line">
            <a:avLst/>
          </a:prstGeom>
        </p:spPr>
        <p:style>
          <a:lnRef idx="1">
            <a:schemeClr val="dk1"/>
          </a:lnRef>
          <a:fillRef idx="0">
            <a:schemeClr val="dk1"/>
          </a:fillRef>
          <a:effectRef idx="0">
            <a:schemeClr val="dk1"/>
          </a:effectRef>
          <a:fontRef idx="minor">
            <a:schemeClr val="tx1"/>
          </a:fontRef>
        </p:style>
      </p:cxnSp>
      <p:cxnSp>
        <p:nvCxnSpPr>
          <p:cNvPr id="1853" name="Straight Connector 1852"/>
          <p:cNvCxnSpPr>
            <a:endCxn id="121" idx="1"/>
          </p:cNvCxnSpPr>
          <p:nvPr/>
        </p:nvCxnSpPr>
        <p:spPr>
          <a:xfrm flipV="1">
            <a:off x="1886282" y="1228724"/>
            <a:ext cx="5293519" cy="2790670"/>
          </a:xfrm>
          <a:prstGeom prst="line">
            <a:avLst/>
          </a:prstGeom>
        </p:spPr>
        <p:style>
          <a:lnRef idx="1">
            <a:schemeClr val="dk1"/>
          </a:lnRef>
          <a:fillRef idx="0">
            <a:schemeClr val="dk1"/>
          </a:fillRef>
          <a:effectRef idx="0">
            <a:schemeClr val="dk1"/>
          </a:effectRef>
          <a:fontRef idx="minor">
            <a:schemeClr val="tx1"/>
          </a:fontRef>
        </p:style>
      </p:cxnSp>
      <p:cxnSp>
        <p:nvCxnSpPr>
          <p:cNvPr id="68" name="Straight Connector 67"/>
          <p:cNvCxnSpPr>
            <a:stCxn id="119" idx="0"/>
          </p:cNvCxnSpPr>
          <p:nvPr/>
        </p:nvCxnSpPr>
        <p:spPr>
          <a:xfrm flipV="1">
            <a:off x="1290566" y="2596753"/>
            <a:ext cx="0" cy="578596"/>
          </a:xfrm>
          <a:prstGeom prst="line">
            <a:avLst/>
          </a:prstGeom>
        </p:spPr>
        <p:style>
          <a:lnRef idx="1">
            <a:schemeClr val="dk1"/>
          </a:lnRef>
          <a:fillRef idx="0">
            <a:schemeClr val="dk1"/>
          </a:fillRef>
          <a:effectRef idx="0">
            <a:schemeClr val="dk1"/>
          </a:effectRef>
          <a:fontRef idx="minor">
            <a:schemeClr val="tx1"/>
          </a:fontRef>
        </p:style>
      </p:cxnSp>
      <p:cxnSp>
        <p:nvCxnSpPr>
          <p:cNvPr id="87" name="Straight Connector 86"/>
          <p:cNvCxnSpPr/>
          <p:nvPr/>
        </p:nvCxnSpPr>
        <p:spPr>
          <a:xfrm>
            <a:off x="772767" y="1596701"/>
            <a:ext cx="1223473" cy="0"/>
          </a:xfrm>
          <a:prstGeom prst="line">
            <a:avLst/>
          </a:prstGeom>
        </p:spPr>
        <p:style>
          <a:lnRef idx="1">
            <a:schemeClr val="dk1"/>
          </a:lnRef>
          <a:fillRef idx="0">
            <a:schemeClr val="dk1"/>
          </a:fillRef>
          <a:effectRef idx="0">
            <a:schemeClr val="dk1"/>
          </a:effectRef>
          <a:fontRef idx="minor">
            <a:schemeClr val="tx1"/>
          </a:fontRef>
        </p:style>
      </p:cxnSp>
      <p:cxnSp>
        <p:nvCxnSpPr>
          <p:cNvPr id="89" name="Straight Connector 88"/>
          <p:cNvCxnSpPr/>
          <p:nvPr/>
        </p:nvCxnSpPr>
        <p:spPr>
          <a:xfrm>
            <a:off x="4610836" y="738746"/>
            <a:ext cx="2568965" cy="39922"/>
          </a:xfrm>
          <a:prstGeom prst="line">
            <a:avLst/>
          </a:prstGeom>
        </p:spPr>
        <p:style>
          <a:lnRef idx="1">
            <a:schemeClr val="dk1"/>
          </a:lnRef>
          <a:fillRef idx="0">
            <a:schemeClr val="dk1"/>
          </a:fillRef>
          <a:effectRef idx="0">
            <a:schemeClr val="dk1"/>
          </a:effectRef>
          <a:fontRef idx="minor">
            <a:schemeClr val="tx1"/>
          </a:fontRef>
        </p:style>
      </p:cxnSp>
      <p:sp>
        <p:nvSpPr>
          <p:cNvPr id="188" name="Rectangle 187"/>
          <p:cNvSpPr/>
          <p:nvPr/>
        </p:nvSpPr>
        <p:spPr>
          <a:xfrm>
            <a:off x="3765918" y="3383013"/>
            <a:ext cx="1191432" cy="109398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b="1" dirty="0">
                <a:solidFill>
                  <a:schemeClr val="bg2"/>
                </a:solidFill>
              </a:rPr>
              <a:t>Secrétaire</a:t>
            </a:r>
          </a:p>
        </p:txBody>
      </p:sp>
      <p:cxnSp>
        <p:nvCxnSpPr>
          <p:cNvPr id="105" name="Straight Connector 104"/>
          <p:cNvCxnSpPr>
            <a:stCxn id="188" idx="3"/>
          </p:cNvCxnSpPr>
          <p:nvPr/>
        </p:nvCxnSpPr>
        <p:spPr>
          <a:xfrm flipV="1">
            <a:off x="4957350" y="3913944"/>
            <a:ext cx="1626735" cy="16062"/>
          </a:xfrm>
          <a:prstGeom prst="line">
            <a:avLst/>
          </a:prstGeom>
        </p:spPr>
        <p:style>
          <a:lnRef idx="1">
            <a:schemeClr val="dk1"/>
          </a:lnRef>
          <a:fillRef idx="0">
            <a:schemeClr val="dk1"/>
          </a:fillRef>
          <a:effectRef idx="0">
            <a:schemeClr val="dk1"/>
          </a:effectRef>
          <a:fontRef idx="minor">
            <a:schemeClr val="tx1"/>
          </a:fontRef>
        </p:style>
      </p:cxnSp>
      <p:cxnSp>
        <p:nvCxnSpPr>
          <p:cNvPr id="3" name="Straight Connector 2"/>
          <p:cNvCxnSpPr>
            <a:stCxn id="188" idx="1"/>
            <a:endCxn id="65" idx="3"/>
          </p:cNvCxnSpPr>
          <p:nvPr/>
        </p:nvCxnSpPr>
        <p:spPr>
          <a:xfrm flipH="1" flipV="1">
            <a:off x="2010848" y="1848224"/>
            <a:ext cx="1755070" cy="2081782"/>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86"/>
        <p:cNvGrpSpPr/>
        <p:nvPr/>
      </p:nvGrpSpPr>
      <p:grpSpPr>
        <a:xfrm>
          <a:off x="0" y="0"/>
          <a:ext cx="0" cy="0"/>
          <a:chOff x="0" y="0"/>
          <a:chExt cx="0" cy="0"/>
        </a:xfrm>
      </p:grpSpPr>
      <p:sp>
        <p:nvSpPr>
          <p:cNvPr id="3887" name="Google Shape;3887;p67"/>
          <p:cNvSpPr txBox="1">
            <a:spLocks noGrp="1"/>
          </p:cNvSpPr>
          <p:nvPr>
            <p:ph type="title"/>
          </p:nvPr>
        </p:nvSpPr>
        <p:spPr>
          <a:xfrm>
            <a:off x="513200" y="1957993"/>
            <a:ext cx="7717500" cy="6129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fr-FR" dirty="0" err="1"/>
              <a:t>Thanks</a:t>
            </a:r>
            <a:r>
              <a:rPr lang="fr-FR" dirty="0"/>
              <a:t>!</a:t>
            </a:r>
            <a:endParaRPr dirty="0"/>
          </a:p>
        </p:txBody>
      </p:sp>
      <p:sp>
        <p:nvSpPr>
          <p:cNvPr id="3888" name="Google Shape;3888;p67"/>
          <p:cNvSpPr txBox="1">
            <a:spLocks noGrp="1"/>
          </p:cNvSpPr>
          <p:nvPr>
            <p:ph type="body" idx="2"/>
          </p:nvPr>
        </p:nvSpPr>
        <p:spPr>
          <a:xfrm>
            <a:off x="2741619" y="311181"/>
            <a:ext cx="3838800" cy="306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sz="1100" dirty="0">
              <a:latin typeface="Barlow" panose="00000500000000000000"/>
              <a:ea typeface="Barlow" panose="00000500000000000000"/>
              <a:cs typeface="Barlow" panose="00000500000000000000"/>
              <a:sym typeface="Barlow" panose="00000500000000000000"/>
            </a:endParaRPr>
          </a:p>
        </p:txBody>
      </p:sp>
      <p:sp>
        <p:nvSpPr>
          <p:cNvPr id="3889" name="Google Shape;3889;p67"/>
          <p:cNvSpPr txBox="1">
            <a:spLocks noGrp="1"/>
          </p:cNvSpPr>
          <p:nvPr>
            <p:ph type="body" idx="1"/>
          </p:nvPr>
        </p:nvSpPr>
        <p:spPr>
          <a:xfrm>
            <a:off x="2741619" y="3364700"/>
            <a:ext cx="3838800" cy="258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100" dirty="0"/>
          </a:p>
        </p:txBody>
      </p:sp>
    </p:spTree>
  </p:cSld>
  <p:clrMapOvr>
    <a:masterClrMapping/>
  </p:clrMapOvr>
</p:sld>
</file>

<file path=ppt/theme/theme1.xml><?xml version="1.0" encoding="utf-8"?>
<a:theme xmlns:a="http://schemas.openxmlformats.org/drawingml/2006/main" name="Mobile Clinic Services by Slidesgo">
  <a:themeElements>
    <a:clrScheme name="Simple Light">
      <a:dk1>
        <a:srgbClr val="2E353A"/>
      </a:dk1>
      <a:lt1>
        <a:srgbClr val="FFFFFF"/>
      </a:lt1>
      <a:dk2>
        <a:srgbClr val="2E353A"/>
      </a:dk2>
      <a:lt2>
        <a:srgbClr val="DBE6FF"/>
      </a:lt2>
      <a:accent1>
        <a:srgbClr val="3362CC"/>
      </a:accent1>
      <a:accent2>
        <a:srgbClr val="407BFF"/>
      </a:accent2>
      <a:accent3>
        <a:srgbClr val="6695FF"/>
      </a:accent3>
      <a:accent4>
        <a:srgbClr val="A0BDFF"/>
      </a:accent4>
      <a:accent5>
        <a:srgbClr val="8299CC"/>
      </a:accent5>
      <a:accent6>
        <a:srgbClr val="A0E2FF"/>
      </a:accent6>
      <a:hlink>
        <a:srgbClr val="2E353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753</Words>
  <Application>Microsoft Office PowerPoint</Application>
  <PresentationFormat>On-screen Show (16:9)</PresentationFormat>
  <Paragraphs>113</Paragraphs>
  <Slides>9</Slides>
  <Notes>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9</vt:i4>
      </vt:variant>
    </vt:vector>
  </HeadingPairs>
  <TitlesOfParts>
    <vt:vector size="21" baseType="lpstr">
      <vt:lpstr>Barlow</vt:lpstr>
      <vt:lpstr>Abel</vt:lpstr>
      <vt:lpstr>Times New Roman</vt:lpstr>
      <vt:lpstr>Wingdings</vt:lpstr>
      <vt:lpstr>Prompt Medium</vt:lpstr>
      <vt:lpstr>DengXian</vt:lpstr>
      <vt:lpstr>Raleway</vt:lpstr>
      <vt:lpstr>Anaheim</vt:lpstr>
      <vt:lpstr>Croissant One</vt:lpstr>
      <vt:lpstr>Arial</vt:lpstr>
      <vt:lpstr>Work Sans</vt:lpstr>
      <vt:lpstr>Mobile Clinic Services by Slidesgo</vt:lpstr>
      <vt:lpstr>GESTION CABINET MEDICAL COMPLET  AVEC JAVA</vt:lpstr>
      <vt:lpstr>CONTENU  Dans cette présentation on va voir devloppment une system pour gérer une cabinet médical </vt:lpstr>
      <vt:lpstr>Introduction</vt:lpstr>
      <vt:lpstr>Problématique</vt:lpstr>
      <vt:lpstr>PowerPoint Presentation</vt:lpstr>
      <vt:lpstr>Régle de Gestion </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 CABINET MEDICAL COMPLET</dc:title>
  <dc:creator>Abderrahmane Zakaria Nacer Bey</dc:creator>
  <cp:lastModifiedBy>Abderrahmane Zakaria Nacer Bey</cp:lastModifiedBy>
  <cp:revision>47</cp:revision>
  <dcterms:created xsi:type="dcterms:W3CDTF">2025-01-07T20:23:52Z</dcterms:created>
  <dcterms:modified xsi:type="dcterms:W3CDTF">2025-01-09T17:15:50Z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C768CE170E7344848805C8D3A122FBF9_12</vt:lpwstr>
  </property>
  <property fmtid="{D5CDD505-2E9C-101B-9397-08002B2CF9AE}" pid="3" name="KSOProductBuildVer">
    <vt:lpwstr>1036-12.2.0.19805</vt:lpwstr>
  </property>
</Properties>
</file>